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914400" y="914400"/>
            <a:ext cx="5486400" cy="5486400"/>
            <a:chOff x="914400" y="914400"/>
            <a:chExt cx="5486400" cy="54864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54864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14400" y="914400"/>
              <a:ext cx="5486399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272969" y="983989"/>
              <a:ext cx="3068356" cy="5016877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272969" y="5267817"/>
              <a:ext cx="3068356" cy="0"/>
            </a:xfrm>
            <a:custGeom>
              <a:avLst/>
              <a:pathLst>
                <a:path w="3068356" h="0">
                  <a:moveTo>
                    <a:pt x="0" y="0"/>
                  </a:moveTo>
                  <a:lnTo>
                    <a:pt x="3068356" y="0"/>
                  </a:lnTo>
                  <a:lnTo>
                    <a:pt x="3068356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272969" y="4018190"/>
              <a:ext cx="3068356" cy="0"/>
            </a:xfrm>
            <a:custGeom>
              <a:avLst/>
              <a:pathLst>
                <a:path w="3068356" h="0">
                  <a:moveTo>
                    <a:pt x="0" y="0"/>
                  </a:moveTo>
                  <a:lnTo>
                    <a:pt x="3068356" y="0"/>
                  </a:lnTo>
                  <a:lnTo>
                    <a:pt x="3068356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272969" y="2768563"/>
              <a:ext cx="3068356" cy="0"/>
            </a:xfrm>
            <a:custGeom>
              <a:avLst/>
              <a:pathLst>
                <a:path w="3068356" h="0">
                  <a:moveTo>
                    <a:pt x="0" y="0"/>
                  </a:moveTo>
                  <a:lnTo>
                    <a:pt x="3068356" y="0"/>
                  </a:lnTo>
                  <a:lnTo>
                    <a:pt x="3068356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272969" y="1518935"/>
              <a:ext cx="3068356" cy="0"/>
            </a:xfrm>
            <a:custGeom>
              <a:avLst/>
              <a:pathLst>
                <a:path w="3068356" h="0">
                  <a:moveTo>
                    <a:pt x="0" y="0"/>
                  </a:moveTo>
                  <a:lnTo>
                    <a:pt x="3068356" y="0"/>
                  </a:lnTo>
                  <a:lnTo>
                    <a:pt x="3068356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596740" y="983989"/>
              <a:ext cx="0" cy="5016877"/>
            </a:xfrm>
            <a:custGeom>
              <a:avLst/>
              <a:pathLst>
                <a:path w="0"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2094850" y="983989"/>
              <a:ext cx="0" cy="5016877"/>
            </a:xfrm>
            <a:custGeom>
              <a:avLst/>
              <a:pathLst>
                <a:path w="0"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2592960" y="983989"/>
              <a:ext cx="0" cy="5016877"/>
            </a:xfrm>
            <a:custGeom>
              <a:avLst/>
              <a:pathLst>
                <a:path w="0"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3091069" y="983989"/>
              <a:ext cx="0" cy="5016877"/>
            </a:xfrm>
            <a:custGeom>
              <a:avLst/>
              <a:pathLst>
                <a:path w="0"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3589179" y="983989"/>
              <a:ext cx="0" cy="5016877"/>
            </a:xfrm>
            <a:custGeom>
              <a:avLst/>
              <a:pathLst>
                <a:path w="0"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4087289" y="983989"/>
              <a:ext cx="0" cy="5016877"/>
            </a:xfrm>
            <a:custGeom>
              <a:avLst/>
              <a:pathLst>
                <a:path w="0"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1272969" y="5892631"/>
              <a:ext cx="3068356" cy="0"/>
            </a:xfrm>
            <a:custGeom>
              <a:avLst/>
              <a:pathLst>
                <a:path w="3068356" h="0">
                  <a:moveTo>
                    <a:pt x="0" y="0"/>
                  </a:moveTo>
                  <a:lnTo>
                    <a:pt x="3068356" y="0"/>
                  </a:lnTo>
                  <a:lnTo>
                    <a:pt x="306835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272969" y="4643004"/>
              <a:ext cx="3068356" cy="0"/>
            </a:xfrm>
            <a:custGeom>
              <a:avLst/>
              <a:pathLst>
                <a:path w="3068356" h="0">
                  <a:moveTo>
                    <a:pt x="0" y="0"/>
                  </a:moveTo>
                  <a:lnTo>
                    <a:pt x="3068356" y="0"/>
                  </a:lnTo>
                  <a:lnTo>
                    <a:pt x="306835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1272969" y="3393376"/>
              <a:ext cx="3068356" cy="0"/>
            </a:xfrm>
            <a:custGeom>
              <a:avLst/>
              <a:pathLst>
                <a:path w="3068356" h="0">
                  <a:moveTo>
                    <a:pt x="0" y="0"/>
                  </a:moveTo>
                  <a:lnTo>
                    <a:pt x="3068356" y="0"/>
                  </a:lnTo>
                  <a:lnTo>
                    <a:pt x="306835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272969" y="2143749"/>
              <a:ext cx="3068356" cy="0"/>
            </a:xfrm>
            <a:custGeom>
              <a:avLst/>
              <a:pathLst>
                <a:path w="3068356" h="0">
                  <a:moveTo>
                    <a:pt x="0" y="0"/>
                  </a:moveTo>
                  <a:lnTo>
                    <a:pt x="3068356" y="0"/>
                  </a:lnTo>
                  <a:lnTo>
                    <a:pt x="306835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347685" y="983989"/>
              <a:ext cx="0" cy="5016877"/>
            </a:xfrm>
            <a:custGeom>
              <a:avLst/>
              <a:pathLst>
                <a:path w="0"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845795" y="983989"/>
              <a:ext cx="0" cy="5016877"/>
            </a:xfrm>
            <a:custGeom>
              <a:avLst/>
              <a:pathLst>
                <a:path w="0"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2343905" y="983989"/>
              <a:ext cx="0" cy="5016877"/>
            </a:xfrm>
            <a:custGeom>
              <a:avLst/>
              <a:pathLst>
                <a:path w="0"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842014" y="983989"/>
              <a:ext cx="0" cy="5016877"/>
            </a:xfrm>
            <a:custGeom>
              <a:avLst/>
              <a:pathLst>
                <a:path w="0"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3340124" y="983989"/>
              <a:ext cx="0" cy="5016877"/>
            </a:xfrm>
            <a:custGeom>
              <a:avLst/>
              <a:pathLst>
                <a:path w="0"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3838234" y="983989"/>
              <a:ext cx="0" cy="5016877"/>
            </a:xfrm>
            <a:custGeom>
              <a:avLst/>
              <a:pathLst>
                <a:path w="0"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4336344" y="983989"/>
              <a:ext cx="0" cy="5016877"/>
            </a:xfrm>
            <a:custGeom>
              <a:avLst/>
              <a:pathLst>
                <a:path w="0"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2264287" y="5617598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2289113" y="5592773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rc29"/>
            <p:cNvSpPr/>
            <p:nvPr/>
          </p:nvSpPr>
          <p:spPr>
            <a:xfrm>
              <a:off x="2264287" y="5592773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2279230" y="5613726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2304056" y="5588900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rc32"/>
            <p:cNvSpPr/>
            <p:nvPr/>
          </p:nvSpPr>
          <p:spPr>
            <a:xfrm>
              <a:off x="2279230" y="5588900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2299154" y="5610480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2323980" y="5585654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rc35"/>
            <p:cNvSpPr/>
            <p:nvPr/>
          </p:nvSpPr>
          <p:spPr>
            <a:xfrm>
              <a:off x="2299154" y="5585654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2319079" y="5607996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2343905" y="5583170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2319079" y="5583170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2339003" y="5606409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2363829" y="5581583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rc41"/>
            <p:cNvSpPr/>
            <p:nvPr/>
          </p:nvSpPr>
          <p:spPr>
            <a:xfrm>
              <a:off x="2339003" y="5581583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2363909" y="5605854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2388735" y="5581028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rc44"/>
            <p:cNvSpPr/>
            <p:nvPr/>
          </p:nvSpPr>
          <p:spPr>
            <a:xfrm>
              <a:off x="2363909" y="5581028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2388814" y="5606508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2413640" y="5581682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rc47"/>
            <p:cNvSpPr/>
            <p:nvPr/>
          </p:nvSpPr>
          <p:spPr>
            <a:xfrm>
              <a:off x="2388814" y="5581682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2413720" y="5608051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2438546" y="5583225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rc50"/>
            <p:cNvSpPr/>
            <p:nvPr/>
          </p:nvSpPr>
          <p:spPr>
            <a:xfrm>
              <a:off x="2413720" y="5583225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2438625" y="5609880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2463451" y="5585054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3"/>
            <p:cNvSpPr/>
            <p:nvPr/>
          </p:nvSpPr>
          <p:spPr>
            <a:xfrm>
              <a:off x="2438625" y="5585054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2463531" y="5611388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2488357" y="5586562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rc56"/>
            <p:cNvSpPr/>
            <p:nvPr/>
          </p:nvSpPr>
          <p:spPr>
            <a:xfrm>
              <a:off x="2463531" y="5586562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2488436" y="5611974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8"/>
            <p:cNvSpPr/>
            <p:nvPr/>
          </p:nvSpPr>
          <p:spPr>
            <a:xfrm>
              <a:off x="2513262" y="5587148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rc59"/>
            <p:cNvSpPr/>
            <p:nvPr/>
          </p:nvSpPr>
          <p:spPr>
            <a:xfrm>
              <a:off x="2488436" y="5587148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0"/>
            <p:cNvSpPr/>
            <p:nvPr/>
          </p:nvSpPr>
          <p:spPr>
            <a:xfrm>
              <a:off x="2508360" y="5610989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1"/>
            <p:cNvSpPr/>
            <p:nvPr/>
          </p:nvSpPr>
          <p:spPr>
            <a:xfrm>
              <a:off x="2533186" y="5586163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rc62"/>
            <p:cNvSpPr/>
            <p:nvPr/>
          </p:nvSpPr>
          <p:spPr>
            <a:xfrm>
              <a:off x="2508360" y="5586163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3"/>
            <p:cNvSpPr/>
            <p:nvPr/>
          </p:nvSpPr>
          <p:spPr>
            <a:xfrm>
              <a:off x="2533266" y="5608740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4"/>
            <p:cNvSpPr/>
            <p:nvPr/>
          </p:nvSpPr>
          <p:spPr>
            <a:xfrm>
              <a:off x="2558092" y="5583914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rc65"/>
            <p:cNvSpPr/>
            <p:nvPr/>
          </p:nvSpPr>
          <p:spPr>
            <a:xfrm>
              <a:off x="2533266" y="5583914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6"/>
            <p:cNvSpPr/>
            <p:nvPr/>
          </p:nvSpPr>
          <p:spPr>
            <a:xfrm>
              <a:off x="2558171" y="5606082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7"/>
            <p:cNvSpPr/>
            <p:nvPr/>
          </p:nvSpPr>
          <p:spPr>
            <a:xfrm>
              <a:off x="2582997" y="5581256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rc68"/>
            <p:cNvSpPr/>
            <p:nvPr/>
          </p:nvSpPr>
          <p:spPr>
            <a:xfrm>
              <a:off x="2558171" y="5581256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2583077" y="5603877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2607903" y="5579051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rc71"/>
            <p:cNvSpPr/>
            <p:nvPr/>
          </p:nvSpPr>
          <p:spPr>
            <a:xfrm>
              <a:off x="2583077" y="5579051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2607982" y="5603008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3"/>
            <p:cNvSpPr/>
            <p:nvPr/>
          </p:nvSpPr>
          <p:spPr>
            <a:xfrm>
              <a:off x="2632808" y="5578182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rc74"/>
            <p:cNvSpPr/>
            <p:nvPr/>
          </p:nvSpPr>
          <p:spPr>
            <a:xfrm>
              <a:off x="2607982" y="5578182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5"/>
            <p:cNvSpPr/>
            <p:nvPr/>
          </p:nvSpPr>
          <p:spPr>
            <a:xfrm>
              <a:off x="2637869" y="5604405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6"/>
            <p:cNvSpPr/>
            <p:nvPr/>
          </p:nvSpPr>
          <p:spPr>
            <a:xfrm>
              <a:off x="2662695" y="5579579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rc77"/>
            <p:cNvSpPr/>
            <p:nvPr/>
          </p:nvSpPr>
          <p:spPr>
            <a:xfrm>
              <a:off x="2637869" y="5579579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8"/>
            <p:cNvSpPr/>
            <p:nvPr/>
          </p:nvSpPr>
          <p:spPr>
            <a:xfrm>
              <a:off x="2662774" y="5607706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79"/>
            <p:cNvSpPr/>
            <p:nvPr/>
          </p:nvSpPr>
          <p:spPr>
            <a:xfrm>
              <a:off x="2687600" y="5582880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rc80"/>
            <p:cNvSpPr/>
            <p:nvPr/>
          </p:nvSpPr>
          <p:spPr>
            <a:xfrm>
              <a:off x="2662774" y="5582880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1"/>
            <p:cNvSpPr/>
            <p:nvPr/>
          </p:nvSpPr>
          <p:spPr>
            <a:xfrm>
              <a:off x="2692661" y="5611625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2"/>
            <p:cNvSpPr/>
            <p:nvPr/>
          </p:nvSpPr>
          <p:spPr>
            <a:xfrm>
              <a:off x="2717487" y="5586799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rc83"/>
            <p:cNvSpPr/>
            <p:nvPr/>
          </p:nvSpPr>
          <p:spPr>
            <a:xfrm>
              <a:off x="2692661" y="5586799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4"/>
            <p:cNvSpPr/>
            <p:nvPr/>
          </p:nvSpPr>
          <p:spPr>
            <a:xfrm>
              <a:off x="2717567" y="5614957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5"/>
            <p:cNvSpPr/>
            <p:nvPr/>
          </p:nvSpPr>
          <p:spPr>
            <a:xfrm>
              <a:off x="2742393" y="5590131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rc86"/>
            <p:cNvSpPr/>
            <p:nvPr/>
          </p:nvSpPr>
          <p:spPr>
            <a:xfrm>
              <a:off x="2717567" y="5590131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7"/>
            <p:cNvSpPr/>
            <p:nvPr/>
          </p:nvSpPr>
          <p:spPr>
            <a:xfrm>
              <a:off x="2742472" y="5616478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8"/>
            <p:cNvSpPr/>
            <p:nvPr/>
          </p:nvSpPr>
          <p:spPr>
            <a:xfrm>
              <a:off x="2767298" y="5591652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rc89"/>
            <p:cNvSpPr/>
            <p:nvPr/>
          </p:nvSpPr>
          <p:spPr>
            <a:xfrm>
              <a:off x="2742472" y="5591652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0"/>
            <p:cNvSpPr/>
            <p:nvPr/>
          </p:nvSpPr>
          <p:spPr>
            <a:xfrm>
              <a:off x="2772359" y="5615865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1"/>
            <p:cNvSpPr/>
            <p:nvPr/>
          </p:nvSpPr>
          <p:spPr>
            <a:xfrm>
              <a:off x="2797185" y="5591039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rc92"/>
            <p:cNvSpPr/>
            <p:nvPr/>
          </p:nvSpPr>
          <p:spPr>
            <a:xfrm>
              <a:off x="2772359" y="5591039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3"/>
            <p:cNvSpPr/>
            <p:nvPr/>
          </p:nvSpPr>
          <p:spPr>
            <a:xfrm>
              <a:off x="2797264" y="5614153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4"/>
            <p:cNvSpPr/>
            <p:nvPr/>
          </p:nvSpPr>
          <p:spPr>
            <a:xfrm>
              <a:off x="2822090" y="5589327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rc95"/>
            <p:cNvSpPr/>
            <p:nvPr/>
          </p:nvSpPr>
          <p:spPr>
            <a:xfrm>
              <a:off x="2797264" y="5589327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6"/>
            <p:cNvSpPr/>
            <p:nvPr/>
          </p:nvSpPr>
          <p:spPr>
            <a:xfrm>
              <a:off x="2827151" y="5612066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7"/>
            <p:cNvSpPr/>
            <p:nvPr/>
          </p:nvSpPr>
          <p:spPr>
            <a:xfrm>
              <a:off x="2851977" y="5587240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rc98"/>
            <p:cNvSpPr/>
            <p:nvPr/>
          </p:nvSpPr>
          <p:spPr>
            <a:xfrm>
              <a:off x="2827151" y="5587240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99"/>
            <p:cNvSpPr/>
            <p:nvPr/>
          </p:nvSpPr>
          <p:spPr>
            <a:xfrm>
              <a:off x="2857037" y="5610380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0"/>
            <p:cNvSpPr/>
            <p:nvPr/>
          </p:nvSpPr>
          <p:spPr>
            <a:xfrm>
              <a:off x="2881863" y="5585554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rc101"/>
            <p:cNvSpPr/>
            <p:nvPr/>
          </p:nvSpPr>
          <p:spPr>
            <a:xfrm>
              <a:off x="2857037" y="5585554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2"/>
            <p:cNvSpPr/>
            <p:nvPr/>
          </p:nvSpPr>
          <p:spPr>
            <a:xfrm>
              <a:off x="2881943" y="5609874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3"/>
            <p:cNvSpPr/>
            <p:nvPr/>
          </p:nvSpPr>
          <p:spPr>
            <a:xfrm>
              <a:off x="2906769" y="5585048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rc104"/>
            <p:cNvSpPr/>
            <p:nvPr/>
          </p:nvSpPr>
          <p:spPr>
            <a:xfrm>
              <a:off x="2881943" y="5585048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5"/>
            <p:cNvSpPr/>
            <p:nvPr/>
          </p:nvSpPr>
          <p:spPr>
            <a:xfrm>
              <a:off x="2906848" y="5611482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6"/>
            <p:cNvSpPr/>
            <p:nvPr/>
          </p:nvSpPr>
          <p:spPr>
            <a:xfrm>
              <a:off x="2931674" y="5586656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rc107"/>
            <p:cNvSpPr/>
            <p:nvPr/>
          </p:nvSpPr>
          <p:spPr>
            <a:xfrm>
              <a:off x="2906848" y="5586656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8"/>
            <p:cNvSpPr/>
            <p:nvPr/>
          </p:nvSpPr>
          <p:spPr>
            <a:xfrm>
              <a:off x="2936735" y="5614573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09"/>
            <p:cNvSpPr/>
            <p:nvPr/>
          </p:nvSpPr>
          <p:spPr>
            <a:xfrm>
              <a:off x="2961561" y="5589747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rc110"/>
            <p:cNvSpPr/>
            <p:nvPr/>
          </p:nvSpPr>
          <p:spPr>
            <a:xfrm>
              <a:off x="2936735" y="5589747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1"/>
            <p:cNvSpPr/>
            <p:nvPr/>
          </p:nvSpPr>
          <p:spPr>
            <a:xfrm>
              <a:off x="2956659" y="5617611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2"/>
            <p:cNvSpPr/>
            <p:nvPr/>
          </p:nvSpPr>
          <p:spPr>
            <a:xfrm>
              <a:off x="2981485" y="5592785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rc113"/>
            <p:cNvSpPr/>
            <p:nvPr/>
          </p:nvSpPr>
          <p:spPr>
            <a:xfrm>
              <a:off x="2956659" y="5592785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4"/>
            <p:cNvSpPr/>
            <p:nvPr/>
          </p:nvSpPr>
          <p:spPr>
            <a:xfrm>
              <a:off x="2976584" y="5619057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5"/>
            <p:cNvSpPr/>
            <p:nvPr/>
          </p:nvSpPr>
          <p:spPr>
            <a:xfrm>
              <a:off x="3001410" y="5594231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rc116"/>
            <p:cNvSpPr/>
            <p:nvPr/>
          </p:nvSpPr>
          <p:spPr>
            <a:xfrm>
              <a:off x="2976584" y="5594231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rc117"/>
            <p:cNvSpPr/>
            <p:nvPr/>
          </p:nvSpPr>
          <p:spPr>
            <a:xfrm>
              <a:off x="3524504" y="5713193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8"/>
            <p:cNvSpPr/>
            <p:nvPr/>
          </p:nvSpPr>
          <p:spPr>
            <a:xfrm>
              <a:off x="3524504" y="5713193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19"/>
            <p:cNvSpPr/>
            <p:nvPr/>
          </p:nvSpPr>
          <p:spPr>
            <a:xfrm>
              <a:off x="3524504" y="5713193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rc120"/>
            <p:cNvSpPr/>
            <p:nvPr/>
          </p:nvSpPr>
          <p:spPr>
            <a:xfrm>
              <a:off x="3544429" y="5714652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1"/>
            <p:cNvSpPr/>
            <p:nvPr/>
          </p:nvSpPr>
          <p:spPr>
            <a:xfrm>
              <a:off x="3544429" y="5714652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2"/>
            <p:cNvSpPr/>
            <p:nvPr/>
          </p:nvSpPr>
          <p:spPr>
            <a:xfrm>
              <a:off x="3544429" y="5714652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rc123"/>
            <p:cNvSpPr/>
            <p:nvPr/>
          </p:nvSpPr>
          <p:spPr>
            <a:xfrm>
              <a:off x="3559372" y="5716142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4"/>
            <p:cNvSpPr/>
            <p:nvPr/>
          </p:nvSpPr>
          <p:spPr>
            <a:xfrm>
              <a:off x="3559372" y="5716142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5"/>
            <p:cNvSpPr/>
            <p:nvPr/>
          </p:nvSpPr>
          <p:spPr>
            <a:xfrm>
              <a:off x="3559372" y="5716142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rc126"/>
            <p:cNvSpPr/>
            <p:nvPr/>
          </p:nvSpPr>
          <p:spPr>
            <a:xfrm>
              <a:off x="3579296" y="5717542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7"/>
            <p:cNvSpPr/>
            <p:nvPr/>
          </p:nvSpPr>
          <p:spPr>
            <a:xfrm>
              <a:off x="3579296" y="5717542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8"/>
            <p:cNvSpPr/>
            <p:nvPr/>
          </p:nvSpPr>
          <p:spPr>
            <a:xfrm>
              <a:off x="3579296" y="5717542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rc129"/>
            <p:cNvSpPr/>
            <p:nvPr/>
          </p:nvSpPr>
          <p:spPr>
            <a:xfrm>
              <a:off x="3599221" y="5718764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0"/>
            <p:cNvSpPr/>
            <p:nvPr/>
          </p:nvSpPr>
          <p:spPr>
            <a:xfrm>
              <a:off x="3599221" y="5718764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1"/>
            <p:cNvSpPr/>
            <p:nvPr/>
          </p:nvSpPr>
          <p:spPr>
            <a:xfrm>
              <a:off x="3599221" y="5718764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rc132"/>
            <p:cNvSpPr/>
            <p:nvPr/>
          </p:nvSpPr>
          <p:spPr>
            <a:xfrm>
              <a:off x="3619145" y="5719697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3"/>
            <p:cNvSpPr/>
            <p:nvPr/>
          </p:nvSpPr>
          <p:spPr>
            <a:xfrm>
              <a:off x="3619145" y="5719697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4"/>
            <p:cNvSpPr/>
            <p:nvPr/>
          </p:nvSpPr>
          <p:spPr>
            <a:xfrm>
              <a:off x="3619145" y="5719697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rc135"/>
            <p:cNvSpPr/>
            <p:nvPr/>
          </p:nvSpPr>
          <p:spPr>
            <a:xfrm>
              <a:off x="3639070" y="5720871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6"/>
            <p:cNvSpPr/>
            <p:nvPr/>
          </p:nvSpPr>
          <p:spPr>
            <a:xfrm>
              <a:off x="3639070" y="572087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7"/>
            <p:cNvSpPr/>
            <p:nvPr/>
          </p:nvSpPr>
          <p:spPr>
            <a:xfrm>
              <a:off x="3639070" y="5720871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rc138"/>
            <p:cNvSpPr/>
            <p:nvPr/>
          </p:nvSpPr>
          <p:spPr>
            <a:xfrm>
              <a:off x="3658994" y="5722628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39"/>
            <p:cNvSpPr/>
            <p:nvPr/>
          </p:nvSpPr>
          <p:spPr>
            <a:xfrm>
              <a:off x="3658994" y="5722628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0"/>
            <p:cNvSpPr/>
            <p:nvPr/>
          </p:nvSpPr>
          <p:spPr>
            <a:xfrm>
              <a:off x="3658994" y="5722628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rc141"/>
            <p:cNvSpPr/>
            <p:nvPr/>
          </p:nvSpPr>
          <p:spPr>
            <a:xfrm>
              <a:off x="3678918" y="5724542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2"/>
            <p:cNvSpPr/>
            <p:nvPr/>
          </p:nvSpPr>
          <p:spPr>
            <a:xfrm>
              <a:off x="3678918" y="5724542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3"/>
            <p:cNvSpPr/>
            <p:nvPr/>
          </p:nvSpPr>
          <p:spPr>
            <a:xfrm>
              <a:off x="3678918" y="5724542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rc144"/>
            <p:cNvSpPr/>
            <p:nvPr/>
          </p:nvSpPr>
          <p:spPr>
            <a:xfrm>
              <a:off x="3698843" y="5726148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5"/>
            <p:cNvSpPr/>
            <p:nvPr/>
          </p:nvSpPr>
          <p:spPr>
            <a:xfrm>
              <a:off x="3698843" y="5726148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6"/>
            <p:cNvSpPr/>
            <p:nvPr/>
          </p:nvSpPr>
          <p:spPr>
            <a:xfrm>
              <a:off x="3698843" y="5726148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rc147"/>
            <p:cNvSpPr/>
            <p:nvPr/>
          </p:nvSpPr>
          <p:spPr>
            <a:xfrm>
              <a:off x="3718767" y="5726979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8"/>
            <p:cNvSpPr/>
            <p:nvPr/>
          </p:nvSpPr>
          <p:spPr>
            <a:xfrm>
              <a:off x="3718767" y="5726979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49"/>
            <p:cNvSpPr/>
            <p:nvPr/>
          </p:nvSpPr>
          <p:spPr>
            <a:xfrm>
              <a:off x="3718767" y="5726979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rc150"/>
            <p:cNvSpPr/>
            <p:nvPr/>
          </p:nvSpPr>
          <p:spPr>
            <a:xfrm>
              <a:off x="3738692" y="5727376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1"/>
            <p:cNvSpPr/>
            <p:nvPr/>
          </p:nvSpPr>
          <p:spPr>
            <a:xfrm>
              <a:off x="3738692" y="5727376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2"/>
            <p:cNvSpPr/>
            <p:nvPr/>
          </p:nvSpPr>
          <p:spPr>
            <a:xfrm>
              <a:off x="3738692" y="5727376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rc153"/>
            <p:cNvSpPr/>
            <p:nvPr/>
          </p:nvSpPr>
          <p:spPr>
            <a:xfrm>
              <a:off x="3758616" y="5727879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4"/>
            <p:cNvSpPr/>
            <p:nvPr/>
          </p:nvSpPr>
          <p:spPr>
            <a:xfrm>
              <a:off x="3758616" y="5727879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5"/>
            <p:cNvSpPr/>
            <p:nvPr/>
          </p:nvSpPr>
          <p:spPr>
            <a:xfrm>
              <a:off x="3758616" y="5727879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rc156"/>
            <p:cNvSpPr/>
            <p:nvPr/>
          </p:nvSpPr>
          <p:spPr>
            <a:xfrm>
              <a:off x="3778540" y="5728386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7"/>
            <p:cNvSpPr/>
            <p:nvPr/>
          </p:nvSpPr>
          <p:spPr>
            <a:xfrm>
              <a:off x="3778540" y="5728386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8"/>
            <p:cNvSpPr/>
            <p:nvPr/>
          </p:nvSpPr>
          <p:spPr>
            <a:xfrm>
              <a:off x="3778540" y="5728386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rc159"/>
            <p:cNvSpPr/>
            <p:nvPr/>
          </p:nvSpPr>
          <p:spPr>
            <a:xfrm>
              <a:off x="3798465" y="5728865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0"/>
            <p:cNvSpPr/>
            <p:nvPr/>
          </p:nvSpPr>
          <p:spPr>
            <a:xfrm>
              <a:off x="3798465" y="5728865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1"/>
            <p:cNvSpPr/>
            <p:nvPr/>
          </p:nvSpPr>
          <p:spPr>
            <a:xfrm>
              <a:off x="3798465" y="5728865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rc162"/>
            <p:cNvSpPr/>
            <p:nvPr/>
          </p:nvSpPr>
          <p:spPr>
            <a:xfrm>
              <a:off x="3808427" y="5729253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3"/>
            <p:cNvSpPr/>
            <p:nvPr/>
          </p:nvSpPr>
          <p:spPr>
            <a:xfrm>
              <a:off x="3808427" y="5729253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4"/>
            <p:cNvSpPr/>
            <p:nvPr/>
          </p:nvSpPr>
          <p:spPr>
            <a:xfrm>
              <a:off x="3808427" y="5729253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rc165"/>
            <p:cNvSpPr/>
            <p:nvPr/>
          </p:nvSpPr>
          <p:spPr>
            <a:xfrm>
              <a:off x="3808427" y="5729591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6"/>
            <p:cNvSpPr/>
            <p:nvPr/>
          </p:nvSpPr>
          <p:spPr>
            <a:xfrm>
              <a:off x="3808427" y="572959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7"/>
            <p:cNvSpPr/>
            <p:nvPr/>
          </p:nvSpPr>
          <p:spPr>
            <a:xfrm>
              <a:off x="3808427" y="5729591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rc168"/>
            <p:cNvSpPr/>
            <p:nvPr/>
          </p:nvSpPr>
          <p:spPr>
            <a:xfrm>
              <a:off x="3813408" y="5729925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69"/>
            <p:cNvSpPr/>
            <p:nvPr/>
          </p:nvSpPr>
          <p:spPr>
            <a:xfrm>
              <a:off x="3813408" y="5729925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0"/>
            <p:cNvSpPr/>
            <p:nvPr/>
          </p:nvSpPr>
          <p:spPr>
            <a:xfrm>
              <a:off x="3813408" y="5729925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rc171"/>
            <p:cNvSpPr/>
            <p:nvPr/>
          </p:nvSpPr>
          <p:spPr>
            <a:xfrm>
              <a:off x="3828351" y="5730171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2"/>
            <p:cNvSpPr/>
            <p:nvPr/>
          </p:nvSpPr>
          <p:spPr>
            <a:xfrm>
              <a:off x="3828351" y="573017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3"/>
            <p:cNvSpPr/>
            <p:nvPr/>
          </p:nvSpPr>
          <p:spPr>
            <a:xfrm>
              <a:off x="3828351" y="5730171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rc174"/>
            <p:cNvSpPr/>
            <p:nvPr/>
          </p:nvSpPr>
          <p:spPr>
            <a:xfrm>
              <a:off x="3848276" y="5730231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5"/>
            <p:cNvSpPr/>
            <p:nvPr/>
          </p:nvSpPr>
          <p:spPr>
            <a:xfrm>
              <a:off x="3848276" y="573023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6"/>
            <p:cNvSpPr/>
            <p:nvPr/>
          </p:nvSpPr>
          <p:spPr>
            <a:xfrm>
              <a:off x="3848276" y="5730231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rc177"/>
            <p:cNvSpPr/>
            <p:nvPr/>
          </p:nvSpPr>
          <p:spPr>
            <a:xfrm>
              <a:off x="3863219" y="5730017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8"/>
            <p:cNvSpPr/>
            <p:nvPr/>
          </p:nvSpPr>
          <p:spPr>
            <a:xfrm>
              <a:off x="3863219" y="5730017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79"/>
            <p:cNvSpPr/>
            <p:nvPr/>
          </p:nvSpPr>
          <p:spPr>
            <a:xfrm>
              <a:off x="3863219" y="5730017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rc180"/>
            <p:cNvSpPr/>
            <p:nvPr/>
          </p:nvSpPr>
          <p:spPr>
            <a:xfrm>
              <a:off x="3873181" y="5729063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1"/>
            <p:cNvSpPr/>
            <p:nvPr/>
          </p:nvSpPr>
          <p:spPr>
            <a:xfrm>
              <a:off x="3873181" y="5729063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2"/>
            <p:cNvSpPr/>
            <p:nvPr/>
          </p:nvSpPr>
          <p:spPr>
            <a:xfrm>
              <a:off x="3873181" y="5729063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rc183"/>
            <p:cNvSpPr/>
            <p:nvPr/>
          </p:nvSpPr>
          <p:spPr>
            <a:xfrm>
              <a:off x="3893106" y="5727212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4"/>
            <p:cNvSpPr/>
            <p:nvPr/>
          </p:nvSpPr>
          <p:spPr>
            <a:xfrm>
              <a:off x="3893106" y="5727212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5"/>
            <p:cNvSpPr/>
            <p:nvPr/>
          </p:nvSpPr>
          <p:spPr>
            <a:xfrm>
              <a:off x="3893106" y="5727212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rc186"/>
            <p:cNvSpPr/>
            <p:nvPr/>
          </p:nvSpPr>
          <p:spPr>
            <a:xfrm>
              <a:off x="3918011" y="5724828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7"/>
            <p:cNvSpPr/>
            <p:nvPr/>
          </p:nvSpPr>
          <p:spPr>
            <a:xfrm>
              <a:off x="3918011" y="5724828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8"/>
            <p:cNvSpPr/>
            <p:nvPr/>
          </p:nvSpPr>
          <p:spPr>
            <a:xfrm>
              <a:off x="3918011" y="5724828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rc189"/>
            <p:cNvSpPr/>
            <p:nvPr/>
          </p:nvSpPr>
          <p:spPr>
            <a:xfrm>
              <a:off x="3937936" y="5722238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0"/>
            <p:cNvSpPr/>
            <p:nvPr/>
          </p:nvSpPr>
          <p:spPr>
            <a:xfrm>
              <a:off x="3937936" y="5722238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1"/>
            <p:cNvSpPr/>
            <p:nvPr/>
          </p:nvSpPr>
          <p:spPr>
            <a:xfrm>
              <a:off x="3937936" y="5722238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rc192"/>
            <p:cNvSpPr/>
            <p:nvPr/>
          </p:nvSpPr>
          <p:spPr>
            <a:xfrm>
              <a:off x="3952879" y="5719792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3"/>
            <p:cNvSpPr/>
            <p:nvPr/>
          </p:nvSpPr>
          <p:spPr>
            <a:xfrm>
              <a:off x="3952879" y="5719792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4"/>
            <p:cNvSpPr/>
            <p:nvPr/>
          </p:nvSpPr>
          <p:spPr>
            <a:xfrm>
              <a:off x="3952879" y="5719792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rc195"/>
            <p:cNvSpPr/>
            <p:nvPr/>
          </p:nvSpPr>
          <p:spPr>
            <a:xfrm>
              <a:off x="3972803" y="5716383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6"/>
            <p:cNvSpPr/>
            <p:nvPr/>
          </p:nvSpPr>
          <p:spPr>
            <a:xfrm>
              <a:off x="3972803" y="5716383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7"/>
            <p:cNvSpPr/>
            <p:nvPr/>
          </p:nvSpPr>
          <p:spPr>
            <a:xfrm>
              <a:off x="3972803" y="5716383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rc198"/>
            <p:cNvSpPr/>
            <p:nvPr/>
          </p:nvSpPr>
          <p:spPr>
            <a:xfrm>
              <a:off x="3987747" y="5711767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199"/>
            <p:cNvSpPr/>
            <p:nvPr/>
          </p:nvSpPr>
          <p:spPr>
            <a:xfrm>
              <a:off x="3987747" y="5711767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0"/>
            <p:cNvSpPr/>
            <p:nvPr/>
          </p:nvSpPr>
          <p:spPr>
            <a:xfrm>
              <a:off x="3987747" y="5711767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rc201"/>
            <p:cNvSpPr/>
            <p:nvPr/>
          </p:nvSpPr>
          <p:spPr>
            <a:xfrm>
              <a:off x="3997709" y="5707623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2"/>
            <p:cNvSpPr/>
            <p:nvPr/>
          </p:nvSpPr>
          <p:spPr>
            <a:xfrm>
              <a:off x="3997709" y="5707623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3"/>
            <p:cNvSpPr/>
            <p:nvPr/>
          </p:nvSpPr>
          <p:spPr>
            <a:xfrm>
              <a:off x="3997709" y="5707623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rc204"/>
            <p:cNvSpPr/>
            <p:nvPr/>
          </p:nvSpPr>
          <p:spPr>
            <a:xfrm>
              <a:off x="4012652" y="5705564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5"/>
            <p:cNvSpPr/>
            <p:nvPr/>
          </p:nvSpPr>
          <p:spPr>
            <a:xfrm>
              <a:off x="4012652" y="5705564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6"/>
            <p:cNvSpPr/>
            <p:nvPr/>
          </p:nvSpPr>
          <p:spPr>
            <a:xfrm>
              <a:off x="4012652" y="5705564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7"/>
            <p:cNvSpPr/>
            <p:nvPr/>
          </p:nvSpPr>
          <p:spPr>
            <a:xfrm>
              <a:off x="2403757" y="5674638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8"/>
            <p:cNvSpPr/>
            <p:nvPr/>
          </p:nvSpPr>
          <p:spPr>
            <a:xfrm>
              <a:off x="2403757" y="5674638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09"/>
            <p:cNvSpPr/>
            <p:nvPr/>
          </p:nvSpPr>
          <p:spPr>
            <a:xfrm>
              <a:off x="2393474" y="5699464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0"/>
            <p:cNvSpPr/>
            <p:nvPr/>
          </p:nvSpPr>
          <p:spPr>
            <a:xfrm>
              <a:off x="2428583" y="5664354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1"/>
            <p:cNvSpPr/>
            <p:nvPr/>
          </p:nvSpPr>
          <p:spPr>
            <a:xfrm>
              <a:off x="2428663" y="5677122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2"/>
            <p:cNvSpPr/>
            <p:nvPr/>
          </p:nvSpPr>
          <p:spPr>
            <a:xfrm>
              <a:off x="2428663" y="5677122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3"/>
            <p:cNvSpPr/>
            <p:nvPr/>
          </p:nvSpPr>
          <p:spPr>
            <a:xfrm>
              <a:off x="2418380" y="5701948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4"/>
            <p:cNvSpPr/>
            <p:nvPr/>
          </p:nvSpPr>
          <p:spPr>
            <a:xfrm>
              <a:off x="2453489" y="5666839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5"/>
            <p:cNvSpPr/>
            <p:nvPr/>
          </p:nvSpPr>
          <p:spPr>
            <a:xfrm>
              <a:off x="2443606" y="5679304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6"/>
            <p:cNvSpPr/>
            <p:nvPr/>
          </p:nvSpPr>
          <p:spPr>
            <a:xfrm>
              <a:off x="2443606" y="5679304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7"/>
            <p:cNvSpPr/>
            <p:nvPr/>
          </p:nvSpPr>
          <p:spPr>
            <a:xfrm>
              <a:off x="2433323" y="5704129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8"/>
            <p:cNvSpPr/>
            <p:nvPr/>
          </p:nvSpPr>
          <p:spPr>
            <a:xfrm>
              <a:off x="2468432" y="5669020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19"/>
            <p:cNvSpPr/>
            <p:nvPr/>
          </p:nvSpPr>
          <p:spPr>
            <a:xfrm>
              <a:off x="2458549" y="5681115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0"/>
            <p:cNvSpPr/>
            <p:nvPr/>
          </p:nvSpPr>
          <p:spPr>
            <a:xfrm>
              <a:off x="2458549" y="5681115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1"/>
            <p:cNvSpPr/>
            <p:nvPr/>
          </p:nvSpPr>
          <p:spPr>
            <a:xfrm>
              <a:off x="2448266" y="5705941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2"/>
            <p:cNvSpPr/>
            <p:nvPr/>
          </p:nvSpPr>
          <p:spPr>
            <a:xfrm>
              <a:off x="2483375" y="5670832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3"/>
            <p:cNvSpPr/>
            <p:nvPr/>
          </p:nvSpPr>
          <p:spPr>
            <a:xfrm>
              <a:off x="2473493" y="5682490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4"/>
            <p:cNvSpPr/>
            <p:nvPr/>
          </p:nvSpPr>
          <p:spPr>
            <a:xfrm>
              <a:off x="2473493" y="5682490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5"/>
            <p:cNvSpPr/>
            <p:nvPr/>
          </p:nvSpPr>
          <p:spPr>
            <a:xfrm>
              <a:off x="2463210" y="5707316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6"/>
            <p:cNvSpPr/>
            <p:nvPr/>
          </p:nvSpPr>
          <p:spPr>
            <a:xfrm>
              <a:off x="2498319" y="5672207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7"/>
            <p:cNvSpPr/>
            <p:nvPr/>
          </p:nvSpPr>
          <p:spPr>
            <a:xfrm>
              <a:off x="2483455" y="5683354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8"/>
            <p:cNvSpPr/>
            <p:nvPr/>
          </p:nvSpPr>
          <p:spPr>
            <a:xfrm>
              <a:off x="2483455" y="5683354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29"/>
            <p:cNvSpPr/>
            <p:nvPr/>
          </p:nvSpPr>
          <p:spPr>
            <a:xfrm>
              <a:off x="2473172" y="5708180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0"/>
            <p:cNvSpPr/>
            <p:nvPr/>
          </p:nvSpPr>
          <p:spPr>
            <a:xfrm>
              <a:off x="2508281" y="5673071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1"/>
            <p:cNvSpPr/>
            <p:nvPr/>
          </p:nvSpPr>
          <p:spPr>
            <a:xfrm>
              <a:off x="2498398" y="5683612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l232"/>
            <p:cNvSpPr/>
            <p:nvPr/>
          </p:nvSpPr>
          <p:spPr>
            <a:xfrm>
              <a:off x="2498398" y="5683612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l233"/>
            <p:cNvSpPr/>
            <p:nvPr/>
          </p:nvSpPr>
          <p:spPr>
            <a:xfrm>
              <a:off x="2488115" y="5708438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4"/>
            <p:cNvSpPr/>
            <p:nvPr/>
          </p:nvSpPr>
          <p:spPr>
            <a:xfrm>
              <a:off x="2523224" y="5673328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5"/>
            <p:cNvSpPr/>
            <p:nvPr/>
          </p:nvSpPr>
          <p:spPr>
            <a:xfrm>
              <a:off x="2513342" y="5683408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6"/>
            <p:cNvSpPr/>
            <p:nvPr/>
          </p:nvSpPr>
          <p:spPr>
            <a:xfrm>
              <a:off x="2513342" y="5683408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7"/>
            <p:cNvSpPr/>
            <p:nvPr/>
          </p:nvSpPr>
          <p:spPr>
            <a:xfrm>
              <a:off x="2503058" y="5708234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8"/>
            <p:cNvSpPr/>
            <p:nvPr/>
          </p:nvSpPr>
          <p:spPr>
            <a:xfrm>
              <a:off x="2538167" y="5673125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39"/>
            <p:cNvSpPr/>
            <p:nvPr/>
          </p:nvSpPr>
          <p:spPr>
            <a:xfrm>
              <a:off x="2528285" y="568304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240"/>
            <p:cNvSpPr/>
            <p:nvPr/>
          </p:nvSpPr>
          <p:spPr>
            <a:xfrm>
              <a:off x="2528285" y="5683041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1"/>
            <p:cNvSpPr/>
            <p:nvPr/>
          </p:nvSpPr>
          <p:spPr>
            <a:xfrm>
              <a:off x="2518002" y="5707867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2"/>
            <p:cNvSpPr/>
            <p:nvPr/>
          </p:nvSpPr>
          <p:spPr>
            <a:xfrm>
              <a:off x="2553111" y="5672758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3"/>
            <p:cNvSpPr/>
            <p:nvPr/>
          </p:nvSpPr>
          <p:spPr>
            <a:xfrm>
              <a:off x="2553190" y="568281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4"/>
            <p:cNvSpPr/>
            <p:nvPr/>
          </p:nvSpPr>
          <p:spPr>
            <a:xfrm>
              <a:off x="2553190" y="5682811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5"/>
            <p:cNvSpPr/>
            <p:nvPr/>
          </p:nvSpPr>
          <p:spPr>
            <a:xfrm>
              <a:off x="2542907" y="5707637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6"/>
            <p:cNvSpPr/>
            <p:nvPr/>
          </p:nvSpPr>
          <p:spPr>
            <a:xfrm>
              <a:off x="2578016" y="5672528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7"/>
            <p:cNvSpPr/>
            <p:nvPr/>
          </p:nvSpPr>
          <p:spPr>
            <a:xfrm>
              <a:off x="2578096" y="5682998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8"/>
            <p:cNvSpPr/>
            <p:nvPr/>
          </p:nvSpPr>
          <p:spPr>
            <a:xfrm>
              <a:off x="2578096" y="5682998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49"/>
            <p:cNvSpPr/>
            <p:nvPr/>
          </p:nvSpPr>
          <p:spPr>
            <a:xfrm>
              <a:off x="2567813" y="5707824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0"/>
            <p:cNvSpPr/>
            <p:nvPr/>
          </p:nvSpPr>
          <p:spPr>
            <a:xfrm>
              <a:off x="2602922" y="5672715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1"/>
            <p:cNvSpPr/>
            <p:nvPr/>
          </p:nvSpPr>
          <p:spPr>
            <a:xfrm>
              <a:off x="2603001" y="5683596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2"/>
            <p:cNvSpPr/>
            <p:nvPr/>
          </p:nvSpPr>
          <p:spPr>
            <a:xfrm>
              <a:off x="2603001" y="5683596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3"/>
            <p:cNvSpPr/>
            <p:nvPr/>
          </p:nvSpPr>
          <p:spPr>
            <a:xfrm>
              <a:off x="2592718" y="5708422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4"/>
            <p:cNvSpPr/>
            <p:nvPr/>
          </p:nvSpPr>
          <p:spPr>
            <a:xfrm>
              <a:off x="2627827" y="5673313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5"/>
            <p:cNvSpPr/>
            <p:nvPr/>
          </p:nvSpPr>
          <p:spPr>
            <a:xfrm>
              <a:off x="2632888" y="5684368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6"/>
            <p:cNvSpPr/>
            <p:nvPr/>
          </p:nvSpPr>
          <p:spPr>
            <a:xfrm>
              <a:off x="2632888" y="5684368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7"/>
            <p:cNvSpPr/>
            <p:nvPr/>
          </p:nvSpPr>
          <p:spPr>
            <a:xfrm>
              <a:off x="2622605" y="5709194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8"/>
            <p:cNvSpPr/>
            <p:nvPr/>
          </p:nvSpPr>
          <p:spPr>
            <a:xfrm>
              <a:off x="2657714" y="5674085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59"/>
            <p:cNvSpPr/>
            <p:nvPr/>
          </p:nvSpPr>
          <p:spPr>
            <a:xfrm>
              <a:off x="2662774" y="5685245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0"/>
            <p:cNvSpPr/>
            <p:nvPr/>
          </p:nvSpPr>
          <p:spPr>
            <a:xfrm>
              <a:off x="2662774" y="5685245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261"/>
            <p:cNvSpPr/>
            <p:nvPr/>
          </p:nvSpPr>
          <p:spPr>
            <a:xfrm>
              <a:off x="2652491" y="5710071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262"/>
            <p:cNvSpPr/>
            <p:nvPr/>
          </p:nvSpPr>
          <p:spPr>
            <a:xfrm>
              <a:off x="2687600" y="5674962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263"/>
            <p:cNvSpPr/>
            <p:nvPr/>
          </p:nvSpPr>
          <p:spPr>
            <a:xfrm>
              <a:off x="2682699" y="5686153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264"/>
            <p:cNvSpPr/>
            <p:nvPr/>
          </p:nvSpPr>
          <p:spPr>
            <a:xfrm>
              <a:off x="2682699" y="5686153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265"/>
            <p:cNvSpPr/>
            <p:nvPr/>
          </p:nvSpPr>
          <p:spPr>
            <a:xfrm>
              <a:off x="2672416" y="5710979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l266"/>
            <p:cNvSpPr/>
            <p:nvPr/>
          </p:nvSpPr>
          <p:spPr>
            <a:xfrm>
              <a:off x="2707525" y="5675870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l267"/>
            <p:cNvSpPr/>
            <p:nvPr/>
          </p:nvSpPr>
          <p:spPr>
            <a:xfrm>
              <a:off x="2712585" y="5687012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l268"/>
            <p:cNvSpPr/>
            <p:nvPr/>
          </p:nvSpPr>
          <p:spPr>
            <a:xfrm>
              <a:off x="2712585" y="5687012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69"/>
            <p:cNvSpPr/>
            <p:nvPr/>
          </p:nvSpPr>
          <p:spPr>
            <a:xfrm>
              <a:off x="2702302" y="5711838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l270"/>
            <p:cNvSpPr/>
            <p:nvPr/>
          </p:nvSpPr>
          <p:spPr>
            <a:xfrm>
              <a:off x="2737411" y="5676729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l271"/>
            <p:cNvSpPr/>
            <p:nvPr/>
          </p:nvSpPr>
          <p:spPr>
            <a:xfrm>
              <a:off x="2742472" y="5688249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l272"/>
            <p:cNvSpPr/>
            <p:nvPr/>
          </p:nvSpPr>
          <p:spPr>
            <a:xfrm>
              <a:off x="2742472" y="5688249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3"/>
            <p:cNvSpPr/>
            <p:nvPr/>
          </p:nvSpPr>
          <p:spPr>
            <a:xfrm>
              <a:off x="2732189" y="5713075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l274"/>
            <p:cNvSpPr/>
            <p:nvPr/>
          </p:nvSpPr>
          <p:spPr>
            <a:xfrm>
              <a:off x="2767298" y="5677965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l275"/>
            <p:cNvSpPr/>
            <p:nvPr/>
          </p:nvSpPr>
          <p:spPr>
            <a:xfrm>
              <a:off x="2757415" y="5689976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l276"/>
            <p:cNvSpPr/>
            <p:nvPr/>
          </p:nvSpPr>
          <p:spPr>
            <a:xfrm>
              <a:off x="2757415" y="5689976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l277"/>
            <p:cNvSpPr/>
            <p:nvPr/>
          </p:nvSpPr>
          <p:spPr>
            <a:xfrm>
              <a:off x="2747132" y="5714802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l278"/>
            <p:cNvSpPr/>
            <p:nvPr/>
          </p:nvSpPr>
          <p:spPr>
            <a:xfrm>
              <a:off x="2782241" y="5679693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79"/>
            <p:cNvSpPr/>
            <p:nvPr/>
          </p:nvSpPr>
          <p:spPr>
            <a:xfrm>
              <a:off x="2772359" y="5691725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0"/>
            <p:cNvSpPr/>
            <p:nvPr/>
          </p:nvSpPr>
          <p:spPr>
            <a:xfrm>
              <a:off x="2772359" y="5691725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1"/>
            <p:cNvSpPr/>
            <p:nvPr/>
          </p:nvSpPr>
          <p:spPr>
            <a:xfrm>
              <a:off x="2762075" y="5716550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l282"/>
            <p:cNvSpPr/>
            <p:nvPr/>
          </p:nvSpPr>
          <p:spPr>
            <a:xfrm>
              <a:off x="2797185" y="5681441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l283"/>
            <p:cNvSpPr/>
            <p:nvPr/>
          </p:nvSpPr>
          <p:spPr>
            <a:xfrm>
              <a:off x="2787302" y="5693084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l284"/>
            <p:cNvSpPr/>
            <p:nvPr/>
          </p:nvSpPr>
          <p:spPr>
            <a:xfrm>
              <a:off x="2787302" y="5693084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5"/>
            <p:cNvSpPr/>
            <p:nvPr/>
          </p:nvSpPr>
          <p:spPr>
            <a:xfrm>
              <a:off x="2777019" y="5717910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l286"/>
            <p:cNvSpPr/>
            <p:nvPr/>
          </p:nvSpPr>
          <p:spPr>
            <a:xfrm>
              <a:off x="2812128" y="5682801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l287"/>
            <p:cNvSpPr/>
            <p:nvPr/>
          </p:nvSpPr>
          <p:spPr>
            <a:xfrm>
              <a:off x="2807226" y="5693510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8"/>
            <p:cNvSpPr/>
            <p:nvPr/>
          </p:nvSpPr>
          <p:spPr>
            <a:xfrm>
              <a:off x="2807226" y="5693510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l289"/>
            <p:cNvSpPr/>
            <p:nvPr/>
          </p:nvSpPr>
          <p:spPr>
            <a:xfrm>
              <a:off x="2796943" y="5718336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l290"/>
            <p:cNvSpPr/>
            <p:nvPr/>
          </p:nvSpPr>
          <p:spPr>
            <a:xfrm>
              <a:off x="2832052" y="5683227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l291"/>
            <p:cNvSpPr/>
            <p:nvPr/>
          </p:nvSpPr>
          <p:spPr>
            <a:xfrm>
              <a:off x="2822170" y="5692780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2"/>
            <p:cNvSpPr/>
            <p:nvPr/>
          </p:nvSpPr>
          <p:spPr>
            <a:xfrm>
              <a:off x="2822170" y="5692780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l293"/>
            <p:cNvSpPr/>
            <p:nvPr/>
          </p:nvSpPr>
          <p:spPr>
            <a:xfrm>
              <a:off x="2811886" y="5717606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4"/>
            <p:cNvSpPr/>
            <p:nvPr/>
          </p:nvSpPr>
          <p:spPr>
            <a:xfrm>
              <a:off x="2846996" y="5682497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5"/>
            <p:cNvSpPr/>
            <p:nvPr/>
          </p:nvSpPr>
          <p:spPr>
            <a:xfrm>
              <a:off x="2842094" y="5691262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6"/>
            <p:cNvSpPr/>
            <p:nvPr/>
          </p:nvSpPr>
          <p:spPr>
            <a:xfrm>
              <a:off x="2842094" y="5691262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7"/>
            <p:cNvSpPr/>
            <p:nvPr/>
          </p:nvSpPr>
          <p:spPr>
            <a:xfrm>
              <a:off x="2831811" y="5716088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8"/>
            <p:cNvSpPr/>
            <p:nvPr/>
          </p:nvSpPr>
          <p:spPr>
            <a:xfrm>
              <a:off x="2866920" y="5680979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299"/>
            <p:cNvSpPr/>
            <p:nvPr/>
          </p:nvSpPr>
          <p:spPr>
            <a:xfrm>
              <a:off x="2862018" y="5689298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0"/>
            <p:cNvSpPr/>
            <p:nvPr/>
          </p:nvSpPr>
          <p:spPr>
            <a:xfrm>
              <a:off x="2862018" y="5689298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l301"/>
            <p:cNvSpPr/>
            <p:nvPr/>
          </p:nvSpPr>
          <p:spPr>
            <a:xfrm>
              <a:off x="2851735" y="5714123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2"/>
            <p:cNvSpPr/>
            <p:nvPr/>
          </p:nvSpPr>
          <p:spPr>
            <a:xfrm>
              <a:off x="2886844" y="5679014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3"/>
            <p:cNvSpPr/>
            <p:nvPr/>
          </p:nvSpPr>
          <p:spPr>
            <a:xfrm>
              <a:off x="2876962" y="5687364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l304"/>
            <p:cNvSpPr/>
            <p:nvPr/>
          </p:nvSpPr>
          <p:spPr>
            <a:xfrm>
              <a:off x="2876962" y="5687364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l305"/>
            <p:cNvSpPr/>
            <p:nvPr/>
          </p:nvSpPr>
          <p:spPr>
            <a:xfrm>
              <a:off x="2866678" y="5712190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l306"/>
            <p:cNvSpPr/>
            <p:nvPr/>
          </p:nvSpPr>
          <p:spPr>
            <a:xfrm>
              <a:off x="2901788" y="5677081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7"/>
            <p:cNvSpPr/>
            <p:nvPr/>
          </p:nvSpPr>
          <p:spPr>
            <a:xfrm>
              <a:off x="2896886" y="5685944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8"/>
            <p:cNvSpPr/>
            <p:nvPr/>
          </p:nvSpPr>
          <p:spPr>
            <a:xfrm>
              <a:off x="2896886" y="5685944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l309"/>
            <p:cNvSpPr/>
            <p:nvPr/>
          </p:nvSpPr>
          <p:spPr>
            <a:xfrm>
              <a:off x="2886603" y="5710770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0"/>
            <p:cNvSpPr/>
            <p:nvPr/>
          </p:nvSpPr>
          <p:spPr>
            <a:xfrm>
              <a:off x="2921712" y="5675661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1"/>
            <p:cNvSpPr/>
            <p:nvPr/>
          </p:nvSpPr>
          <p:spPr>
            <a:xfrm>
              <a:off x="2921792" y="568463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2"/>
            <p:cNvSpPr/>
            <p:nvPr/>
          </p:nvSpPr>
          <p:spPr>
            <a:xfrm>
              <a:off x="2921792" y="5684631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l313"/>
            <p:cNvSpPr/>
            <p:nvPr/>
          </p:nvSpPr>
          <p:spPr>
            <a:xfrm>
              <a:off x="2911508" y="5709457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l314"/>
            <p:cNvSpPr/>
            <p:nvPr/>
          </p:nvSpPr>
          <p:spPr>
            <a:xfrm>
              <a:off x="2946618" y="5674348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l315"/>
            <p:cNvSpPr/>
            <p:nvPr/>
          </p:nvSpPr>
          <p:spPr>
            <a:xfrm>
              <a:off x="2941716" y="5683234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l316"/>
            <p:cNvSpPr/>
            <p:nvPr/>
          </p:nvSpPr>
          <p:spPr>
            <a:xfrm>
              <a:off x="2941716" y="5683234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7"/>
            <p:cNvSpPr/>
            <p:nvPr/>
          </p:nvSpPr>
          <p:spPr>
            <a:xfrm>
              <a:off x="2931433" y="5708059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l318"/>
            <p:cNvSpPr/>
            <p:nvPr/>
          </p:nvSpPr>
          <p:spPr>
            <a:xfrm>
              <a:off x="2966542" y="5672950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l319"/>
            <p:cNvSpPr/>
            <p:nvPr/>
          </p:nvSpPr>
          <p:spPr>
            <a:xfrm>
              <a:off x="2956659" y="568216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l320"/>
            <p:cNvSpPr/>
            <p:nvPr/>
          </p:nvSpPr>
          <p:spPr>
            <a:xfrm>
              <a:off x="2956659" y="5682161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l321"/>
            <p:cNvSpPr/>
            <p:nvPr/>
          </p:nvSpPr>
          <p:spPr>
            <a:xfrm>
              <a:off x="2946376" y="5706987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l322"/>
            <p:cNvSpPr/>
            <p:nvPr/>
          </p:nvSpPr>
          <p:spPr>
            <a:xfrm>
              <a:off x="2981485" y="5671878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l323"/>
            <p:cNvSpPr/>
            <p:nvPr/>
          </p:nvSpPr>
          <p:spPr>
            <a:xfrm>
              <a:off x="2971603" y="5681805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l324"/>
            <p:cNvSpPr/>
            <p:nvPr/>
          </p:nvSpPr>
          <p:spPr>
            <a:xfrm>
              <a:off x="2971603" y="5681805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l325"/>
            <p:cNvSpPr/>
            <p:nvPr/>
          </p:nvSpPr>
          <p:spPr>
            <a:xfrm>
              <a:off x="2961319" y="5706631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l326"/>
            <p:cNvSpPr/>
            <p:nvPr/>
          </p:nvSpPr>
          <p:spPr>
            <a:xfrm>
              <a:off x="2996428" y="5671522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l327"/>
            <p:cNvSpPr/>
            <p:nvPr/>
          </p:nvSpPr>
          <p:spPr>
            <a:xfrm>
              <a:off x="2562831" y="5717262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l328"/>
            <p:cNvSpPr/>
            <p:nvPr/>
          </p:nvSpPr>
          <p:spPr>
            <a:xfrm>
              <a:off x="2597941" y="5682153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29"/>
            <p:cNvSpPr/>
            <p:nvPr/>
          </p:nvSpPr>
          <p:spPr>
            <a:xfrm>
              <a:off x="2582756" y="5720270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l330"/>
            <p:cNvSpPr/>
            <p:nvPr/>
          </p:nvSpPr>
          <p:spPr>
            <a:xfrm>
              <a:off x="2617865" y="5685160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l331"/>
            <p:cNvSpPr/>
            <p:nvPr/>
          </p:nvSpPr>
          <p:spPr>
            <a:xfrm>
              <a:off x="2592718" y="5723033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l332"/>
            <p:cNvSpPr/>
            <p:nvPr/>
          </p:nvSpPr>
          <p:spPr>
            <a:xfrm>
              <a:off x="2627827" y="5687924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l333"/>
            <p:cNvSpPr/>
            <p:nvPr/>
          </p:nvSpPr>
          <p:spPr>
            <a:xfrm>
              <a:off x="2597699" y="5725442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l334"/>
            <p:cNvSpPr/>
            <p:nvPr/>
          </p:nvSpPr>
          <p:spPr>
            <a:xfrm>
              <a:off x="2632808" y="5690333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l335"/>
            <p:cNvSpPr/>
            <p:nvPr/>
          </p:nvSpPr>
          <p:spPr>
            <a:xfrm>
              <a:off x="2602680" y="5727417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l336"/>
            <p:cNvSpPr/>
            <p:nvPr/>
          </p:nvSpPr>
          <p:spPr>
            <a:xfrm>
              <a:off x="2637789" y="5692308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l337"/>
            <p:cNvSpPr/>
            <p:nvPr/>
          </p:nvSpPr>
          <p:spPr>
            <a:xfrm>
              <a:off x="2602680" y="5728931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8"/>
            <p:cNvSpPr/>
            <p:nvPr/>
          </p:nvSpPr>
          <p:spPr>
            <a:xfrm>
              <a:off x="2637789" y="5693822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39"/>
            <p:cNvSpPr/>
            <p:nvPr/>
          </p:nvSpPr>
          <p:spPr>
            <a:xfrm>
              <a:off x="2607661" y="5730484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0"/>
            <p:cNvSpPr/>
            <p:nvPr/>
          </p:nvSpPr>
          <p:spPr>
            <a:xfrm>
              <a:off x="2642771" y="5695374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1"/>
            <p:cNvSpPr/>
            <p:nvPr/>
          </p:nvSpPr>
          <p:spPr>
            <a:xfrm>
              <a:off x="2607661" y="5732338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2"/>
            <p:cNvSpPr/>
            <p:nvPr/>
          </p:nvSpPr>
          <p:spPr>
            <a:xfrm>
              <a:off x="2642771" y="5697229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3"/>
            <p:cNvSpPr/>
            <p:nvPr/>
          </p:nvSpPr>
          <p:spPr>
            <a:xfrm>
              <a:off x="2612642" y="5734221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4"/>
            <p:cNvSpPr/>
            <p:nvPr/>
          </p:nvSpPr>
          <p:spPr>
            <a:xfrm>
              <a:off x="2647752" y="5699112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5"/>
            <p:cNvSpPr/>
            <p:nvPr/>
          </p:nvSpPr>
          <p:spPr>
            <a:xfrm>
              <a:off x="2622605" y="5735877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l346"/>
            <p:cNvSpPr/>
            <p:nvPr/>
          </p:nvSpPr>
          <p:spPr>
            <a:xfrm>
              <a:off x="2657714" y="5700768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7"/>
            <p:cNvSpPr/>
            <p:nvPr/>
          </p:nvSpPr>
          <p:spPr>
            <a:xfrm>
              <a:off x="2637548" y="5737095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l348"/>
            <p:cNvSpPr/>
            <p:nvPr/>
          </p:nvSpPr>
          <p:spPr>
            <a:xfrm>
              <a:off x="2672657" y="5701986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l349"/>
            <p:cNvSpPr/>
            <p:nvPr/>
          </p:nvSpPr>
          <p:spPr>
            <a:xfrm>
              <a:off x="2652491" y="5737782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l350"/>
            <p:cNvSpPr/>
            <p:nvPr/>
          </p:nvSpPr>
          <p:spPr>
            <a:xfrm>
              <a:off x="2687600" y="5702673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l351"/>
            <p:cNvSpPr/>
            <p:nvPr/>
          </p:nvSpPr>
          <p:spPr>
            <a:xfrm>
              <a:off x="2677397" y="5737960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l352"/>
            <p:cNvSpPr/>
            <p:nvPr/>
          </p:nvSpPr>
          <p:spPr>
            <a:xfrm>
              <a:off x="2712506" y="5702851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l353"/>
            <p:cNvSpPr/>
            <p:nvPr/>
          </p:nvSpPr>
          <p:spPr>
            <a:xfrm>
              <a:off x="2702302" y="5737736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l354"/>
            <p:cNvSpPr/>
            <p:nvPr/>
          </p:nvSpPr>
          <p:spPr>
            <a:xfrm>
              <a:off x="2737411" y="5702627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l355"/>
            <p:cNvSpPr/>
            <p:nvPr/>
          </p:nvSpPr>
          <p:spPr>
            <a:xfrm>
              <a:off x="2732189" y="5737248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l356"/>
            <p:cNvSpPr/>
            <p:nvPr/>
          </p:nvSpPr>
          <p:spPr>
            <a:xfrm>
              <a:off x="2767298" y="5702139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l357"/>
            <p:cNvSpPr/>
            <p:nvPr/>
          </p:nvSpPr>
          <p:spPr>
            <a:xfrm>
              <a:off x="2762075" y="5736679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l358"/>
            <p:cNvSpPr/>
            <p:nvPr/>
          </p:nvSpPr>
          <p:spPr>
            <a:xfrm>
              <a:off x="2797185" y="5701570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l359"/>
            <p:cNvSpPr/>
            <p:nvPr/>
          </p:nvSpPr>
          <p:spPr>
            <a:xfrm>
              <a:off x="2796943" y="5736042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l360"/>
            <p:cNvSpPr/>
            <p:nvPr/>
          </p:nvSpPr>
          <p:spPr>
            <a:xfrm>
              <a:off x="2832052" y="5700933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l361"/>
            <p:cNvSpPr/>
            <p:nvPr/>
          </p:nvSpPr>
          <p:spPr>
            <a:xfrm>
              <a:off x="2831811" y="5735239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l362"/>
            <p:cNvSpPr/>
            <p:nvPr/>
          </p:nvSpPr>
          <p:spPr>
            <a:xfrm>
              <a:off x="2866920" y="5700130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l363"/>
            <p:cNvSpPr/>
            <p:nvPr/>
          </p:nvSpPr>
          <p:spPr>
            <a:xfrm>
              <a:off x="2861697" y="5734565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l364"/>
            <p:cNvSpPr/>
            <p:nvPr/>
          </p:nvSpPr>
          <p:spPr>
            <a:xfrm>
              <a:off x="2896807" y="5699456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l365"/>
            <p:cNvSpPr/>
            <p:nvPr/>
          </p:nvSpPr>
          <p:spPr>
            <a:xfrm>
              <a:off x="2891584" y="5733969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l366"/>
            <p:cNvSpPr/>
            <p:nvPr/>
          </p:nvSpPr>
          <p:spPr>
            <a:xfrm>
              <a:off x="2926693" y="5698860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l367"/>
            <p:cNvSpPr/>
            <p:nvPr/>
          </p:nvSpPr>
          <p:spPr>
            <a:xfrm>
              <a:off x="2916489" y="5733666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l368"/>
            <p:cNvSpPr/>
            <p:nvPr/>
          </p:nvSpPr>
          <p:spPr>
            <a:xfrm>
              <a:off x="2951599" y="5698556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l369"/>
            <p:cNvSpPr/>
            <p:nvPr/>
          </p:nvSpPr>
          <p:spPr>
            <a:xfrm>
              <a:off x="2941395" y="5733479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l370"/>
            <p:cNvSpPr/>
            <p:nvPr/>
          </p:nvSpPr>
          <p:spPr>
            <a:xfrm>
              <a:off x="2976504" y="5698370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l371"/>
            <p:cNvSpPr/>
            <p:nvPr/>
          </p:nvSpPr>
          <p:spPr>
            <a:xfrm>
              <a:off x="2966300" y="5733071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l372"/>
            <p:cNvSpPr/>
            <p:nvPr/>
          </p:nvSpPr>
          <p:spPr>
            <a:xfrm>
              <a:off x="3001410" y="5697962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l373"/>
            <p:cNvSpPr/>
            <p:nvPr/>
          </p:nvSpPr>
          <p:spPr>
            <a:xfrm>
              <a:off x="2991206" y="5732523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l374"/>
            <p:cNvSpPr/>
            <p:nvPr/>
          </p:nvSpPr>
          <p:spPr>
            <a:xfrm>
              <a:off x="3026315" y="5697414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l375"/>
            <p:cNvSpPr/>
            <p:nvPr/>
          </p:nvSpPr>
          <p:spPr>
            <a:xfrm>
              <a:off x="3016111" y="5731911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l376"/>
            <p:cNvSpPr/>
            <p:nvPr/>
          </p:nvSpPr>
          <p:spPr>
            <a:xfrm>
              <a:off x="3051221" y="5696802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l377"/>
            <p:cNvSpPr/>
            <p:nvPr/>
          </p:nvSpPr>
          <p:spPr>
            <a:xfrm>
              <a:off x="3041017" y="5731337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l378"/>
            <p:cNvSpPr/>
            <p:nvPr/>
          </p:nvSpPr>
          <p:spPr>
            <a:xfrm>
              <a:off x="3076126" y="5696228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l379"/>
            <p:cNvSpPr/>
            <p:nvPr/>
          </p:nvSpPr>
          <p:spPr>
            <a:xfrm>
              <a:off x="3060941" y="5730537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l380"/>
            <p:cNvSpPr/>
            <p:nvPr/>
          </p:nvSpPr>
          <p:spPr>
            <a:xfrm>
              <a:off x="3096050" y="5695428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l381"/>
            <p:cNvSpPr/>
            <p:nvPr/>
          </p:nvSpPr>
          <p:spPr>
            <a:xfrm>
              <a:off x="3080866" y="5729323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l382"/>
            <p:cNvSpPr/>
            <p:nvPr/>
          </p:nvSpPr>
          <p:spPr>
            <a:xfrm>
              <a:off x="3115975" y="5694214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l383"/>
            <p:cNvSpPr/>
            <p:nvPr/>
          </p:nvSpPr>
          <p:spPr>
            <a:xfrm>
              <a:off x="3100790" y="5727958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l384"/>
            <p:cNvSpPr/>
            <p:nvPr/>
          </p:nvSpPr>
          <p:spPr>
            <a:xfrm>
              <a:off x="3135899" y="5692849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l385"/>
            <p:cNvSpPr/>
            <p:nvPr/>
          </p:nvSpPr>
          <p:spPr>
            <a:xfrm>
              <a:off x="3120714" y="5726812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l386"/>
            <p:cNvSpPr/>
            <p:nvPr/>
          </p:nvSpPr>
          <p:spPr>
            <a:xfrm>
              <a:off x="3155824" y="5691703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l387"/>
            <p:cNvSpPr/>
            <p:nvPr/>
          </p:nvSpPr>
          <p:spPr>
            <a:xfrm>
              <a:off x="3011130" y="5720988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l388"/>
            <p:cNvSpPr/>
            <p:nvPr/>
          </p:nvSpPr>
          <p:spPr>
            <a:xfrm>
              <a:off x="3046239" y="5685879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89"/>
            <p:cNvSpPr/>
            <p:nvPr/>
          </p:nvSpPr>
          <p:spPr>
            <a:xfrm>
              <a:off x="3011130" y="5685879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l390"/>
            <p:cNvSpPr/>
            <p:nvPr/>
          </p:nvSpPr>
          <p:spPr>
            <a:xfrm>
              <a:off x="3041017" y="5724011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l391"/>
            <p:cNvSpPr/>
            <p:nvPr/>
          </p:nvSpPr>
          <p:spPr>
            <a:xfrm>
              <a:off x="3076126" y="5688902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2"/>
            <p:cNvSpPr/>
            <p:nvPr/>
          </p:nvSpPr>
          <p:spPr>
            <a:xfrm>
              <a:off x="3041017" y="5688902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l393"/>
            <p:cNvSpPr/>
            <p:nvPr/>
          </p:nvSpPr>
          <p:spPr>
            <a:xfrm>
              <a:off x="3065922" y="5727041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l394"/>
            <p:cNvSpPr/>
            <p:nvPr/>
          </p:nvSpPr>
          <p:spPr>
            <a:xfrm>
              <a:off x="3101032" y="5691931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5"/>
            <p:cNvSpPr/>
            <p:nvPr/>
          </p:nvSpPr>
          <p:spPr>
            <a:xfrm>
              <a:off x="3065922" y="5691931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l396"/>
            <p:cNvSpPr/>
            <p:nvPr/>
          </p:nvSpPr>
          <p:spPr>
            <a:xfrm>
              <a:off x="3095809" y="5729765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l397"/>
            <p:cNvSpPr/>
            <p:nvPr/>
          </p:nvSpPr>
          <p:spPr>
            <a:xfrm>
              <a:off x="3130918" y="5694656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8"/>
            <p:cNvSpPr/>
            <p:nvPr/>
          </p:nvSpPr>
          <p:spPr>
            <a:xfrm>
              <a:off x="3095809" y="5694656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l399"/>
            <p:cNvSpPr/>
            <p:nvPr/>
          </p:nvSpPr>
          <p:spPr>
            <a:xfrm>
              <a:off x="3130677" y="5732139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l400"/>
            <p:cNvSpPr/>
            <p:nvPr/>
          </p:nvSpPr>
          <p:spPr>
            <a:xfrm>
              <a:off x="3165786" y="5697029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1"/>
            <p:cNvSpPr/>
            <p:nvPr/>
          </p:nvSpPr>
          <p:spPr>
            <a:xfrm>
              <a:off x="3130677" y="5697029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l402"/>
            <p:cNvSpPr/>
            <p:nvPr/>
          </p:nvSpPr>
          <p:spPr>
            <a:xfrm>
              <a:off x="3165544" y="5734388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l403"/>
            <p:cNvSpPr/>
            <p:nvPr/>
          </p:nvSpPr>
          <p:spPr>
            <a:xfrm>
              <a:off x="3200654" y="5699279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4"/>
            <p:cNvSpPr/>
            <p:nvPr/>
          </p:nvSpPr>
          <p:spPr>
            <a:xfrm>
              <a:off x="3165544" y="5699279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l405"/>
            <p:cNvSpPr/>
            <p:nvPr/>
          </p:nvSpPr>
          <p:spPr>
            <a:xfrm>
              <a:off x="3195431" y="5736441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l406"/>
            <p:cNvSpPr/>
            <p:nvPr/>
          </p:nvSpPr>
          <p:spPr>
            <a:xfrm>
              <a:off x="3230540" y="5701332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7"/>
            <p:cNvSpPr/>
            <p:nvPr/>
          </p:nvSpPr>
          <p:spPr>
            <a:xfrm>
              <a:off x="3195431" y="5701332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l408"/>
            <p:cNvSpPr/>
            <p:nvPr/>
          </p:nvSpPr>
          <p:spPr>
            <a:xfrm>
              <a:off x="3220336" y="5738803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l409"/>
            <p:cNvSpPr/>
            <p:nvPr/>
          </p:nvSpPr>
          <p:spPr>
            <a:xfrm>
              <a:off x="3255446" y="5703694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0"/>
            <p:cNvSpPr/>
            <p:nvPr/>
          </p:nvSpPr>
          <p:spPr>
            <a:xfrm>
              <a:off x="3220336" y="5703694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l411"/>
            <p:cNvSpPr/>
            <p:nvPr/>
          </p:nvSpPr>
          <p:spPr>
            <a:xfrm>
              <a:off x="3250223" y="5741248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l412"/>
            <p:cNvSpPr/>
            <p:nvPr/>
          </p:nvSpPr>
          <p:spPr>
            <a:xfrm>
              <a:off x="3285332" y="5706139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3"/>
            <p:cNvSpPr/>
            <p:nvPr/>
          </p:nvSpPr>
          <p:spPr>
            <a:xfrm>
              <a:off x="3250223" y="5706139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l414"/>
            <p:cNvSpPr/>
            <p:nvPr/>
          </p:nvSpPr>
          <p:spPr>
            <a:xfrm>
              <a:off x="3280110" y="5743431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l415"/>
            <p:cNvSpPr/>
            <p:nvPr/>
          </p:nvSpPr>
          <p:spPr>
            <a:xfrm>
              <a:off x="3315219" y="5708321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6"/>
            <p:cNvSpPr/>
            <p:nvPr/>
          </p:nvSpPr>
          <p:spPr>
            <a:xfrm>
              <a:off x="3280110" y="5708321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l417"/>
            <p:cNvSpPr/>
            <p:nvPr/>
          </p:nvSpPr>
          <p:spPr>
            <a:xfrm>
              <a:off x="3314977" y="5745140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l418"/>
            <p:cNvSpPr/>
            <p:nvPr/>
          </p:nvSpPr>
          <p:spPr>
            <a:xfrm>
              <a:off x="3350086" y="5710031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19"/>
            <p:cNvSpPr/>
            <p:nvPr/>
          </p:nvSpPr>
          <p:spPr>
            <a:xfrm>
              <a:off x="3314977" y="5710031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l420"/>
            <p:cNvSpPr/>
            <p:nvPr/>
          </p:nvSpPr>
          <p:spPr>
            <a:xfrm>
              <a:off x="3349845" y="5746897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l421"/>
            <p:cNvSpPr/>
            <p:nvPr/>
          </p:nvSpPr>
          <p:spPr>
            <a:xfrm>
              <a:off x="3384954" y="5711788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2"/>
            <p:cNvSpPr/>
            <p:nvPr/>
          </p:nvSpPr>
          <p:spPr>
            <a:xfrm>
              <a:off x="3349845" y="5711788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l423"/>
            <p:cNvSpPr/>
            <p:nvPr/>
          </p:nvSpPr>
          <p:spPr>
            <a:xfrm>
              <a:off x="3379732" y="5749077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l424"/>
            <p:cNvSpPr/>
            <p:nvPr/>
          </p:nvSpPr>
          <p:spPr>
            <a:xfrm>
              <a:off x="3414841" y="5713968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5"/>
            <p:cNvSpPr/>
            <p:nvPr/>
          </p:nvSpPr>
          <p:spPr>
            <a:xfrm>
              <a:off x="3379732" y="5713968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l426"/>
            <p:cNvSpPr/>
            <p:nvPr/>
          </p:nvSpPr>
          <p:spPr>
            <a:xfrm>
              <a:off x="3404637" y="5751279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l427"/>
            <p:cNvSpPr/>
            <p:nvPr/>
          </p:nvSpPr>
          <p:spPr>
            <a:xfrm>
              <a:off x="3439746" y="5716170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8"/>
            <p:cNvSpPr/>
            <p:nvPr/>
          </p:nvSpPr>
          <p:spPr>
            <a:xfrm>
              <a:off x="3404637" y="5716170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l429"/>
            <p:cNvSpPr/>
            <p:nvPr/>
          </p:nvSpPr>
          <p:spPr>
            <a:xfrm>
              <a:off x="3434524" y="5753065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l430"/>
            <p:cNvSpPr/>
            <p:nvPr/>
          </p:nvSpPr>
          <p:spPr>
            <a:xfrm>
              <a:off x="3469633" y="5717956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1"/>
            <p:cNvSpPr/>
            <p:nvPr/>
          </p:nvSpPr>
          <p:spPr>
            <a:xfrm>
              <a:off x="3434524" y="5717956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l432"/>
            <p:cNvSpPr/>
            <p:nvPr/>
          </p:nvSpPr>
          <p:spPr>
            <a:xfrm>
              <a:off x="3459429" y="5753969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l433"/>
            <p:cNvSpPr/>
            <p:nvPr/>
          </p:nvSpPr>
          <p:spPr>
            <a:xfrm>
              <a:off x="3494538" y="5718860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4"/>
            <p:cNvSpPr/>
            <p:nvPr/>
          </p:nvSpPr>
          <p:spPr>
            <a:xfrm>
              <a:off x="3459429" y="5718860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l435"/>
            <p:cNvSpPr/>
            <p:nvPr/>
          </p:nvSpPr>
          <p:spPr>
            <a:xfrm>
              <a:off x="3484335" y="5754220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l436"/>
            <p:cNvSpPr/>
            <p:nvPr/>
          </p:nvSpPr>
          <p:spPr>
            <a:xfrm>
              <a:off x="3519444" y="5719110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7"/>
            <p:cNvSpPr/>
            <p:nvPr/>
          </p:nvSpPr>
          <p:spPr>
            <a:xfrm>
              <a:off x="3484335" y="5719110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l438"/>
            <p:cNvSpPr/>
            <p:nvPr/>
          </p:nvSpPr>
          <p:spPr>
            <a:xfrm>
              <a:off x="3504259" y="5754372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l439"/>
            <p:cNvSpPr/>
            <p:nvPr/>
          </p:nvSpPr>
          <p:spPr>
            <a:xfrm>
              <a:off x="3539368" y="5719263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0"/>
            <p:cNvSpPr/>
            <p:nvPr/>
          </p:nvSpPr>
          <p:spPr>
            <a:xfrm>
              <a:off x="3504259" y="5719263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l441"/>
            <p:cNvSpPr/>
            <p:nvPr/>
          </p:nvSpPr>
          <p:spPr>
            <a:xfrm>
              <a:off x="3529164" y="5754404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l442"/>
            <p:cNvSpPr/>
            <p:nvPr/>
          </p:nvSpPr>
          <p:spPr>
            <a:xfrm>
              <a:off x="3564274" y="5719295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3"/>
            <p:cNvSpPr/>
            <p:nvPr/>
          </p:nvSpPr>
          <p:spPr>
            <a:xfrm>
              <a:off x="3529164" y="5719295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l444"/>
            <p:cNvSpPr/>
            <p:nvPr/>
          </p:nvSpPr>
          <p:spPr>
            <a:xfrm>
              <a:off x="3554070" y="5754250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l445"/>
            <p:cNvSpPr/>
            <p:nvPr/>
          </p:nvSpPr>
          <p:spPr>
            <a:xfrm>
              <a:off x="3589179" y="5719140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6"/>
            <p:cNvSpPr/>
            <p:nvPr/>
          </p:nvSpPr>
          <p:spPr>
            <a:xfrm>
              <a:off x="3554070" y="5719140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l447"/>
            <p:cNvSpPr/>
            <p:nvPr/>
          </p:nvSpPr>
          <p:spPr>
            <a:xfrm>
              <a:off x="3583957" y="5753854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l448"/>
            <p:cNvSpPr/>
            <p:nvPr/>
          </p:nvSpPr>
          <p:spPr>
            <a:xfrm>
              <a:off x="3619066" y="5718745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49"/>
            <p:cNvSpPr/>
            <p:nvPr/>
          </p:nvSpPr>
          <p:spPr>
            <a:xfrm>
              <a:off x="3583957" y="5718745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l450"/>
            <p:cNvSpPr/>
            <p:nvPr/>
          </p:nvSpPr>
          <p:spPr>
            <a:xfrm>
              <a:off x="3603881" y="5752960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l451"/>
            <p:cNvSpPr/>
            <p:nvPr/>
          </p:nvSpPr>
          <p:spPr>
            <a:xfrm>
              <a:off x="3638990" y="5717851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2"/>
            <p:cNvSpPr/>
            <p:nvPr/>
          </p:nvSpPr>
          <p:spPr>
            <a:xfrm>
              <a:off x="3603881" y="5717851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l453"/>
            <p:cNvSpPr/>
            <p:nvPr/>
          </p:nvSpPr>
          <p:spPr>
            <a:xfrm>
              <a:off x="3623805" y="5751480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l454"/>
            <p:cNvSpPr/>
            <p:nvPr/>
          </p:nvSpPr>
          <p:spPr>
            <a:xfrm>
              <a:off x="3658915" y="5716370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5"/>
            <p:cNvSpPr/>
            <p:nvPr/>
          </p:nvSpPr>
          <p:spPr>
            <a:xfrm>
              <a:off x="3623805" y="5716370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l456"/>
            <p:cNvSpPr/>
            <p:nvPr/>
          </p:nvSpPr>
          <p:spPr>
            <a:xfrm>
              <a:off x="3643730" y="5749579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l457"/>
            <p:cNvSpPr/>
            <p:nvPr/>
          </p:nvSpPr>
          <p:spPr>
            <a:xfrm>
              <a:off x="3678839" y="5714470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8"/>
            <p:cNvSpPr/>
            <p:nvPr/>
          </p:nvSpPr>
          <p:spPr>
            <a:xfrm>
              <a:off x="3643730" y="5714470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l459"/>
            <p:cNvSpPr/>
            <p:nvPr/>
          </p:nvSpPr>
          <p:spPr>
            <a:xfrm>
              <a:off x="3658673" y="5747393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l460"/>
            <p:cNvSpPr/>
            <p:nvPr/>
          </p:nvSpPr>
          <p:spPr>
            <a:xfrm>
              <a:off x="3693782" y="5712284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1"/>
            <p:cNvSpPr/>
            <p:nvPr/>
          </p:nvSpPr>
          <p:spPr>
            <a:xfrm>
              <a:off x="3658673" y="5712284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l462"/>
            <p:cNvSpPr/>
            <p:nvPr/>
          </p:nvSpPr>
          <p:spPr>
            <a:xfrm>
              <a:off x="3678597" y="5745107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l463"/>
            <p:cNvSpPr/>
            <p:nvPr/>
          </p:nvSpPr>
          <p:spPr>
            <a:xfrm>
              <a:off x="3713707" y="5709998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4"/>
            <p:cNvSpPr/>
            <p:nvPr/>
          </p:nvSpPr>
          <p:spPr>
            <a:xfrm>
              <a:off x="3678597" y="5709998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l465"/>
            <p:cNvSpPr/>
            <p:nvPr/>
          </p:nvSpPr>
          <p:spPr>
            <a:xfrm>
              <a:off x="3693541" y="5741237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l466"/>
            <p:cNvSpPr/>
            <p:nvPr/>
          </p:nvSpPr>
          <p:spPr>
            <a:xfrm>
              <a:off x="3728650" y="5706128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7"/>
            <p:cNvSpPr/>
            <p:nvPr/>
          </p:nvSpPr>
          <p:spPr>
            <a:xfrm>
              <a:off x="3693541" y="5706128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l468"/>
            <p:cNvSpPr/>
            <p:nvPr/>
          </p:nvSpPr>
          <p:spPr>
            <a:xfrm>
              <a:off x="3708484" y="5735489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l469"/>
            <p:cNvSpPr/>
            <p:nvPr/>
          </p:nvSpPr>
          <p:spPr>
            <a:xfrm>
              <a:off x="3743593" y="5700379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0"/>
            <p:cNvSpPr/>
            <p:nvPr/>
          </p:nvSpPr>
          <p:spPr>
            <a:xfrm>
              <a:off x="3708484" y="5700379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l471"/>
            <p:cNvSpPr/>
            <p:nvPr/>
          </p:nvSpPr>
          <p:spPr>
            <a:xfrm>
              <a:off x="3728408" y="5729791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l472"/>
            <p:cNvSpPr/>
            <p:nvPr/>
          </p:nvSpPr>
          <p:spPr>
            <a:xfrm>
              <a:off x="3763518" y="5694681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3"/>
            <p:cNvSpPr/>
            <p:nvPr/>
          </p:nvSpPr>
          <p:spPr>
            <a:xfrm>
              <a:off x="3728408" y="5694681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l474"/>
            <p:cNvSpPr/>
            <p:nvPr/>
          </p:nvSpPr>
          <p:spPr>
            <a:xfrm>
              <a:off x="3743352" y="5726050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l475"/>
            <p:cNvSpPr/>
            <p:nvPr/>
          </p:nvSpPr>
          <p:spPr>
            <a:xfrm>
              <a:off x="3778461" y="5690941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6"/>
            <p:cNvSpPr/>
            <p:nvPr/>
          </p:nvSpPr>
          <p:spPr>
            <a:xfrm>
              <a:off x="3743352" y="5690941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7"/>
            <p:cNvSpPr/>
            <p:nvPr/>
          </p:nvSpPr>
          <p:spPr>
            <a:xfrm>
              <a:off x="2244362" y="5424374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l478"/>
            <p:cNvSpPr/>
            <p:nvPr/>
          </p:nvSpPr>
          <p:spPr>
            <a:xfrm>
              <a:off x="2244362" y="5424374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l479"/>
            <p:cNvSpPr/>
            <p:nvPr/>
          </p:nvSpPr>
          <p:spPr>
            <a:xfrm>
              <a:off x="2244362" y="5424374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0"/>
            <p:cNvSpPr/>
            <p:nvPr/>
          </p:nvSpPr>
          <p:spPr>
            <a:xfrm>
              <a:off x="2269268" y="5443866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l481"/>
            <p:cNvSpPr/>
            <p:nvPr/>
          </p:nvSpPr>
          <p:spPr>
            <a:xfrm>
              <a:off x="2269268" y="5443866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l482"/>
            <p:cNvSpPr/>
            <p:nvPr/>
          </p:nvSpPr>
          <p:spPr>
            <a:xfrm>
              <a:off x="2269268" y="5443866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3"/>
            <p:cNvSpPr/>
            <p:nvPr/>
          </p:nvSpPr>
          <p:spPr>
            <a:xfrm>
              <a:off x="2294173" y="5460757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l484"/>
            <p:cNvSpPr/>
            <p:nvPr/>
          </p:nvSpPr>
          <p:spPr>
            <a:xfrm>
              <a:off x="2294173" y="5460757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l485"/>
            <p:cNvSpPr/>
            <p:nvPr/>
          </p:nvSpPr>
          <p:spPr>
            <a:xfrm>
              <a:off x="2294173" y="5460757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6"/>
            <p:cNvSpPr/>
            <p:nvPr/>
          </p:nvSpPr>
          <p:spPr>
            <a:xfrm>
              <a:off x="2324060" y="5476938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l487"/>
            <p:cNvSpPr/>
            <p:nvPr/>
          </p:nvSpPr>
          <p:spPr>
            <a:xfrm>
              <a:off x="2324060" y="5476938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l488"/>
            <p:cNvSpPr/>
            <p:nvPr/>
          </p:nvSpPr>
          <p:spPr>
            <a:xfrm>
              <a:off x="2324060" y="5476938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89"/>
            <p:cNvSpPr/>
            <p:nvPr/>
          </p:nvSpPr>
          <p:spPr>
            <a:xfrm>
              <a:off x="2353946" y="5493147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l490"/>
            <p:cNvSpPr/>
            <p:nvPr/>
          </p:nvSpPr>
          <p:spPr>
            <a:xfrm>
              <a:off x="2353946" y="5493147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l491"/>
            <p:cNvSpPr/>
            <p:nvPr/>
          </p:nvSpPr>
          <p:spPr>
            <a:xfrm>
              <a:off x="2353946" y="5493147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2"/>
            <p:cNvSpPr/>
            <p:nvPr/>
          </p:nvSpPr>
          <p:spPr>
            <a:xfrm>
              <a:off x="2378852" y="5509248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l493"/>
            <p:cNvSpPr/>
            <p:nvPr/>
          </p:nvSpPr>
          <p:spPr>
            <a:xfrm>
              <a:off x="2378852" y="5509248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l494"/>
            <p:cNvSpPr/>
            <p:nvPr/>
          </p:nvSpPr>
          <p:spPr>
            <a:xfrm>
              <a:off x="2378852" y="5509248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5"/>
            <p:cNvSpPr/>
            <p:nvPr/>
          </p:nvSpPr>
          <p:spPr>
            <a:xfrm>
              <a:off x="2403757" y="5529009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l496"/>
            <p:cNvSpPr/>
            <p:nvPr/>
          </p:nvSpPr>
          <p:spPr>
            <a:xfrm>
              <a:off x="2403757" y="5529009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l497"/>
            <p:cNvSpPr/>
            <p:nvPr/>
          </p:nvSpPr>
          <p:spPr>
            <a:xfrm>
              <a:off x="2403757" y="5529009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8"/>
            <p:cNvSpPr/>
            <p:nvPr/>
          </p:nvSpPr>
          <p:spPr>
            <a:xfrm>
              <a:off x="2433644" y="5552558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l499"/>
            <p:cNvSpPr/>
            <p:nvPr/>
          </p:nvSpPr>
          <p:spPr>
            <a:xfrm>
              <a:off x="2433644" y="5552558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l500"/>
            <p:cNvSpPr/>
            <p:nvPr/>
          </p:nvSpPr>
          <p:spPr>
            <a:xfrm>
              <a:off x="2433644" y="5552558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1"/>
            <p:cNvSpPr/>
            <p:nvPr/>
          </p:nvSpPr>
          <p:spPr>
            <a:xfrm>
              <a:off x="2458549" y="5576068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l502"/>
            <p:cNvSpPr/>
            <p:nvPr/>
          </p:nvSpPr>
          <p:spPr>
            <a:xfrm>
              <a:off x="2458549" y="5576068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l503"/>
            <p:cNvSpPr/>
            <p:nvPr/>
          </p:nvSpPr>
          <p:spPr>
            <a:xfrm>
              <a:off x="2458549" y="5576068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4"/>
            <p:cNvSpPr/>
            <p:nvPr/>
          </p:nvSpPr>
          <p:spPr>
            <a:xfrm>
              <a:off x="2483455" y="5596351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l505"/>
            <p:cNvSpPr/>
            <p:nvPr/>
          </p:nvSpPr>
          <p:spPr>
            <a:xfrm>
              <a:off x="2483455" y="559635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l506"/>
            <p:cNvSpPr/>
            <p:nvPr/>
          </p:nvSpPr>
          <p:spPr>
            <a:xfrm>
              <a:off x="2483455" y="5596351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7"/>
            <p:cNvSpPr/>
            <p:nvPr/>
          </p:nvSpPr>
          <p:spPr>
            <a:xfrm>
              <a:off x="2508360" y="5610043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l508"/>
            <p:cNvSpPr/>
            <p:nvPr/>
          </p:nvSpPr>
          <p:spPr>
            <a:xfrm>
              <a:off x="2508360" y="5610043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l509"/>
            <p:cNvSpPr/>
            <p:nvPr/>
          </p:nvSpPr>
          <p:spPr>
            <a:xfrm>
              <a:off x="2508360" y="5610043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0"/>
            <p:cNvSpPr/>
            <p:nvPr/>
          </p:nvSpPr>
          <p:spPr>
            <a:xfrm>
              <a:off x="2533266" y="5619440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l511"/>
            <p:cNvSpPr/>
            <p:nvPr/>
          </p:nvSpPr>
          <p:spPr>
            <a:xfrm>
              <a:off x="2533266" y="5619440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l512"/>
            <p:cNvSpPr/>
            <p:nvPr/>
          </p:nvSpPr>
          <p:spPr>
            <a:xfrm>
              <a:off x="2533266" y="5619440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3"/>
            <p:cNvSpPr/>
            <p:nvPr/>
          </p:nvSpPr>
          <p:spPr>
            <a:xfrm>
              <a:off x="2553190" y="5628557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l514"/>
            <p:cNvSpPr/>
            <p:nvPr/>
          </p:nvSpPr>
          <p:spPr>
            <a:xfrm>
              <a:off x="2553190" y="5628557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l515"/>
            <p:cNvSpPr/>
            <p:nvPr/>
          </p:nvSpPr>
          <p:spPr>
            <a:xfrm>
              <a:off x="2553190" y="5628557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6"/>
            <p:cNvSpPr/>
            <p:nvPr/>
          </p:nvSpPr>
          <p:spPr>
            <a:xfrm>
              <a:off x="2573115" y="5636529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l517"/>
            <p:cNvSpPr/>
            <p:nvPr/>
          </p:nvSpPr>
          <p:spPr>
            <a:xfrm>
              <a:off x="2573115" y="5636529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l518"/>
            <p:cNvSpPr/>
            <p:nvPr/>
          </p:nvSpPr>
          <p:spPr>
            <a:xfrm>
              <a:off x="2573115" y="5636529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19"/>
            <p:cNvSpPr/>
            <p:nvPr/>
          </p:nvSpPr>
          <p:spPr>
            <a:xfrm>
              <a:off x="2588058" y="5642419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l520"/>
            <p:cNvSpPr/>
            <p:nvPr/>
          </p:nvSpPr>
          <p:spPr>
            <a:xfrm>
              <a:off x="2588058" y="5642419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l521"/>
            <p:cNvSpPr/>
            <p:nvPr/>
          </p:nvSpPr>
          <p:spPr>
            <a:xfrm>
              <a:off x="2588058" y="5642419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2"/>
            <p:cNvSpPr/>
            <p:nvPr/>
          </p:nvSpPr>
          <p:spPr>
            <a:xfrm>
              <a:off x="2612964" y="5645260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l523"/>
            <p:cNvSpPr/>
            <p:nvPr/>
          </p:nvSpPr>
          <p:spPr>
            <a:xfrm>
              <a:off x="2612964" y="5645260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l524"/>
            <p:cNvSpPr/>
            <p:nvPr/>
          </p:nvSpPr>
          <p:spPr>
            <a:xfrm>
              <a:off x="2612964" y="5645260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5"/>
            <p:cNvSpPr/>
            <p:nvPr/>
          </p:nvSpPr>
          <p:spPr>
            <a:xfrm>
              <a:off x="2637869" y="5645882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l526"/>
            <p:cNvSpPr/>
            <p:nvPr/>
          </p:nvSpPr>
          <p:spPr>
            <a:xfrm>
              <a:off x="2637869" y="5645882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l527"/>
            <p:cNvSpPr/>
            <p:nvPr/>
          </p:nvSpPr>
          <p:spPr>
            <a:xfrm>
              <a:off x="2637869" y="5645882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8"/>
            <p:cNvSpPr/>
            <p:nvPr/>
          </p:nvSpPr>
          <p:spPr>
            <a:xfrm>
              <a:off x="2662774" y="5645812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l529"/>
            <p:cNvSpPr/>
            <p:nvPr/>
          </p:nvSpPr>
          <p:spPr>
            <a:xfrm>
              <a:off x="2662774" y="5645812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l530"/>
            <p:cNvSpPr/>
            <p:nvPr/>
          </p:nvSpPr>
          <p:spPr>
            <a:xfrm>
              <a:off x="2662774" y="5645812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1"/>
            <p:cNvSpPr/>
            <p:nvPr/>
          </p:nvSpPr>
          <p:spPr>
            <a:xfrm>
              <a:off x="2692661" y="5645151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l532"/>
            <p:cNvSpPr/>
            <p:nvPr/>
          </p:nvSpPr>
          <p:spPr>
            <a:xfrm>
              <a:off x="2692661" y="564515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l533"/>
            <p:cNvSpPr/>
            <p:nvPr/>
          </p:nvSpPr>
          <p:spPr>
            <a:xfrm>
              <a:off x="2692661" y="5645151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4"/>
            <p:cNvSpPr/>
            <p:nvPr/>
          </p:nvSpPr>
          <p:spPr>
            <a:xfrm>
              <a:off x="2712585" y="5643986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l535"/>
            <p:cNvSpPr/>
            <p:nvPr/>
          </p:nvSpPr>
          <p:spPr>
            <a:xfrm>
              <a:off x="2712585" y="5643986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l536"/>
            <p:cNvSpPr/>
            <p:nvPr/>
          </p:nvSpPr>
          <p:spPr>
            <a:xfrm>
              <a:off x="2712585" y="5643986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7"/>
            <p:cNvSpPr/>
            <p:nvPr/>
          </p:nvSpPr>
          <p:spPr>
            <a:xfrm>
              <a:off x="2737491" y="5642389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l538"/>
            <p:cNvSpPr/>
            <p:nvPr/>
          </p:nvSpPr>
          <p:spPr>
            <a:xfrm>
              <a:off x="2737491" y="5642389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l539"/>
            <p:cNvSpPr/>
            <p:nvPr/>
          </p:nvSpPr>
          <p:spPr>
            <a:xfrm>
              <a:off x="2737491" y="5642389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0"/>
            <p:cNvSpPr/>
            <p:nvPr/>
          </p:nvSpPr>
          <p:spPr>
            <a:xfrm>
              <a:off x="2762396" y="5639166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l541"/>
            <p:cNvSpPr/>
            <p:nvPr/>
          </p:nvSpPr>
          <p:spPr>
            <a:xfrm>
              <a:off x="2762396" y="5639166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l542"/>
            <p:cNvSpPr/>
            <p:nvPr/>
          </p:nvSpPr>
          <p:spPr>
            <a:xfrm>
              <a:off x="2762396" y="5639166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3"/>
            <p:cNvSpPr/>
            <p:nvPr/>
          </p:nvSpPr>
          <p:spPr>
            <a:xfrm>
              <a:off x="2787302" y="5633704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l544"/>
            <p:cNvSpPr/>
            <p:nvPr/>
          </p:nvSpPr>
          <p:spPr>
            <a:xfrm>
              <a:off x="2787302" y="5633704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l545"/>
            <p:cNvSpPr/>
            <p:nvPr/>
          </p:nvSpPr>
          <p:spPr>
            <a:xfrm>
              <a:off x="2787302" y="5633704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6"/>
            <p:cNvSpPr/>
            <p:nvPr/>
          </p:nvSpPr>
          <p:spPr>
            <a:xfrm>
              <a:off x="2812207" y="5626931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l547"/>
            <p:cNvSpPr/>
            <p:nvPr/>
          </p:nvSpPr>
          <p:spPr>
            <a:xfrm>
              <a:off x="2812207" y="562693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l548"/>
            <p:cNvSpPr/>
            <p:nvPr/>
          </p:nvSpPr>
          <p:spPr>
            <a:xfrm>
              <a:off x="2812207" y="5626931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49"/>
            <p:cNvSpPr/>
            <p:nvPr/>
          </p:nvSpPr>
          <p:spPr>
            <a:xfrm>
              <a:off x="2837113" y="5619765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l550"/>
            <p:cNvSpPr/>
            <p:nvPr/>
          </p:nvSpPr>
          <p:spPr>
            <a:xfrm>
              <a:off x="2837113" y="5619765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l551"/>
            <p:cNvSpPr/>
            <p:nvPr/>
          </p:nvSpPr>
          <p:spPr>
            <a:xfrm>
              <a:off x="2837113" y="5619765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2"/>
            <p:cNvSpPr/>
            <p:nvPr/>
          </p:nvSpPr>
          <p:spPr>
            <a:xfrm>
              <a:off x="2862018" y="5613126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l553"/>
            <p:cNvSpPr/>
            <p:nvPr/>
          </p:nvSpPr>
          <p:spPr>
            <a:xfrm>
              <a:off x="2862018" y="5613126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l554"/>
            <p:cNvSpPr/>
            <p:nvPr/>
          </p:nvSpPr>
          <p:spPr>
            <a:xfrm>
              <a:off x="2862018" y="5613126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5"/>
            <p:cNvSpPr/>
            <p:nvPr/>
          </p:nvSpPr>
          <p:spPr>
            <a:xfrm>
              <a:off x="2886924" y="5604971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l556"/>
            <p:cNvSpPr/>
            <p:nvPr/>
          </p:nvSpPr>
          <p:spPr>
            <a:xfrm>
              <a:off x="2886924" y="560497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l557"/>
            <p:cNvSpPr/>
            <p:nvPr/>
          </p:nvSpPr>
          <p:spPr>
            <a:xfrm>
              <a:off x="2886924" y="5604971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8"/>
            <p:cNvSpPr/>
            <p:nvPr/>
          </p:nvSpPr>
          <p:spPr>
            <a:xfrm>
              <a:off x="2906848" y="5594537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l559"/>
            <p:cNvSpPr/>
            <p:nvPr/>
          </p:nvSpPr>
          <p:spPr>
            <a:xfrm>
              <a:off x="2906848" y="5594537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l560"/>
            <p:cNvSpPr/>
            <p:nvPr/>
          </p:nvSpPr>
          <p:spPr>
            <a:xfrm>
              <a:off x="2906848" y="5594537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1"/>
            <p:cNvSpPr/>
            <p:nvPr/>
          </p:nvSpPr>
          <p:spPr>
            <a:xfrm>
              <a:off x="2931754" y="5584313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l562"/>
            <p:cNvSpPr/>
            <p:nvPr/>
          </p:nvSpPr>
          <p:spPr>
            <a:xfrm>
              <a:off x="2931754" y="5584313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l563"/>
            <p:cNvSpPr/>
            <p:nvPr/>
          </p:nvSpPr>
          <p:spPr>
            <a:xfrm>
              <a:off x="2931754" y="5584313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4"/>
            <p:cNvSpPr/>
            <p:nvPr/>
          </p:nvSpPr>
          <p:spPr>
            <a:xfrm>
              <a:off x="2946697" y="5577169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l565"/>
            <p:cNvSpPr/>
            <p:nvPr/>
          </p:nvSpPr>
          <p:spPr>
            <a:xfrm>
              <a:off x="2946697" y="5577169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l566"/>
            <p:cNvSpPr/>
            <p:nvPr/>
          </p:nvSpPr>
          <p:spPr>
            <a:xfrm>
              <a:off x="2946697" y="5577169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l567"/>
            <p:cNvSpPr/>
            <p:nvPr/>
          </p:nvSpPr>
          <p:spPr>
            <a:xfrm>
              <a:off x="2055081" y="5621284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l568"/>
            <p:cNvSpPr/>
            <p:nvPr/>
          </p:nvSpPr>
          <p:spPr>
            <a:xfrm>
              <a:off x="2055081" y="5621284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l569"/>
            <p:cNvSpPr/>
            <p:nvPr/>
          </p:nvSpPr>
          <p:spPr>
            <a:xfrm>
              <a:off x="2099910" y="5623099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l570"/>
            <p:cNvSpPr/>
            <p:nvPr/>
          </p:nvSpPr>
          <p:spPr>
            <a:xfrm>
              <a:off x="2099910" y="5623099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l571"/>
            <p:cNvSpPr/>
            <p:nvPr/>
          </p:nvSpPr>
          <p:spPr>
            <a:xfrm>
              <a:off x="2139759" y="5624863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l572"/>
            <p:cNvSpPr/>
            <p:nvPr/>
          </p:nvSpPr>
          <p:spPr>
            <a:xfrm>
              <a:off x="2139759" y="5624863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l573"/>
            <p:cNvSpPr/>
            <p:nvPr/>
          </p:nvSpPr>
          <p:spPr>
            <a:xfrm>
              <a:off x="2184589" y="5626522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l574"/>
            <p:cNvSpPr/>
            <p:nvPr/>
          </p:nvSpPr>
          <p:spPr>
            <a:xfrm>
              <a:off x="2184589" y="5626522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l575"/>
            <p:cNvSpPr/>
            <p:nvPr/>
          </p:nvSpPr>
          <p:spPr>
            <a:xfrm>
              <a:off x="2234400" y="5627903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l576"/>
            <p:cNvSpPr/>
            <p:nvPr/>
          </p:nvSpPr>
          <p:spPr>
            <a:xfrm>
              <a:off x="2234400" y="5627903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l577"/>
            <p:cNvSpPr/>
            <p:nvPr/>
          </p:nvSpPr>
          <p:spPr>
            <a:xfrm>
              <a:off x="2279230" y="5628910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l578"/>
            <p:cNvSpPr/>
            <p:nvPr/>
          </p:nvSpPr>
          <p:spPr>
            <a:xfrm>
              <a:off x="2279230" y="5628910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l579"/>
            <p:cNvSpPr/>
            <p:nvPr/>
          </p:nvSpPr>
          <p:spPr>
            <a:xfrm>
              <a:off x="2329041" y="5630289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l580"/>
            <p:cNvSpPr/>
            <p:nvPr/>
          </p:nvSpPr>
          <p:spPr>
            <a:xfrm>
              <a:off x="2329041" y="5630289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l581"/>
            <p:cNvSpPr/>
            <p:nvPr/>
          </p:nvSpPr>
          <p:spPr>
            <a:xfrm>
              <a:off x="2373871" y="5632503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l582"/>
            <p:cNvSpPr/>
            <p:nvPr/>
          </p:nvSpPr>
          <p:spPr>
            <a:xfrm>
              <a:off x="2373871" y="5632503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l583"/>
            <p:cNvSpPr/>
            <p:nvPr/>
          </p:nvSpPr>
          <p:spPr>
            <a:xfrm>
              <a:off x="2418701" y="5635107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l584"/>
            <p:cNvSpPr/>
            <p:nvPr/>
          </p:nvSpPr>
          <p:spPr>
            <a:xfrm>
              <a:off x="2418701" y="5635107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l585"/>
            <p:cNvSpPr/>
            <p:nvPr/>
          </p:nvSpPr>
          <p:spPr>
            <a:xfrm>
              <a:off x="2458549" y="5637449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l586"/>
            <p:cNvSpPr/>
            <p:nvPr/>
          </p:nvSpPr>
          <p:spPr>
            <a:xfrm>
              <a:off x="2458549" y="5637449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l587"/>
            <p:cNvSpPr/>
            <p:nvPr/>
          </p:nvSpPr>
          <p:spPr>
            <a:xfrm>
              <a:off x="2503379" y="5639017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l588"/>
            <p:cNvSpPr/>
            <p:nvPr/>
          </p:nvSpPr>
          <p:spPr>
            <a:xfrm>
              <a:off x="2503379" y="5639017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l589"/>
            <p:cNvSpPr/>
            <p:nvPr/>
          </p:nvSpPr>
          <p:spPr>
            <a:xfrm>
              <a:off x="2543228" y="5640740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l590"/>
            <p:cNvSpPr/>
            <p:nvPr/>
          </p:nvSpPr>
          <p:spPr>
            <a:xfrm>
              <a:off x="2543228" y="5640740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l591"/>
            <p:cNvSpPr/>
            <p:nvPr/>
          </p:nvSpPr>
          <p:spPr>
            <a:xfrm>
              <a:off x="2588058" y="5643398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l592"/>
            <p:cNvSpPr/>
            <p:nvPr/>
          </p:nvSpPr>
          <p:spPr>
            <a:xfrm>
              <a:off x="2588058" y="5643398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l593"/>
            <p:cNvSpPr/>
            <p:nvPr/>
          </p:nvSpPr>
          <p:spPr>
            <a:xfrm>
              <a:off x="2627907" y="564633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l594"/>
            <p:cNvSpPr/>
            <p:nvPr/>
          </p:nvSpPr>
          <p:spPr>
            <a:xfrm>
              <a:off x="2627907" y="5646331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l595"/>
            <p:cNvSpPr/>
            <p:nvPr/>
          </p:nvSpPr>
          <p:spPr>
            <a:xfrm>
              <a:off x="2672737" y="5648846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l596"/>
            <p:cNvSpPr/>
            <p:nvPr/>
          </p:nvSpPr>
          <p:spPr>
            <a:xfrm>
              <a:off x="2672737" y="5648846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l597"/>
            <p:cNvSpPr/>
            <p:nvPr/>
          </p:nvSpPr>
          <p:spPr>
            <a:xfrm>
              <a:off x="2717567" y="5650322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l598"/>
            <p:cNvSpPr/>
            <p:nvPr/>
          </p:nvSpPr>
          <p:spPr>
            <a:xfrm>
              <a:off x="2717567" y="5650322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l599"/>
            <p:cNvSpPr/>
            <p:nvPr/>
          </p:nvSpPr>
          <p:spPr>
            <a:xfrm>
              <a:off x="2767378" y="5651410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l600"/>
            <p:cNvSpPr/>
            <p:nvPr/>
          </p:nvSpPr>
          <p:spPr>
            <a:xfrm>
              <a:off x="2767378" y="5651410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l601"/>
            <p:cNvSpPr/>
            <p:nvPr/>
          </p:nvSpPr>
          <p:spPr>
            <a:xfrm>
              <a:off x="2817189" y="5652904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l602"/>
            <p:cNvSpPr/>
            <p:nvPr/>
          </p:nvSpPr>
          <p:spPr>
            <a:xfrm>
              <a:off x="2817189" y="5652904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l603"/>
            <p:cNvSpPr/>
            <p:nvPr/>
          </p:nvSpPr>
          <p:spPr>
            <a:xfrm>
              <a:off x="2862018" y="5654503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l604"/>
            <p:cNvSpPr/>
            <p:nvPr/>
          </p:nvSpPr>
          <p:spPr>
            <a:xfrm>
              <a:off x="2862018" y="5654503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l605"/>
            <p:cNvSpPr/>
            <p:nvPr/>
          </p:nvSpPr>
          <p:spPr>
            <a:xfrm>
              <a:off x="2906848" y="565583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l606"/>
            <p:cNvSpPr/>
            <p:nvPr/>
          </p:nvSpPr>
          <p:spPr>
            <a:xfrm>
              <a:off x="2906848" y="5655831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l607"/>
            <p:cNvSpPr/>
            <p:nvPr/>
          </p:nvSpPr>
          <p:spPr>
            <a:xfrm>
              <a:off x="2956659" y="5656524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l608"/>
            <p:cNvSpPr/>
            <p:nvPr/>
          </p:nvSpPr>
          <p:spPr>
            <a:xfrm>
              <a:off x="2956659" y="5656524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l609"/>
            <p:cNvSpPr/>
            <p:nvPr/>
          </p:nvSpPr>
          <p:spPr>
            <a:xfrm>
              <a:off x="3001489" y="5655523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l610"/>
            <p:cNvSpPr/>
            <p:nvPr/>
          </p:nvSpPr>
          <p:spPr>
            <a:xfrm>
              <a:off x="3001489" y="5655523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l611"/>
            <p:cNvSpPr/>
            <p:nvPr/>
          </p:nvSpPr>
          <p:spPr>
            <a:xfrm>
              <a:off x="3036357" y="5652897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l612"/>
            <p:cNvSpPr/>
            <p:nvPr/>
          </p:nvSpPr>
          <p:spPr>
            <a:xfrm>
              <a:off x="3036357" y="5652897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l613"/>
            <p:cNvSpPr/>
            <p:nvPr/>
          </p:nvSpPr>
          <p:spPr>
            <a:xfrm>
              <a:off x="3076206" y="5649820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l614"/>
            <p:cNvSpPr/>
            <p:nvPr/>
          </p:nvSpPr>
          <p:spPr>
            <a:xfrm>
              <a:off x="3076206" y="5649820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l615"/>
            <p:cNvSpPr/>
            <p:nvPr/>
          </p:nvSpPr>
          <p:spPr>
            <a:xfrm>
              <a:off x="3116054" y="5647274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l616"/>
            <p:cNvSpPr/>
            <p:nvPr/>
          </p:nvSpPr>
          <p:spPr>
            <a:xfrm>
              <a:off x="3116054" y="5647274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l617"/>
            <p:cNvSpPr/>
            <p:nvPr/>
          </p:nvSpPr>
          <p:spPr>
            <a:xfrm>
              <a:off x="3126017" y="5646405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l618"/>
            <p:cNvSpPr/>
            <p:nvPr/>
          </p:nvSpPr>
          <p:spPr>
            <a:xfrm>
              <a:off x="3126017" y="5646405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l619"/>
            <p:cNvSpPr/>
            <p:nvPr/>
          </p:nvSpPr>
          <p:spPr>
            <a:xfrm>
              <a:off x="3140960" y="5647985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l620"/>
            <p:cNvSpPr/>
            <p:nvPr/>
          </p:nvSpPr>
          <p:spPr>
            <a:xfrm>
              <a:off x="3140960" y="5647985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l621"/>
            <p:cNvSpPr/>
            <p:nvPr/>
          </p:nvSpPr>
          <p:spPr>
            <a:xfrm>
              <a:off x="3190771" y="565105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l622"/>
            <p:cNvSpPr/>
            <p:nvPr/>
          </p:nvSpPr>
          <p:spPr>
            <a:xfrm>
              <a:off x="3190771" y="5651051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l623"/>
            <p:cNvSpPr/>
            <p:nvPr/>
          </p:nvSpPr>
          <p:spPr>
            <a:xfrm>
              <a:off x="3235601" y="5654229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l624"/>
            <p:cNvSpPr/>
            <p:nvPr/>
          </p:nvSpPr>
          <p:spPr>
            <a:xfrm>
              <a:off x="3235601" y="5654229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l625"/>
            <p:cNvSpPr/>
            <p:nvPr/>
          </p:nvSpPr>
          <p:spPr>
            <a:xfrm>
              <a:off x="3270468" y="5656153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l626"/>
            <p:cNvSpPr/>
            <p:nvPr/>
          </p:nvSpPr>
          <p:spPr>
            <a:xfrm>
              <a:off x="3270468" y="5656153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7"/>
            <p:cNvSpPr/>
            <p:nvPr/>
          </p:nvSpPr>
          <p:spPr>
            <a:xfrm>
              <a:off x="3215676" y="5616482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l628"/>
            <p:cNvSpPr/>
            <p:nvPr/>
          </p:nvSpPr>
          <p:spPr>
            <a:xfrm>
              <a:off x="3215676" y="5641308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l629"/>
            <p:cNvSpPr/>
            <p:nvPr/>
          </p:nvSpPr>
          <p:spPr>
            <a:xfrm>
              <a:off x="3240502" y="5616482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0"/>
            <p:cNvSpPr/>
            <p:nvPr/>
          </p:nvSpPr>
          <p:spPr>
            <a:xfrm>
              <a:off x="3250544" y="5633614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l631"/>
            <p:cNvSpPr/>
            <p:nvPr/>
          </p:nvSpPr>
          <p:spPr>
            <a:xfrm>
              <a:off x="3250544" y="5658439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l632"/>
            <p:cNvSpPr/>
            <p:nvPr/>
          </p:nvSpPr>
          <p:spPr>
            <a:xfrm>
              <a:off x="3275370" y="5633614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3"/>
            <p:cNvSpPr/>
            <p:nvPr/>
          </p:nvSpPr>
          <p:spPr>
            <a:xfrm>
              <a:off x="3300355" y="5649465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l634"/>
            <p:cNvSpPr/>
            <p:nvPr/>
          </p:nvSpPr>
          <p:spPr>
            <a:xfrm>
              <a:off x="3300355" y="5674291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l635"/>
            <p:cNvSpPr/>
            <p:nvPr/>
          </p:nvSpPr>
          <p:spPr>
            <a:xfrm>
              <a:off x="3325181" y="5649465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6"/>
            <p:cNvSpPr/>
            <p:nvPr/>
          </p:nvSpPr>
          <p:spPr>
            <a:xfrm>
              <a:off x="3325261" y="5663092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l637"/>
            <p:cNvSpPr/>
            <p:nvPr/>
          </p:nvSpPr>
          <p:spPr>
            <a:xfrm>
              <a:off x="3325261" y="5687917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l638"/>
            <p:cNvSpPr/>
            <p:nvPr/>
          </p:nvSpPr>
          <p:spPr>
            <a:xfrm>
              <a:off x="3350086" y="5663092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39"/>
            <p:cNvSpPr/>
            <p:nvPr/>
          </p:nvSpPr>
          <p:spPr>
            <a:xfrm>
              <a:off x="3325261" y="5673520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l640"/>
            <p:cNvSpPr/>
            <p:nvPr/>
          </p:nvSpPr>
          <p:spPr>
            <a:xfrm>
              <a:off x="3325261" y="5698346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l641"/>
            <p:cNvSpPr/>
            <p:nvPr/>
          </p:nvSpPr>
          <p:spPr>
            <a:xfrm>
              <a:off x="3350086" y="5673520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2"/>
            <p:cNvSpPr/>
            <p:nvPr/>
          </p:nvSpPr>
          <p:spPr>
            <a:xfrm>
              <a:off x="3340204" y="5679842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l643"/>
            <p:cNvSpPr/>
            <p:nvPr/>
          </p:nvSpPr>
          <p:spPr>
            <a:xfrm>
              <a:off x="3340204" y="5704668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l644"/>
            <p:cNvSpPr/>
            <p:nvPr/>
          </p:nvSpPr>
          <p:spPr>
            <a:xfrm>
              <a:off x="3365030" y="5679842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5"/>
            <p:cNvSpPr/>
            <p:nvPr/>
          </p:nvSpPr>
          <p:spPr>
            <a:xfrm>
              <a:off x="3350166" y="5683584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l646"/>
            <p:cNvSpPr/>
            <p:nvPr/>
          </p:nvSpPr>
          <p:spPr>
            <a:xfrm>
              <a:off x="3350166" y="5708410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l647"/>
            <p:cNvSpPr/>
            <p:nvPr/>
          </p:nvSpPr>
          <p:spPr>
            <a:xfrm>
              <a:off x="3374992" y="5683584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8"/>
            <p:cNvSpPr/>
            <p:nvPr/>
          </p:nvSpPr>
          <p:spPr>
            <a:xfrm>
              <a:off x="3355147" y="5686784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l649"/>
            <p:cNvSpPr/>
            <p:nvPr/>
          </p:nvSpPr>
          <p:spPr>
            <a:xfrm>
              <a:off x="3355147" y="5711610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l650"/>
            <p:cNvSpPr/>
            <p:nvPr/>
          </p:nvSpPr>
          <p:spPr>
            <a:xfrm>
              <a:off x="3379973" y="5686784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1"/>
            <p:cNvSpPr/>
            <p:nvPr/>
          </p:nvSpPr>
          <p:spPr>
            <a:xfrm>
              <a:off x="3360128" y="5689416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l652"/>
            <p:cNvSpPr/>
            <p:nvPr/>
          </p:nvSpPr>
          <p:spPr>
            <a:xfrm>
              <a:off x="3360128" y="5714242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l653"/>
            <p:cNvSpPr/>
            <p:nvPr/>
          </p:nvSpPr>
          <p:spPr>
            <a:xfrm>
              <a:off x="3384954" y="5689416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4"/>
            <p:cNvSpPr/>
            <p:nvPr/>
          </p:nvSpPr>
          <p:spPr>
            <a:xfrm>
              <a:off x="3370090" y="5691493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l655"/>
            <p:cNvSpPr/>
            <p:nvPr/>
          </p:nvSpPr>
          <p:spPr>
            <a:xfrm>
              <a:off x="3370090" y="5716319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l656"/>
            <p:cNvSpPr/>
            <p:nvPr/>
          </p:nvSpPr>
          <p:spPr>
            <a:xfrm>
              <a:off x="3394916" y="5691493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7"/>
            <p:cNvSpPr/>
            <p:nvPr/>
          </p:nvSpPr>
          <p:spPr>
            <a:xfrm>
              <a:off x="3370090" y="5692985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l658"/>
            <p:cNvSpPr/>
            <p:nvPr/>
          </p:nvSpPr>
          <p:spPr>
            <a:xfrm>
              <a:off x="3370090" y="5717811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l659"/>
            <p:cNvSpPr/>
            <p:nvPr/>
          </p:nvSpPr>
          <p:spPr>
            <a:xfrm>
              <a:off x="3394916" y="5692985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0"/>
            <p:cNvSpPr/>
            <p:nvPr/>
          </p:nvSpPr>
          <p:spPr>
            <a:xfrm>
              <a:off x="3380053" y="5694239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l661"/>
            <p:cNvSpPr/>
            <p:nvPr/>
          </p:nvSpPr>
          <p:spPr>
            <a:xfrm>
              <a:off x="3380053" y="5719064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l662"/>
            <p:cNvSpPr/>
            <p:nvPr/>
          </p:nvSpPr>
          <p:spPr>
            <a:xfrm>
              <a:off x="3404879" y="5694239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3"/>
            <p:cNvSpPr/>
            <p:nvPr/>
          </p:nvSpPr>
          <p:spPr>
            <a:xfrm>
              <a:off x="3394996" y="5695572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l664"/>
            <p:cNvSpPr/>
            <p:nvPr/>
          </p:nvSpPr>
          <p:spPr>
            <a:xfrm>
              <a:off x="3394996" y="5720398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l665"/>
            <p:cNvSpPr/>
            <p:nvPr/>
          </p:nvSpPr>
          <p:spPr>
            <a:xfrm>
              <a:off x="3419822" y="5695572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6"/>
            <p:cNvSpPr/>
            <p:nvPr/>
          </p:nvSpPr>
          <p:spPr>
            <a:xfrm>
              <a:off x="3414920" y="5696887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l667"/>
            <p:cNvSpPr/>
            <p:nvPr/>
          </p:nvSpPr>
          <p:spPr>
            <a:xfrm>
              <a:off x="3414920" y="5721713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l668"/>
            <p:cNvSpPr/>
            <p:nvPr/>
          </p:nvSpPr>
          <p:spPr>
            <a:xfrm>
              <a:off x="3439746" y="5696887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69"/>
            <p:cNvSpPr/>
            <p:nvPr/>
          </p:nvSpPr>
          <p:spPr>
            <a:xfrm>
              <a:off x="3449788" y="5698047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l670"/>
            <p:cNvSpPr/>
            <p:nvPr/>
          </p:nvSpPr>
          <p:spPr>
            <a:xfrm>
              <a:off x="3449788" y="5722873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l671"/>
            <p:cNvSpPr/>
            <p:nvPr/>
          </p:nvSpPr>
          <p:spPr>
            <a:xfrm>
              <a:off x="3474614" y="5698047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2"/>
            <p:cNvSpPr/>
            <p:nvPr/>
          </p:nvSpPr>
          <p:spPr>
            <a:xfrm>
              <a:off x="3484656" y="5698887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l673"/>
            <p:cNvSpPr/>
            <p:nvPr/>
          </p:nvSpPr>
          <p:spPr>
            <a:xfrm>
              <a:off x="3484656" y="5723713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l674"/>
            <p:cNvSpPr/>
            <p:nvPr/>
          </p:nvSpPr>
          <p:spPr>
            <a:xfrm>
              <a:off x="3509482" y="5698887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5"/>
            <p:cNvSpPr/>
            <p:nvPr/>
          </p:nvSpPr>
          <p:spPr>
            <a:xfrm>
              <a:off x="3514542" y="5699830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l676"/>
            <p:cNvSpPr/>
            <p:nvPr/>
          </p:nvSpPr>
          <p:spPr>
            <a:xfrm>
              <a:off x="3514542" y="5724656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l677"/>
            <p:cNvSpPr/>
            <p:nvPr/>
          </p:nvSpPr>
          <p:spPr>
            <a:xfrm>
              <a:off x="3539368" y="5699830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8"/>
            <p:cNvSpPr/>
            <p:nvPr/>
          </p:nvSpPr>
          <p:spPr>
            <a:xfrm>
              <a:off x="3539448" y="5701182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l679"/>
            <p:cNvSpPr/>
            <p:nvPr/>
          </p:nvSpPr>
          <p:spPr>
            <a:xfrm>
              <a:off x="3539448" y="5726008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l680"/>
            <p:cNvSpPr/>
            <p:nvPr/>
          </p:nvSpPr>
          <p:spPr>
            <a:xfrm>
              <a:off x="3564274" y="5701182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1"/>
            <p:cNvSpPr/>
            <p:nvPr/>
          </p:nvSpPr>
          <p:spPr>
            <a:xfrm>
              <a:off x="3569334" y="5702554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l682"/>
            <p:cNvSpPr/>
            <p:nvPr/>
          </p:nvSpPr>
          <p:spPr>
            <a:xfrm>
              <a:off x="3569334" y="5727380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l683"/>
            <p:cNvSpPr/>
            <p:nvPr/>
          </p:nvSpPr>
          <p:spPr>
            <a:xfrm>
              <a:off x="3594160" y="5702554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4"/>
            <p:cNvSpPr/>
            <p:nvPr/>
          </p:nvSpPr>
          <p:spPr>
            <a:xfrm>
              <a:off x="3599221" y="5703568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l685"/>
            <p:cNvSpPr/>
            <p:nvPr/>
          </p:nvSpPr>
          <p:spPr>
            <a:xfrm>
              <a:off x="3599221" y="5728394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l686"/>
            <p:cNvSpPr/>
            <p:nvPr/>
          </p:nvSpPr>
          <p:spPr>
            <a:xfrm>
              <a:off x="3624047" y="5703568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7"/>
            <p:cNvSpPr/>
            <p:nvPr/>
          </p:nvSpPr>
          <p:spPr>
            <a:xfrm>
              <a:off x="3624126" y="5703865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l688"/>
            <p:cNvSpPr/>
            <p:nvPr/>
          </p:nvSpPr>
          <p:spPr>
            <a:xfrm>
              <a:off x="3624126" y="5728691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l689"/>
            <p:cNvSpPr/>
            <p:nvPr/>
          </p:nvSpPr>
          <p:spPr>
            <a:xfrm>
              <a:off x="3648952" y="5703865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0"/>
            <p:cNvSpPr/>
            <p:nvPr/>
          </p:nvSpPr>
          <p:spPr>
            <a:xfrm>
              <a:off x="3639070" y="5703138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l691"/>
            <p:cNvSpPr/>
            <p:nvPr/>
          </p:nvSpPr>
          <p:spPr>
            <a:xfrm>
              <a:off x="3639070" y="5727964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l692"/>
            <p:cNvSpPr/>
            <p:nvPr/>
          </p:nvSpPr>
          <p:spPr>
            <a:xfrm>
              <a:off x="3663896" y="5703138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3"/>
            <p:cNvSpPr/>
            <p:nvPr/>
          </p:nvSpPr>
          <p:spPr>
            <a:xfrm>
              <a:off x="3654013" y="5701567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l694"/>
            <p:cNvSpPr/>
            <p:nvPr/>
          </p:nvSpPr>
          <p:spPr>
            <a:xfrm>
              <a:off x="3654013" y="5726393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l695"/>
            <p:cNvSpPr/>
            <p:nvPr/>
          </p:nvSpPr>
          <p:spPr>
            <a:xfrm>
              <a:off x="3678839" y="5701567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6"/>
            <p:cNvSpPr/>
            <p:nvPr/>
          </p:nvSpPr>
          <p:spPr>
            <a:xfrm>
              <a:off x="3673937" y="5699477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l697"/>
            <p:cNvSpPr/>
            <p:nvPr/>
          </p:nvSpPr>
          <p:spPr>
            <a:xfrm>
              <a:off x="3673937" y="5724303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l698"/>
            <p:cNvSpPr/>
            <p:nvPr/>
          </p:nvSpPr>
          <p:spPr>
            <a:xfrm>
              <a:off x="3698763" y="5699477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699"/>
            <p:cNvSpPr/>
            <p:nvPr/>
          </p:nvSpPr>
          <p:spPr>
            <a:xfrm>
              <a:off x="3698843" y="5697194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l700"/>
            <p:cNvSpPr/>
            <p:nvPr/>
          </p:nvSpPr>
          <p:spPr>
            <a:xfrm>
              <a:off x="3698843" y="5722020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l701"/>
            <p:cNvSpPr/>
            <p:nvPr/>
          </p:nvSpPr>
          <p:spPr>
            <a:xfrm>
              <a:off x="3723669" y="5697194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2"/>
            <p:cNvSpPr/>
            <p:nvPr/>
          </p:nvSpPr>
          <p:spPr>
            <a:xfrm>
              <a:off x="3718767" y="5695076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l703"/>
            <p:cNvSpPr/>
            <p:nvPr/>
          </p:nvSpPr>
          <p:spPr>
            <a:xfrm>
              <a:off x="3718767" y="5719902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l704"/>
            <p:cNvSpPr/>
            <p:nvPr/>
          </p:nvSpPr>
          <p:spPr>
            <a:xfrm>
              <a:off x="3743593" y="5695076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5"/>
            <p:cNvSpPr/>
            <p:nvPr/>
          </p:nvSpPr>
          <p:spPr>
            <a:xfrm>
              <a:off x="3738692" y="5692174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l706"/>
            <p:cNvSpPr/>
            <p:nvPr/>
          </p:nvSpPr>
          <p:spPr>
            <a:xfrm>
              <a:off x="3738692" y="5717000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l707"/>
            <p:cNvSpPr/>
            <p:nvPr/>
          </p:nvSpPr>
          <p:spPr>
            <a:xfrm>
              <a:off x="3763518" y="5692174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8"/>
            <p:cNvSpPr/>
            <p:nvPr/>
          </p:nvSpPr>
          <p:spPr>
            <a:xfrm>
              <a:off x="3753635" y="5688063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l709"/>
            <p:cNvSpPr/>
            <p:nvPr/>
          </p:nvSpPr>
          <p:spPr>
            <a:xfrm>
              <a:off x="3753635" y="5712889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l710"/>
            <p:cNvSpPr/>
            <p:nvPr/>
          </p:nvSpPr>
          <p:spPr>
            <a:xfrm>
              <a:off x="3778461" y="5688063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1"/>
            <p:cNvSpPr/>
            <p:nvPr/>
          </p:nvSpPr>
          <p:spPr>
            <a:xfrm>
              <a:off x="3768578" y="5683899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l712"/>
            <p:cNvSpPr/>
            <p:nvPr/>
          </p:nvSpPr>
          <p:spPr>
            <a:xfrm>
              <a:off x="3768578" y="5708725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l713"/>
            <p:cNvSpPr/>
            <p:nvPr/>
          </p:nvSpPr>
          <p:spPr>
            <a:xfrm>
              <a:off x="3793404" y="5683899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4"/>
            <p:cNvSpPr/>
            <p:nvPr/>
          </p:nvSpPr>
          <p:spPr>
            <a:xfrm>
              <a:off x="3778540" y="5680844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l715"/>
            <p:cNvSpPr/>
            <p:nvPr/>
          </p:nvSpPr>
          <p:spPr>
            <a:xfrm>
              <a:off x="3778540" y="5705670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l716"/>
            <p:cNvSpPr/>
            <p:nvPr/>
          </p:nvSpPr>
          <p:spPr>
            <a:xfrm>
              <a:off x="3803366" y="5680844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7"/>
            <p:cNvSpPr/>
            <p:nvPr/>
          </p:nvSpPr>
          <p:spPr>
            <a:xfrm>
              <a:off x="2373871" y="3374432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8"/>
            <p:cNvSpPr/>
            <p:nvPr/>
          </p:nvSpPr>
          <p:spPr>
            <a:xfrm>
              <a:off x="2398776" y="3326903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19"/>
            <p:cNvSpPr/>
            <p:nvPr/>
          </p:nvSpPr>
          <p:spPr>
            <a:xfrm>
              <a:off x="2423682" y="3267411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0"/>
            <p:cNvSpPr/>
            <p:nvPr/>
          </p:nvSpPr>
          <p:spPr>
            <a:xfrm>
              <a:off x="2443606" y="3196923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1"/>
            <p:cNvSpPr/>
            <p:nvPr/>
          </p:nvSpPr>
          <p:spPr>
            <a:xfrm>
              <a:off x="2463531" y="3116935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2"/>
            <p:cNvSpPr/>
            <p:nvPr/>
          </p:nvSpPr>
          <p:spPr>
            <a:xfrm>
              <a:off x="2488436" y="3024310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3"/>
            <p:cNvSpPr/>
            <p:nvPr/>
          </p:nvSpPr>
          <p:spPr>
            <a:xfrm>
              <a:off x="2508360" y="2911849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4"/>
            <p:cNvSpPr/>
            <p:nvPr/>
          </p:nvSpPr>
          <p:spPr>
            <a:xfrm>
              <a:off x="2528285" y="2778393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5"/>
            <p:cNvSpPr/>
            <p:nvPr/>
          </p:nvSpPr>
          <p:spPr>
            <a:xfrm>
              <a:off x="2553190" y="2629727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6"/>
            <p:cNvSpPr/>
            <p:nvPr/>
          </p:nvSpPr>
          <p:spPr>
            <a:xfrm>
              <a:off x="2573115" y="2472552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7"/>
            <p:cNvSpPr/>
            <p:nvPr/>
          </p:nvSpPr>
          <p:spPr>
            <a:xfrm>
              <a:off x="2598020" y="2314456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8"/>
            <p:cNvSpPr/>
            <p:nvPr/>
          </p:nvSpPr>
          <p:spPr>
            <a:xfrm>
              <a:off x="2622926" y="2113622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29"/>
            <p:cNvSpPr/>
            <p:nvPr/>
          </p:nvSpPr>
          <p:spPr>
            <a:xfrm>
              <a:off x="2647831" y="1851899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0"/>
            <p:cNvSpPr/>
            <p:nvPr/>
          </p:nvSpPr>
          <p:spPr>
            <a:xfrm>
              <a:off x="2672737" y="1576046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1"/>
            <p:cNvSpPr/>
            <p:nvPr/>
          </p:nvSpPr>
          <p:spPr>
            <a:xfrm>
              <a:off x="2697642" y="1338098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2"/>
            <p:cNvSpPr/>
            <p:nvPr/>
          </p:nvSpPr>
          <p:spPr>
            <a:xfrm>
              <a:off x="2722548" y="1195977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3"/>
            <p:cNvSpPr/>
            <p:nvPr/>
          </p:nvSpPr>
          <p:spPr>
            <a:xfrm>
              <a:off x="2747453" y="1187202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4"/>
            <p:cNvSpPr/>
            <p:nvPr/>
          </p:nvSpPr>
          <p:spPr>
            <a:xfrm>
              <a:off x="2772359" y="1282271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5"/>
            <p:cNvSpPr/>
            <p:nvPr/>
          </p:nvSpPr>
          <p:spPr>
            <a:xfrm>
              <a:off x="2797264" y="1439918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6"/>
            <p:cNvSpPr/>
            <p:nvPr/>
          </p:nvSpPr>
          <p:spPr>
            <a:xfrm>
              <a:off x="2822170" y="1613879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7"/>
            <p:cNvSpPr/>
            <p:nvPr/>
          </p:nvSpPr>
          <p:spPr>
            <a:xfrm>
              <a:off x="2852056" y="1751794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8"/>
            <p:cNvSpPr/>
            <p:nvPr/>
          </p:nvSpPr>
          <p:spPr>
            <a:xfrm>
              <a:off x="2876962" y="1929798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39"/>
            <p:cNvSpPr/>
            <p:nvPr/>
          </p:nvSpPr>
          <p:spPr>
            <a:xfrm>
              <a:off x="2896886" y="2216846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0"/>
            <p:cNvSpPr/>
            <p:nvPr/>
          </p:nvSpPr>
          <p:spPr>
            <a:xfrm>
              <a:off x="2921792" y="2535224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1"/>
            <p:cNvSpPr/>
            <p:nvPr/>
          </p:nvSpPr>
          <p:spPr>
            <a:xfrm>
              <a:off x="2946697" y="2796070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2"/>
            <p:cNvSpPr/>
            <p:nvPr/>
          </p:nvSpPr>
          <p:spPr>
            <a:xfrm>
              <a:off x="2971603" y="2910947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3"/>
            <p:cNvSpPr/>
            <p:nvPr/>
          </p:nvSpPr>
          <p:spPr>
            <a:xfrm>
              <a:off x="2991527" y="2911805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4"/>
            <p:cNvSpPr/>
            <p:nvPr/>
          </p:nvSpPr>
          <p:spPr>
            <a:xfrm>
              <a:off x="3021414" y="2893763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5"/>
            <p:cNvSpPr/>
            <p:nvPr/>
          </p:nvSpPr>
          <p:spPr>
            <a:xfrm>
              <a:off x="3051300" y="2863376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6"/>
            <p:cNvSpPr/>
            <p:nvPr/>
          </p:nvSpPr>
          <p:spPr>
            <a:xfrm>
              <a:off x="3071225" y="2832336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7"/>
            <p:cNvSpPr/>
            <p:nvPr/>
          </p:nvSpPr>
          <p:spPr>
            <a:xfrm>
              <a:off x="3640423" y="5714822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8"/>
            <p:cNvSpPr/>
            <p:nvPr/>
          </p:nvSpPr>
          <p:spPr>
            <a:xfrm>
              <a:off x="3670309" y="5717587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49"/>
            <p:cNvSpPr/>
            <p:nvPr/>
          </p:nvSpPr>
          <p:spPr>
            <a:xfrm>
              <a:off x="3700196" y="5720173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0"/>
            <p:cNvSpPr/>
            <p:nvPr/>
          </p:nvSpPr>
          <p:spPr>
            <a:xfrm>
              <a:off x="3730083" y="5722451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1"/>
            <p:cNvSpPr/>
            <p:nvPr/>
          </p:nvSpPr>
          <p:spPr>
            <a:xfrm>
              <a:off x="3754988" y="5724296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2"/>
            <p:cNvSpPr/>
            <p:nvPr/>
          </p:nvSpPr>
          <p:spPr>
            <a:xfrm>
              <a:off x="3784875" y="5725626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3"/>
            <p:cNvSpPr/>
            <p:nvPr/>
          </p:nvSpPr>
          <p:spPr>
            <a:xfrm>
              <a:off x="3809780" y="5726741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4"/>
            <p:cNvSpPr/>
            <p:nvPr/>
          </p:nvSpPr>
          <p:spPr>
            <a:xfrm>
              <a:off x="3829705" y="5727922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5"/>
            <p:cNvSpPr/>
            <p:nvPr/>
          </p:nvSpPr>
          <p:spPr>
            <a:xfrm>
              <a:off x="3849629" y="5729058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6"/>
            <p:cNvSpPr/>
            <p:nvPr/>
          </p:nvSpPr>
          <p:spPr>
            <a:xfrm>
              <a:off x="3869553" y="5729997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7"/>
            <p:cNvSpPr/>
            <p:nvPr/>
          </p:nvSpPr>
          <p:spPr>
            <a:xfrm>
              <a:off x="3884497" y="5730584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8"/>
            <p:cNvSpPr/>
            <p:nvPr/>
          </p:nvSpPr>
          <p:spPr>
            <a:xfrm>
              <a:off x="3899440" y="5730945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59"/>
            <p:cNvSpPr/>
            <p:nvPr/>
          </p:nvSpPr>
          <p:spPr>
            <a:xfrm>
              <a:off x="3919364" y="5731315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0"/>
            <p:cNvSpPr/>
            <p:nvPr/>
          </p:nvSpPr>
          <p:spPr>
            <a:xfrm>
              <a:off x="3934308" y="5731679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1"/>
            <p:cNvSpPr/>
            <p:nvPr/>
          </p:nvSpPr>
          <p:spPr>
            <a:xfrm>
              <a:off x="3954232" y="5732026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2"/>
            <p:cNvSpPr/>
            <p:nvPr/>
          </p:nvSpPr>
          <p:spPr>
            <a:xfrm>
              <a:off x="3969175" y="5732282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3"/>
            <p:cNvSpPr/>
            <p:nvPr/>
          </p:nvSpPr>
          <p:spPr>
            <a:xfrm>
              <a:off x="3984119" y="5732648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4"/>
            <p:cNvSpPr/>
            <p:nvPr/>
          </p:nvSpPr>
          <p:spPr>
            <a:xfrm>
              <a:off x="3999062" y="5733228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5"/>
            <p:cNvSpPr/>
            <p:nvPr/>
          </p:nvSpPr>
          <p:spPr>
            <a:xfrm>
              <a:off x="4014005" y="5733825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6"/>
            <p:cNvSpPr/>
            <p:nvPr/>
          </p:nvSpPr>
          <p:spPr>
            <a:xfrm>
              <a:off x="4023967" y="5734216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7"/>
            <p:cNvSpPr/>
            <p:nvPr/>
          </p:nvSpPr>
          <p:spPr>
            <a:xfrm>
              <a:off x="4038911" y="5734219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8"/>
            <p:cNvSpPr/>
            <p:nvPr/>
          </p:nvSpPr>
          <p:spPr>
            <a:xfrm>
              <a:off x="4053854" y="5733540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69"/>
            <p:cNvSpPr/>
            <p:nvPr/>
          </p:nvSpPr>
          <p:spPr>
            <a:xfrm>
              <a:off x="4068797" y="5732160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0"/>
            <p:cNvSpPr/>
            <p:nvPr/>
          </p:nvSpPr>
          <p:spPr>
            <a:xfrm>
              <a:off x="4083741" y="5730311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1"/>
            <p:cNvSpPr/>
            <p:nvPr/>
          </p:nvSpPr>
          <p:spPr>
            <a:xfrm>
              <a:off x="4098684" y="5728247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2"/>
            <p:cNvSpPr/>
            <p:nvPr/>
          </p:nvSpPr>
          <p:spPr>
            <a:xfrm>
              <a:off x="4113627" y="5726203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3"/>
            <p:cNvSpPr/>
            <p:nvPr/>
          </p:nvSpPr>
          <p:spPr>
            <a:xfrm>
              <a:off x="4128570" y="5722759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4"/>
            <p:cNvSpPr/>
            <p:nvPr/>
          </p:nvSpPr>
          <p:spPr>
            <a:xfrm>
              <a:off x="4143514" y="5717386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5"/>
            <p:cNvSpPr/>
            <p:nvPr/>
          </p:nvSpPr>
          <p:spPr>
            <a:xfrm>
              <a:off x="4158457" y="5711701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6"/>
            <p:cNvSpPr/>
            <p:nvPr/>
          </p:nvSpPr>
          <p:spPr>
            <a:xfrm>
              <a:off x="4168419" y="5707357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7"/>
            <p:cNvSpPr/>
            <p:nvPr/>
          </p:nvSpPr>
          <p:spPr>
            <a:xfrm>
              <a:off x="3660347" y="5587300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" name="pg778"/>
            <p:cNvSpPr/>
            <p:nvPr/>
          </p:nvSpPr>
          <p:spPr>
            <a:xfrm>
              <a:off x="3670309" y="5587465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" name="pg779"/>
            <p:cNvSpPr/>
            <p:nvPr/>
          </p:nvSpPr>
          <p:spPr>
            <a:xfrm>
              <a:off x="3690234" y="5587930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" name="pg780"/>
            <p:cNvSpPr/>
            <p:nvPr/>
          </p:nvSpPr>
          <p:spPr>
            <a:xfrm>
              <a:off x="3705177" y="5588769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" name="pg781"/>
            <p:cNvSpPr/>
            <p:nvPr/>
          </p:nvSpPr>
          <p:spPr>
            <a:xfrm>
              <a:off x="3725102" y="5590020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" name="pg782"/>
            <p:cNvSpPr/>
            <p:nvPr/>
          </p:nvSpPr>
          <p:spPr>
            <a:xfrm>
              <a:off x="3740045" y="5591698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" name="pg783"/>
            <p:cNvSpPr/>
            <p:nvPr/>
          </p:nvSpPr>
          <p:spPr>
            <a:xfrm>
              <a:off x="3754988" y="5594200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" name="pg784"/>
            <p:cNvSpPr/>
            <p:nvPr/>
          </p:nvSpPr>
          <p:spPr>
            <a:xfrm>
              <a:off x="3764950" y="5597483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" name="pg785"/>
            <p:cNvSpPr/>
            <p:nvPr/>
          </p:nvSpPr>
          <p:spPr>
            <a:xfrm>
              <a:off x="3774913" y="5601019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" name="pg786"/>
            <p:cNvSpPr/>
            <p:nvPr/>
          </p:nvSpPr>
          <p:spPr>
            <a:xfrm>
              <a:off x="3789856" y="5604274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" name="pg787"/>
            <p:cNvSpPr/>
            <p:nvPr/>
          </p:nvSpPr>
          <p:spPr>
            <a:xfrm>
              <a:off x="3804799" y="5606694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" name="pg788"/>
            <p:cNvSpPr/>
            <p:nvPr/>
          </p:nvSpPr>
          <p:spPr>
            <a:xfrm>
              <a:off x="3829705" y="5610056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" name="pg789"/>
            <p:cNvSpPr/>
            <p:nvPr/>
          </p:nvSpPr>
          <p:spPr>
            <a:xfrm>
              <a:off x="3849629" y="5615431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" name="pg790"/>
            <p:cNvSpPr/>
            <p:nvPr/>
          </p:nvSpPr>
          <p:spPr>
            <a:xfrm>
              <a:off x="3859591" y="5621267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" name="pg791"/>
            <p:cNvSpPr/>
            <p:nvPr/>
          </p:nvSpPr>
          <p:spPr>
            <a:xfrm>
              <a:off x="3874534" y="5626030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" name="pg792"/>
            <p:cNvSpPr/>
            <p:nvPr/>
          </p:nvSpPr>
          <p:spPr>
            <a:xfrm>
              <a:off x="3879516" y="5628157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" name="pg793"/>
            <p:cNvSpPr/>
            <p:nvPr/>
          </p:nvSpPr>
          <p:spPr>
            <a:xfrm>
              <a:off x="3874534" y="5628380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" name="pg794"/>
            <p:cNvSpPr/>
            <p:nvPr/>
          </p:nvSpPr>
          <p:spPr>
            <a:xfrm>
              <a:off x="3889478" y="5628412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" name="pg795"/>
            <p:cNvSpPr/>
            <p:nvPr/>
          </p:nvSpPr>
          <p:spPr>
            <a:xfrm>
              <a:off x="3914383" y="5628240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" name="pg796"/>
            <p:cNvSpPr/>
            <p:nvPr/>
          </p:nvSpPr>
          <p:spPr>
            <a:xfrm>
              <a:off x="3944270" y="5627856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" name="pg797"/>
            <p:cNvSpPr/>
            <p:nvPr/>
          </p:nvSpPr>
          <p:spPr>
            <a:xfrm>
              <a:off x="3974156" y="5627262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" name="pg798"/>
            <p:cNvSpPr/>
            <p:nvPr/>
          </p:nvSpPr>
          <p:spPr>
            <a:xfrm>
              <a:off x="3989100" y="5625798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" name="pg799"/>
            <p:cNvSpPr/>
            <p:nvPr/>
          </p:nvSpPr>
          <p:spPr>
            <a:xfrm>
              <a:off x="4009024" y="5623089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" name="pg800"/>
            <p:cNvSpPr/>
            <p:nvPr/>
          </p:nvSpPr>
          <p:spPr>
            <a:xfrm>
              <a:off x="4023967" y="5619612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" name="pg801"/>
            <p:cNvSpPr/>
            <p:nvPr/>
          </p:nvSpPr>
          <p:spPr>
            <a:xfrm>
              <a:off x="4038911" y="5615854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" name="pg802"/>
            <p:cNvSpPr/>
            <p:nvPr/>
          </p:nvSpPr>
          <p:spPr>
            <a:xfrm>
              <a:off x="4053854" y="5612292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" name="pg803"/>
            <p:cNvSpPr/>
            <p:nvPr/>
          </p:nvSpPr>
          <p:spPr>
            <a:xfrm>
              <a:off x="4073778" y="5607362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" name="pg804"/>
            <p:cNvSpPr/>
            <p:nvPr/>
          </p:nvSpPr>
          <p:spPr>
            <a:xfrm>
              <a:off x="4088722" y="5600601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" name="pg805"/>
            <p:cNvSpPr/>
            <p:nvPr/>
          </p:nvSpPr>
          <p:spPr>
            <a:xfrm>
              <a:off x="4098684" y="5594137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" name="pg806"/>
            <p:cNvSpPr/>
            <p:nvPr/>
          </p:nvSpPr>
          <p:spPr>
            <a:xfrm>
              <a:off x="4103665" y="5590071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" name="pt807"/>
            <p:cNvSpPr/>
            <p:nvPr/>
          </p:nvSpPr>
          <p:spPr>
            <a:xfrm>
              <a:off x="1890704" y="5094815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" name="pt808"/>
            <p:cNvSpPr/>
            <p:nvPr/>
          </p:nvSpPr>
          <p:spPr>
            <a:xfrm>
              <a:off x="1890704" y="5094815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" name="pt809"/>
            <p:cNvSpPr/>
            <p:nvPr/>
          </p:nvSpPr>
          <p:spPr>
            <a:xfrm>
              <a:off x="1935534" y="5102741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" name="pt810"/>
            <p:cNvSpPr/>
            <p:nvPr/>
          </p:nvSpPr>
          <p:spPr>
            <a:xfrm>
              <a:off x="1935534" y="5102741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" name="pt811"/>
            <p:cNvSpPr/>
            <p:nvPr/>
          </p:nvSpPr>
          <p:spPr>
            <a:xfrm>
              <a:off x="1980364" y="5108080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" name="pt812"/>
            <p:cNvSpPr/>
            <p:nvPr/>
          </p:nvSpPr>
          <p:spPr>
            <a:xfrm>
              <a:off x="1980364" y="5108080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" name="pt813"/>
            <p:cNvSpPr/>
            <p:nvPr/>
          </p:nvSpPr>
          <p:spPr>
            <a:xfrm>
              <a:off x="2025194" y="5109912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" name="pt814"/>
            <p:cNvSpPr/>
            <p:nvPr/>
          </p:nvSpPr>
          <p:spPr>
            <a:xfrm>
              <a:off x="2025194" y="5109912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" name="pt815"/>
            <p:cNvSpPr/>
            <p:nvPr/>
          </p:nvSpPr>
          <p:spPr>
            <a:xfrm>
              <a:off x="2070024" y="5109929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" name="pt816"/>
            <p:cNvSpPr/>
            <p:nvPr/>
          </p:nvSpPr>
          <p:spPr>
            <a:xfrm>
              <a:off x="2070024" y="5109929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" name="pt817"/>
            <p:cNvSpPr/>
            <p:nvPr/>
          </p:nvSpPr>
          <p:spPr>
            <a:xfrm>
              <a:off x="2119835" y="5109530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" name="pt818"/>
            <p:cNvSpPr/>
            <p:nvPr/>
          </p:nvSpPr>
          <p:spPr>
            <a:xfrm>
              <a:off x="2119835" y="5109530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" name="pt819"/>
            <p:cNvSpPr/>
            <p:nvPr/>
          </p:nvSpPr>
          <p:spPr>
            <a:xfrm>
              <a:off x="2164665" y="5108235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" name="pt820"/>
            <p:cNvSpPr/>
            <p:nvPr/>
          </p:nvSpPr>
          <p:spPr>
            <a:xfrm>
              <a:off x="2164665" y="5108235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" name="pt821"/>
            <p:cNvSpPr/>
            <p:nvPr/>
          </p:nvSpPr>
          <p:spPr>
            <a:xfrm>
              <a:off x="2209495" y="5105589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" name="pt822"/>
            <p:cNvSpPr/>
            <p:nvPr/>
          </p:nvSpPr>
          <p:spPr>
            <a:xfrm>
              <a:off x="2209495" y="5105589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" name="pt823"/>
            <p:cNvSpPr/>
            <p:nvPr/>
          </p:nvSpPr>
          <p:spPr>
            <a:xfrm>
              <a:off x="2254324" y="5101931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" name="pt824"/>
            <p:cNvSpPr/>
            <p:nvPr/>
          </p:nvSpPr>
          <p:spPr>
            <a:xfrm>
              <a:off x="2254324" y="5101931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" name="pt825"/>
            <p:cNvSpPr/>
            <p:nvPr/>
          </p:nvSpPr>
          <p:spPr>
            <a:xfrm>
              <a:off x="2304135" y="5098254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" name="pt826"/>
            <p:cNvSpPr/>
            <p:nvPr/>
          </p:nvSpPr>
          <p:spPr>
            <a:xfrm>
              <a:off x="2304135" y="5098254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" name="pt827"/>
            <p:cNvSpPr/>
            <p:nvPr/>
          </p:nvSpPr>
          <p:spPr>
            <a:xfrm>
              <a:off x="2348965" y="5096538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" name="pt828"/>
            <p:cNvSpPr/>
            <p:nvPr/>
          </p:nvSpPr>
          <p:spPr>
            <a:xfrm>
              <a:off x="2348965" y="5096538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" name="pt829"/>
            <p:cNvSpPr/>
            <p:nvPr/>
          </p:nvSpPr>
          <p:spPr>
            <a:xfrm>
              <a:off x="2393795" y="5097529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" name="pt830"/>
            <p:cNvSpPr/>
            <p:nvPr/>
          </p:nvSpPr>
          <p:spPr>
            <a:xfrm>
              <a:off x="2393795" y="5097529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" name="pt831"/>
            <p:cNvSpPr/>
            <p:nvPr/>
          </p:nvSpPr>
          <p:spPr>
            <a:xfrm>
              <a:off x="2438625" y="5098025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" name="pt832"/>
            <p:cNvSpPr/>
            <p:nvPr/>
          </p:nvSpPr>
          <p:spPr>
            <a:xfrm>
              <a:off x="2438625" y="5098025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" name="pt833"/>
            <p:cNvSpPr/>
            <p:nvPr/>
          </p:nvSpPr>
          <p:spPr>
            <a:xfrm>
              <a:off x="2478474" y="5096816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" name="pt834"/>
            <p:cNvSpPr/>
            <p:nvPr/>
          </p:nvSpPr>
          <p:spPr>
            <a:xfrm>
              <a:off x="2478474" y="5096816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" name="pt835"/>
            <p:cNvSpPr/>
            <p:nvPr/>
          </p:nvSpPr>
          <p:spPr>
            <a:xfrm>
              <a:off x="2523304" y="5095948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" name="pt836"/>
            <p:cNvSpPr/>
            <p:nvPr/>
          </p:nvSpPr>
          <p:spPr>
            <a:xfrm>
              <a:off x="2523304" y="5095948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" name="pt837"/>
            <p:cNvSpPr/>
            <p:nvPr/>
          </p:nvSpPr>
          <p:spPr>
            <a:xfrm>
              <a:off x="2568134" y="5094931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" name="pt838"/>
            <p:cNvSpPr/>
            <p:nvPr/>
          </p:nvSpPr>
          <p:spPr>
            <a:xfrm>
              <a:off x="2568134" y="5094931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" name="pt839"/>
            <p:cNvSpPr/>
            <p:nvPr/>
          </p:nvSpPr>
          <p:spPr>
            <a:xfrm>
              <a:off x="2617945" y="5088789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" name="pt840"/>
            <p:cNvSpPr/>
            <p:nvPr/>
          </p:nvSpPr>
          <p:spPr>
            <a:xfrm>
              <a:off x="2617945" y="5088789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" name="pt841"/>
            <p:cNvSpPr/>
            <p:nvPr/>
          </p:nvSpPr>
          <p:spPr>
            <a:xfrm>
              <a:off x="2662774" y="5077859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" name="pt842"/>
            <p:cNvSpPr/>
            <p:nvPr/>
          </p:nvSpPr>
          <p:spPr>
            <a:xfrm>
              <a:off x="2662774" y="5077859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" name="pt843"/>
            <p:cNvSpPr/>
            <p:nvPr/>
          </p:nvSpPr>
          <p:spPr>
            <a:xfrm>
              <a:off x="2707604" y="5066110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" name="pt844"/>
            <p:cNvSpPr/>
            <p:nvPr/>
          </p:nvSpPr>
          <p:spPr>
            <a:xfrm>
              <a:off x="2707604" y="5066110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" name="pt845"/>
            <p:cNvSpPr/>
            <p:nvPr/>
          </p:nvSpPr>
          <p:spPr>
            <a:xfrm>
              <a:off x="2752434" y="5055661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" name="pt846"/>
            <p:cNvSpPr/>
            <p:nvPr/>
          </p:nvSpPr>
          <p:spPr>
            <a:xfrm>
              <a:off x="2752434" y="5055661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" name="pt847"/>
            <p:cNvSpPr/>
            <p:nvPr/>
          </p:nvSpPr>
          <p:spPr>
            <a:xfrm>
              <a:off x="2792283" y="5050359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" name="pt848"/>
            <p:cNvSpPr/>
            <p:nvPr/>
          </p:nvSpPr>
          <p:spPr>
            <a:xfrm>
              <a:off x="2792283" y="5050359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" name="pt849"/>
            <p:cNvSpPr/>
            <p:nvPr/>
          </p:nvSpPr>
          <p:spPr>
            <a:xfrm>
              <a:off x="2832132" y="5049429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" name="pt850"/>
            <p:cNvSpPr/>
            <p:nvPr/>
          </p:nvSpPr>
          <p:spPr>
            <a:xfrm>
              <a:off x="2832132" y="5049429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" name="pt851"/>
            <p:cNvSpPr/>
            <p:nvPr/>
          </p:nvSpPr>
          <p:spPr>
            <a:xfrm>
              <a:off x="2871981" y="5048708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" name="pt852"/>
            <p:cNvSpPr/>
            <p:nvPr/>
          </p:nvSpPr>
          <p:spPr>
            <a:xfrm>
              <a:off x="2871981" y="5048708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" name="pt853"/>
            <p:cNvSpPr/>
            <p:nvPr/>
          </p:nvSpPr>
          <p:spPr>
            <a:xfrm>
              <a:off x="2911829" y="5048801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" name="pt854"/>
            <p:cNvSpPr/>
            <p:nvPr/>
          </p:nvSpPr>
          <p:spPr>
            <a:xfrm>
              <a:off x="2911829" y="5048801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" name="pt855"/>
            <p:cNvSpPr/>
            <p:nvPr/>
          </p:nvSpPr>
          <p:spPr>
            <a:xfrm>
              <a:off x="2946697" y="5050236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" name="pt856"/>
            <p:cNvSpPr/>
            <p:nvPr/>
          </p:nvSpPr>
          <p:spPr>
            <a:xfrm>
              <a:off x="2946697" y="5050236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" name="pt857"/>
            <p:cNvSpPr/>
            <p:nvPr/>
          </p:nvSpPr>
          <p:spPr>
            <a:xfrm>
              <a:off x="2981565" y="5053679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" name="pt858"/>
            <p:cNvSpPr/>
            <p:nvPr/>
          </p:nvSpPr>
          <p:spPr>
            <a:xfrm>
              <a:off x="2981565" y="5053679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" name="pt859"/>
            <p:cNvSpPr/>
            <p:nvPr/>
          </p:nvSpPr>
          <p:spPr>
            <a:xfrm>
              <a:off x="3016432" y="5065881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" name="pt860"/>
            <p:cNvSpPr/>
            <p:nvPr/>
          </p:nvSpPr>
          <p:spPr>
            <a:xfrm>
              <a:off x="3016432" y="5065881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" name="pt861"/>
            <p:cNvSpPr/>
            <p:nvPr/>
          </p:nvSpPr>
          <p:spPr>
            <a:xfrm>
              <a:off x="3051300" y="5086495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" name="pt862"/>
            <p:cNvSpPr/>
            <p:nvPr/>
          </p:nvSpPr>
          <p:spPr>
            <a:xfrm>
              <a:off x="3051300" y="5086495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" name="pt863"/>
            <p:cNvSpPr/>
            <p:nvPr/>
          </p:nvSpPr>
          <p:spPr>
            <a:xfrm>
              <a:off x="3086168" y="5106262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" name="pt864"/>
            <p:cNvSpPr/>
            <p:nvPr/>
          </p:nvSpPr>
          <p:spPr>
            <a:xfrm>
              <a:off x="3086168" y="5106262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" name="pt865"/>
            <p:cNvSpPr/>
            <p:nvPr/>
          </p:nvSpPr>
          <p:spPr>
            <a:xfrm>
              <a:off x="3116054" y="5116432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" name="pt866"/>
            <p:cNvSpPr/>
            <p:nvPr/>
          </p:nvSpPr>
          <p:spPr>
            <a:xfrm>
              <a:off x="3116054" y="5116432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" name="pg867"/>
            <p:cNvSpPr/>
            <p:nvPr/>
          </p:nvSpPr>
          <p:spPr>
            <a:xfrm>
              <a:off x="1736290" y="5162529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" name="pg868"/>
            <p:cNvSpPr/>
            <p:nvPr/>
          </p:nvSpPr>
          <p:spPr>
            <a:xfrm>
              <a:off x="1746252" y="5152464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" name="pg869"/>
            <p:cNvSpPr/>
            <p:nvPr/>
          </p:nvSpPr>
          <p:spPr>
            <a:xfrm>
              <a:off x="1761196" y="5142469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" name="pg870"/>
            <p:cNvSpPr/>
            <p:nvPr/>
          </p:nvSpPr>
          <p:spPr>
            <a:xfrm>
              <a:off x="1776139" y="5133162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" name="pg871"/>
            <p:cNvSpPr/>
            <p:nvPr/>
          </p:nvSpPr>
          <p:spPr>
            <a:xfrm>
              <a:off x="1791082" y="5125174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" name="pg872"/>
            <p:cNvSpPr/>
            <p:nvPr/>
          </p:nvSpPr>
          <p:spPr>
            <a:xfrm>
              <a:off x="1806026" y="5119175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" name="pg873"/>
            <p:cNvSpPr/>
            <p:nvPr/>
          </p:nvSpPr>
          <p:spPr>
            <a:xfrm>
              <a:off x="1820969" y="5110647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" name="pg874"/>
            <p:cNvSpPr/>
            <p:nvPr/>
          </p:nvSpPr>
          <p:spPr>
            <a:xfrm>
              <a:off x="1835912" y="5097036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6" name="pg875"/>
            <p:cNvSpPr/>
            <p:nvPr/>
          </p:nvSpPr>
          <p:spPr>
            <a:xfrm>
              <a:off x="1845874" y="5082135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7" name="pg876"/>
            <p:cNvSpPr/>
            <p:nvPr/>
          </p:nvSpPr>
          <p:spPr>
            <a:xfrm>
              <a:off x="1860818" y="5069710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8" name="pg877"/>
            <p:cNvSpPr/>
            <p:nvPr/>
          </p:nvSpPr>
          <p:spPr>
            <a:xfrm>
              <a:off x="1870780" y="5063558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9" name="pg878"/>
            <p:cNvSpPr/>
            <p:nvPr/>
          </p:nvSpPr>
          <p:spPr>
            <a:xfrm>
              <a:off x="1880742" y="5063441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0" name="pg879"/>
            <p:cNvSpPr/>
            <p:nvPr/>
          </p:nvSpPr>
          <p:spPr>
            <a:xfrm>
              <a:off x="1885723" y="5065830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1" name="pg880"/>
            <p:cNvSpPr/>
            <p:nvPr/>
          </p:nvSpPr>
          <p:spPr>
            <a:xfrm>
              <a:off x="1890704" y="5069846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2" name="pg881"/>
            <p:cNvSpPr/>
            <p:nvPr/>
          </p:nvSpPr>
          <p:spPr>
            <a:xfrm>
              <a:off x="1900667" y="5074598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3" name="pg882"/>
            <p:cNvSpPr/>
            <p:nvPr/>
          </p:nvSpPr>
          <p:spPr>
            <a:xfrm>
              <a:off x="1905648" y="5079147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4" name="pg883"/>
            <p:cNvSpPr/>
            <p:nvPr/>
          </p:nvSpPr>
          <p:spPr>
            <a:xfrm>
              <a:off x="1915610" y="5086778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5" name="pg884"/>
            <p:cNvSpPr/>
            <p:nvPr/>
          </p:nvSpPr>
          <p:spPr>
            <a:xfrm>
              <a:off x="1925572" y="5098914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6" name="pg885"/>
            <p:cNvSpPr/>
            <p:nvPr/>
          </p:nvSpPr>
          <p:spPr>
            <a:xfrm>
              <a:off x="1930553" y="5111896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7" name="pg886"/>
            <p:cNvSpPr/>
            <p:nvPr/>
          </p:nvSpPr>
          <p:spPr>
            <a:xfrm>
              <a:off x="1940515" y="5121987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8" name="pg887"/>
            <p:cNvSpPr/>
            <p:nvPr/>
          </p:nvSpPr>
          <p:spPr>
            <a:xfrm>
              <a:off x="1950477" y="5125419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9" name="pg888"/>
            <p:cNvSpPr/>
            <p:nvPr/>
          </p:nvSpPr>
          <p:spPr>
            <a:xfrm>
              <a:off x="1960440" y="5122219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0" name="pg889"/>
            <p:cNvSpPr/>
            <p:nvPr/>
          </p:nvSpPr>
          <p:spPr>
            <a:xfrm>
              <a:off x="1975383" y="5115746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1" name="pg890"/>
            <p:cNvSpPr/>
            <p:nvPr/>
          </p:nvSpPr>
          <p:spPr>
            <a:xfrm>
              <a:off x="1985345" y="5107352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2" name="pg891"/>
            <p:cNvSpPr/>
            <p:nvPr/>
          </p:nvSpPr>
          <p:spPr>
            <a:xfrm>
              <a:off x="2000288" y="5098360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3" name="pg892"/>
            <p:cNvSpPr/>
            <p:nvPr/>
          </p:nvSpPr>
          <p:spPr>
            <a:xfrm>
              <a:off x="2020213" y="5090119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4" name="pg893"/>
            <p:cNvSpPr/>
            <p:nvPr/>
          </p:nvSpPr>
          <p:spPr>
            <a:xfrm>
              <a:off x="2035156" y="5080472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5" name="pg894"/>
            <p:cNvSpPr/>
            <p:nvPr/>
          </p:nvSpPr>
          <p:spPr>
            <a:xfrm>
              <a:off x="2050099" y="5068421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6" name="pg895"/>
            <p:cNvSpPr/>
            <p:nvPr/>
          </p:nvSpPr>
          <p:spPr>
            <a:xfrm>
              <a:off x="2065043" y="5057242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7" name="pg896"/>
            <p:cNvSpPr/>
            <p:nvPr/>
          </p:nvSpPr>
          <p:spPr>
            <a:xfrm>
              <a:off x="2079986" y="5050227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8" name="pg897"/>
            <p:cNvSpPr/>
            <p:nvPr/>
          </p:nvSpPr>
          <p:spPr>
            <a:xfrm>
              <a:off x="1377330" y="4132400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8"/>
            <p:cNvSpPr/>
            <p:nvPr/>
          </p:nvSpPr>
          <p:spPr>
            <a:xfrm>
              <a:off x="1377330" y="4132400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899"/>
            <p:cNvSpPr/>
            <p:nvPr/>
          </p:nvSpPr>
          <p:spPr>
            <a:xfrm>
              <a:off x="1407217" y="4129785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g900"/>
            <p:cNvSpPr/>
            <p:nvPr/>
          </p:nvSpPr>
          <p:spPr>
            <a:xfrm>
              <a:off x="1407217" y="4129785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g901"/>
            <p:cNvSpPr/>
            <p:nvPr/>
          </p:nvSpPr>
          <p:spPr>
            <a:xfrm>
              <a:off x="1437103" y="4129645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g902"/>
            <p:cNvSpPr/>
            <p:nvPr/>
          </p:nvSpPr>
          <p:spPr>
            <a:xfrm>
              <a:off x="1437103" y="4129645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g903"/>
            <p:cNvSpPr/>
            <p:nvPr/>
          </p:nvSpPr>
          <p:spPr>
            <a:xfrm>
              <a:off x="1466990" y="4131735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g904"/>
            <p:cNvSpPr/>
            <p:nvPr/>
          </p:nvSpPr>
          <p:spPr>
            <a:xfrm>
              <a:off x="1466990" y="4131735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g905"/>
            <p:cNvSpPr/>
            <p:nvPr/>
          </p:nvSpPr>
          <p:spPr>
            <a:xfrm>
              <a:off x="1496877" y="4135867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g906"/>
            <p:cNvSpPr/>
            <p:nvPr/>
          </p:nvSpPr>
          <p:spPr>
            <a:xfrm>
              <a:off x="1496877" y="4135867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g907"/>
            <p:cNvSpPr/>
            <p:nvPr/>
          </p:nvSpPr>
          <p:spPr>
            <a:xfrm>
              <a:off x="1531744" y="4141931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g908"/>
            <p:cNvSpPr/>
            <p:nvPr/>
          </p:nvSpPr>
          <p:spPr>
            <a:xfrm>
              <a:off x="1531744" y="4141931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g909"/>
            <p:cNvSpPr/>
            <p:nvPr/>
          </p:nvSpPr>
          <p:spPr>
            <a:xfrm>
              <a:off x="1566612" y="4153780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g910"/>
            <p:cNvSpPr/>
            <p:nvPr/>
          </p:nvSpPr>
          <p:spPr>
            <a:xfrm>
              <a:off x="1566612" y="4153780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g911"/>
            <p:cNvSpPr/>
            <p:nvPr/>
          </p:nvSpPr>
          <p:spPr>
            <a:xfrm>
              <a:off x="1596499" y="4172496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g912"/>
            <p:cNvSpPr/>
            <p:nvPr/>
          </p:nvSpPr>
          <p:spPr>
            <a:xfrm>
              <a:off x="1596499" y="4172496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g913"/>
            <p:cNvSpPr/>
            <p:nvPr/>
          </p:nvSpPr>
          <p:spPr>
            <a:xfrm>
              <a:off x="1631366" y="4194528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g914"/>
            <p:cNvSpPr/>
            <p:nvPr/>
          </p:nvSpPr>
          <p:spPr>
            <a:xfrm>
              <a:off x="1631366" y="4194528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g915"/>
            <p:cNvSpPr/>
            <p:nvPr/>
          </p:nvSpPr>
          <p:spPr>
            <a:xfrm>
              <a:off x="1666234" y="4216259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g916"/>
            <p:cNvSpPr/>
            <p:nvPr/>
          </p:nvSpPr>
          <p:spPr>
            <a:xfrm>
              <a:off x="1666234" y="4216259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g917"/>
            <p:cNvSpPr/>
            <p:nvPr/>
          </p:nvSpPr>
          <p:spPr>
            <a:xfrm>
              <a:off x="1701102" y="4234029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g918"/>
            <p:cNvSpPr/>
            <p:nvPr/>
          </p:nvSpPr>
          <p:spPr>
            <a:xfrm>
              <a:off x="1701102" y="4234029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g919"/>
            <p:cNvSpPr/>
            <p:nvPr/>
          </p:nvSpPr>
          <p:spPr>
            <a:xfrm>
              <a:off x="1735969" y="4250923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g920"/>
            <p:cNvSpPr/>
            <p:nvPr/>
          </p:nvSpPr>
          <p:spPr>
            <a:xfrm>
              <a:off x="1735969" y="4250923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g921"/>
            <p:cNvSpPr/>
            <p:nvPr/>
          </p:nvSpPr>
          <p:spPr>
            <a:xfrm>
              <a:off x="1765856" y="4270371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g922"/>
            <p:cNvSpPr/>
            <p:nvPr/>
          </p:nvSpPr>
          <p:spPr>
            <a:xfrm>
              <a:off x="1765856" y="4270371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g923"/>
            <p:cNvSpPr/>
            <p:nvPr/>
          </p:nvSpPr>
          <p:spPr>
            <a:xfrm>
              <a:off x="1800724" y="4289164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g924"/>
            <p:cNvSpPr/>
            <p:nvPr/>
          </p:nvSpPr>
          <p:spPr>
            <a:xfrm>
              <a:off x="1800724" y="4289164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g925"/>
            <p:cNvSpPr/>
            <p:nvPr/>
          </p:nvSpPr>
          <p:spPr>
            <a:xfrm>
              <a:off x="1835591" y="4304169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g926"/>
            <p:cNvSpPr/>
            <p:nvPr/>
          </p:nvSpPr>
          <p:spPr>
            <a:xfrm>
              <a:off x="1835591" y="4304169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g927"/>
            <p:cNvSpPr/>
            <p:nvPr/>
          </p:nvSpPr>
          <p:spPr>
            <a:xfrm>
              <a:off x="1875440" y="4312199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g928"/>
            <p:cNvSpPr/>
            <p:nvPr/>
          </p:nvSpPr>
          <p:spPr>
            <a:xfrm>
              <a:off x="1875440" y="4312199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g929"/>
            <p:cNvSpPr/>
            <p:nvPr/>
          </p:nvSpPr>
          <p:spPr>
            <a:xfrm>
              <a:off x="1915289" y="4310550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g930"/>
            <p:cNvSpPr/>
            <p:nvPr/>
          </p:nvSpPr>
          <p:spPr>
            <a:xfrm>
              <a:off x="1915289" y="4310550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g931"/>
            <p:cNvSpPr/>
            <p:nvPr/>
          </p:nvSpPr>
          <p:spPr>
            <a:xfrm>
              <a:off x="1960119" y="4301798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g932"/>
            <p:cNvSpPr/>
            <p:nvPr/>
          </p:nvSpPr>
          <p:spPr>
            <a:xfrm>
              <a:off x="1960119" y="4301798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g933"/>
            <p:cNvSpPr/>
            <p:nvPr/>
          </p:nvSpPr>
          <p:spPr>
            <a:xfrm>
              <a:off x="1999967" y="4290531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g934"/>
            <p:cNvSpPr/>
            <p:nvPr/>
          </p:nvSpPr>
          <p:spPr>
            <a:xfrm>
              <a:off x="1999967" y="4290531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g935"/>
            <p:cNvSpPr/>
            <p:nvPr/>
          </p:nvSpPr>
          <p:spPr>
            <a:xfrm>
              <a:off x="2044797" y="4281291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g936"/>
            <p:cNvSpPr/>
            <p:nvPr/>
          </p:nvSpPr>
          <p:spPr>
            <a:xfrm>
              <a:off x="2044797" y="4281291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g937"/>
            <p:cNvSpPr/>
            <p:nvPr/>
          </p:nvSpPr>
          <p:spPr>
            <a:xfrm>
              <a:off x="2089627" y="4278477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g938"/>
            <p:cNvSpPr/>
            <p:nvPr/>
          </p:nvSpPr>
          <p:spPr>
            <a:xfrm>
              <a:off x="2089627" y="4278477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g939"/>
            <p:cNvSpPr/>
            <p:nvPr/>
          </p:nvSpPr>
          <p:spPr>
            <a:xfrm>
              <a:off x="2134457" y="4284824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g940"/>
            <p:cNvSpPr/>
            <p:nvPr/>
          </p:nvSpPr>
          <p:spPr>
            <a:xfrm>
              <a:off x="2134457" y="4284824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g941"/>
            <p:cNvSpPr/>
            <p:nvPr/>
          </p:nvSpPr>
          <p:spPr>
            <a:xfrm>
              <a:off x="2184268" y="4297236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g942"/>
            <p:cNvSpPr/>
            <p:nvPr/>
          </p:nvSpPr>
          <p:spPr>
            <a:xfrm>
              <a:off x="2184268" y="4297236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g943"/>
            <p:cNvSpPr/>
            <p:nvPr/>
          </p:nvSpPr>
          <p:spPr>
            <a:xfrm>
              <a:off x="2234079" y="4311083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g944"/>
            <p:cNvSpPr/>
            <p:nvPr/>
          </p:nvSpPr>
          <p:spPr>
            <a:xfrm>
              <a:off x="2234079" y="4311083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g945"/>
            <p:cNvSpPr/>
            <p:nvPr/>
          </p:nvSpPr>
          <p:spPr>
            <a:xfrm>
              <a:off x="2283890" y="4322355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g946"/>
            <p:cNvSpPr/>
            <p:nvPr/>
          </p:nvSpPr>
          <p:spPr>
            <a:xfrm>
              <a:off x="2283890" y="4322355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g947"/>
            <p:cNvSpPr/>
            <p:nvPr/>
          </p:nvSpPr>
          <p:spPr>
            <a:xfrm>
              <a:off x="2333701" y="4327599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g948"/>
            <p:cNvSpPr/>
            <p:nvPr/>
          </p:nvSpPr>
          <p:spPr>
            <a:xfrm>
              <a:off x="2333701" y="4327599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g949"/>
            <p:cNvSpPr/>
            <p:nvPr/>
          </p:nvSpPr>
          <p:spPr>
            <a:xfrm>
              <a:off x="2383512" y="4326936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g950"/>
            <p:cNvSpPr/>
            <p:nvPr/>
          </p:nvSpPr>
          <p:spPr>
            <a:xfrm>
              <a:off x="2383512" y="4326936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g951"/>
            <p:cNvSpPr/>
            <p:nvPr/>
          </p:nvSpPr>
          <p:spPr>
            <a:xfrm>
              <a:off x="2433323" y="4323939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g952"/>
            <p:cNvSpPr/>
            <p:nvPr/>
          </p:nvSpPr>
          <p:spPr>
            <a:xfrm>
              <a:off x="2433323" y="4323939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g953"/>
            <p:cNvSpPr/>
            <p:nvPr/>
          </p:nvSpPr>
          <p:spPr>
            <a:xfrm>
              <a:off x="2483134" y="4319192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g954"/>
            <p:cNvSpPr/>
            <p:nvPr/>
          </p:nvSpPr>
          <p:spPr>
            <a:xfrm>
              <a:off x="2483134" y="4319192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g955"/>
            <p:cNvSpPr/>
            <p:nvPr/>
          </p:nvSpPr>
          <p:spPr>
            <a:xfrm>
              <a:off x="2522983" y="4313287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g956"/>
            <p:cNvSpPr/>
            <p:nvPr/>
          </p:nvSpPr>
          <p:spPr>
            <a:xfrm>
              <a:off x="2522983" y="4313287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g957"/>
            <p:cNvSpPr/>
            <p:nvPr/>
          </p:nvSpPr>
          <p:spPr>
            <a:xfrm>
              <a:off x="2086320" y="4382520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g958"/>
            <p:cNvSpPr/>
            <p:nvPr/>
          </p:nvSpPr>
          <p:spPr>
            <a:xfrm>
              <a:off x="2126169" y="4395614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g959"/>
            <p:cNvSpPr/>
            <p:nvPr/>
          </p:nvSpPr>
          <p:spPr>
            <a:xfrm>
              <a:off x="2166018" y="4410795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g960"/>
            <p:cNvSpPr/>
            <p:nvPr/>
          </p:nvSpPr>
          <p:spPr>
            <a:xfrm>
              <a:off x="2205867" y="4427488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g961"/>
            <p:cNvSpPr/>
            <p:nvPr/>
          </p:nvSpPr>
          <p:spPr>
            <a:xfrm>
              <a:off x="2250697" y="4445147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g962"/>
            <p:cNvSpPr/>
            <p:nvPr/>
          </p:nvSpPr>
          <p:spPr>
            <a:xfrm>
              <a:off x="2290545" y="4463282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g963"/>
            <p:cNvSpPr/>
            <p:nvPr/>
          </p:nvSpPr>
          <p:spPr>
            <a:xfrm>
              <a:off x="2330394" y="4487443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g964"/>
            <p:cNvSpPr/>
            <p:nvPr/>
          </p:nvSpPr>
          <p:spPr>
            <a:xfrm>
              <a:off x="2370243" y="4519303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g965"/>
            <p:cNvSpPr/>
            <p:nvPr/>
          </p:nvSpPr>
          <p:spPr>
            <a:xfrm>
              <a:off x="2395148" y="4552630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g966"/>
            <p:cNvSpPr/>
            <p:nvPr/>
          </p:nvSpPr>
          <p:spPr>
            <a:xfrm>
              <a:off x="2425035" y="4581231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g967"/>
            <p:cNvSpPr/>
            <p:nvPr/>
          </p:nvSpPr>
          <p:spPr>
            <a:xfrm>
              <a:off x="2449940" y="4598878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g968"/>
            <p:cNvSpPr/>
            <p:nvPr/>
          </p:nvSpPr>
          <p:spPr>
            <a:xfrm>
              <a:off x="2474846" y="4606982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g969"/>
            <p:cNvSpPr/>
            <p:nvPr/>
          </p:nvSpPr>
          <p:spPr>
            <a:xfrm>
              <a:off x="2499751" y="4612010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g970"/>
            <p:cNvSpPr/>
            <p:nvPr/>
          </p:nvSpPr>
          <p:spPr>
            <a:xfrm>
              <a:off x="2524657" y="4615354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g971"/>
            <p:cNvSpPr/>
            <p:nvPr/>
          </p:nvSpPr>
          <p:spPr>
            <a:xfrm>
              <a:off x="2549562" y="4618403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g972"/>
            <p:cNvSpPr/>
            <p:nvPr/>
          </p:nvSpPr>
          <p:spPr>
            <a:xfrm>
              <a:off x="2579449" y="4622624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g973"/>
            <p:cNvSpPr/>
            <p:nvPr/>
          </p:nvSpPr>
          <p:spPr>
            <a:xfrm>
              <a:off x="2604355" y="4626942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g974"/>
            <p:cNvSpPr/>
            <p:nvPr/>
          </p:nvSpPr>
          <p:spPr>
            <a:xfrm>
              <a:off x="2639222" y="4629959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g975"/>
            <p:cNvSpPr/>
            <p:nvPr/>
          </p:nvSpPr>
          <p:spPr>
            <a:xfrm>
              <a:off x="2669109" y="4632602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g976"/>
            <p:cNvSpPr/>
            <p:nvPr/>
          </p:nvSpPr>
          <p:spPr>
            <a:xfrm>
              <a:off x="2698995" y="4636071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g977"/>
            <p:cNvSpPr/>
            <p:nvPr/>
          </p:nvSpPr>
          <p:spPr>
            <a:xfrm>
              <a:off x="2733863" y="4642239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g978"/>
            <p:cNvSpPr/>
            <p:nvPr/>
          </p:nvSpPr>
          <p:spPr>
            <a:xfrm>
              <a:off x="2768731" y="4652391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g979"/>
            <p:cNvSpPr/>
            <p:nvPr/>
          </p:nvSpPr>
          <p:spPr>
            <a:xfrm>
              <a:off x="2803598" y="4665486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g980"/>
            <p:cNvSpPr/>
            <p:nvPr/>
          </p:nvSpPr>
          <p:spPr>
            <a:xfrm>
              <a:off x="2838466" y="4680248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g981"/>
            <p:cNvSpPr/>
            <p:nvPr/>
          </p:nvSpPr>
          <p:spPr>
            <a:xfrm>
              <a:off x="2868353" y="4695458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g982"/>
            <p:cNvSpPr/>
            <p:nvPr/>
          </p:nvSpPr>
          <p:spPr>
            <a:xfrm>
              <a:off x="2903220" y="4709678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g983"/>
            <p:cNvSpPr/>
            <p:nvPr/>
          </p:nvSpPr>
          <p:spPr>
            <a:xfrm>
              <a:off x="2938088" y="4727000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g984"/>
            <p:cNvSpPr/>
            <p:nvPr/>
          </p:nvSpPr>
          <p:spPr>
            <a:xfrm>
              <a:off x="2967975" y="4748795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g985"/>
            <p:cNvSpPr/>
            <p:nvPr/>
          </p:nvSpPr>
          <p:spPr>
            <a:xfrm>
              <a:off x="3002842" y="4769564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g986"/>
            <p:cNvSpPr/>
            <p:nvPr/>
          </p:nvSpPr>
          <p:spPr>
            <a:xfrm>
              <a:off x="3027748" y="4783765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pg987"/>
            <p:cNvSpPr/>
            <p:nvPr/>
          </p:nvSpPr>
          <p:spPr>
            <a:xfrm>
              <a:off x="2737491" y="5663589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rc988"/>
            <p:cNvSpPr/>
            <p:nvPr/>
          </p:nvSpPr>
          <p:spPr>
            <a:xfrm>
              <a:off x="2737491" y="5663589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g989"/>
            <p:cNvSpPr/>
            <p:nvPr/>
          </p:nvSpPr>
          <p:spPr>
            <a:xfrm>
              <a:off x="2762396" y="5668968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rc990"/>
            <p:cNvSpPr/>
            <p:nvPr/>
          </p:nvSpPr>
          <p:spPr>
            <a:xfrm>
              <a:off x="2762396" y="5668968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g991"/>
            <p:cNvSpPr/>
            <p:nvPr/>
          </p:nvSpPr>
          <p:spPr>
            <a:xfrm>
              <a:off x="2802245" y="5673762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rc992"/>
            <p:cNvSpPr/>
            <p:nvPr/>
          </p:nvSpPr>
          <p:spPr>
            <a:xfrm>
              <a:off x="2802245" y="5673762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g993"/>
            <p:cNvSpPr/>
            <p:nvPr/>
          </p:nvSpPr>
          <p:spPr>
            <a:xfrm>
              <a:off x="2827151" y="5677696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rc994"/>
            <p:cNvSpPr/>
            <p:nvPr/>
          </p:nvSpPr>
          <p:spPr>
            <a:xfrm>
              <a:off x="2827151" y="5677696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g995"/>
            <p:cNvSpPr/>
            <p:nvPr/>
          </p:nvSpPr>
          <p:spPr>
            <a:xfrm>
              <a:off x="2857037" y="5680515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rc996"/>
            <p:cNvSpPr/>
            <p:nvPr/>
          </p:nvSpPr>
          <p:spPr>
            <a:xfrm>
              <a:off x="2857037" y="5680515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g997"/>
            <p:cNvSpPr/>
            <p:nvPr/>
          </p:nvSpPr>
          <p:spPr>
            <a:xfrm>
              <a:off x="2886924" y="5681942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rc998"/>
            <p:cNvSpPr/>
            <p:nvPr/>
          </p:nvSpPr>
          <p:spPr>
            <a:xfrm>
              <a:off x="2886924" y="5681942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g999"/>
            <p:cNvSpPr/>
            <p:nvPr/>
          </p:nvSpPr>
          <p:spPr>
            <a:xfrm>
              <a:off x="2916810" y="5682287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rc1000"/>
            <p:cNvSpPr/>
            <p:nvPr/>
          </p:nvSpPr>
          <p:spPr>
            <a:xfrm>
              <a:off x="2916810" y="5682287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g1001"/>
            <p:cNvSpPr/>
            <p:nvPr/>
          </p:nvSpPr>
          <p:spPr>
            <a:xfrm>
              <a:off x="2941716" y="5682200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rc1002"/>
            <p:cNvSpPr/>
            <p:nvPr/>
          </p:nvSpPr>
          <p:spPr>
            <a:xfrm>
              <a:off x="2941716" y="5682200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g1003"/>
            <p:cNvSpPr/>
            <p:nvPr/>
          </p:nvSpPr>
          <p:spPr>
            <a:xfrm>
              <a:off x="2966621" y="5681908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rc1004"/>
            <p:cNvSpPr/>
            <p:nvPr/>
          </p:nvSpPr>
          <p:spPr>
            <a:xfrm>
              <a:off x="2966621" y="5681908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g1005"/>
            <p:cNvSpPr/>
            <p:nvPr/>
          </p:nvSpPr>
          <p:spPr>
            <a:xfrm>
              <a:off x="2986546" y="5681638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rc1006"/>
            <p:cNvSpPr/>
            <p:nvPr/>
          </p:nvSpPr>
          <p:spPr>
            <a:xfrm>
              <a:off x="2986546" y="5681638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g1007"/>
            <p:cNvSpPr/>
            <p:nvPr/>
          </p:nvSpPr>
          <p:spPr>
            <a:xfrm>
              <a:off x="3016432" y="5681582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rc1008"/>
            <p:cNvSpPr/>
            <p:nvPr/>
          </p:nvSpPr>
          <p:spPr>
            <a:xfrm>
              <a:off x="3016432" y="5681582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g1009"/>
            <p:cNvSpPr/>
            <p:nvPr/>
          </p:nvSpPr>
          <p:spPr>
            <a:xfrm>
              <a:off x="3036357" y="5681827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rc1010"/>
            <p:cNvSpPr/>
            <p:nvPr/>
          </p:nvSpPr>
          <p:spPr>
            <a:xfrm>
              <a:off x="3036357" y="5681827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g1011"/>
            <p:cNvSpPr/>
            <p:nvPr/>
          </p:nvSpPr>
          <p:spPr>
            <a:xfrm>
              <a:off x="3056281" y="5682273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rc1012"/>
            <p:cNvSpPr/>
            <p:nvPr/>
          </p:nvSpPr>
          <p:spPr>
            <a:xfrm>
              <a:off x="3056281" y="5682273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g1013"/>
            <p:cNvSpPr/>
            <p:nvPr/>
          </p:nvSpPr>
          <p:spPr>
            <a:xfrm>
              <a:off x="3071225" y="5682806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rc1014"/>
            <p:cNvSpPr/>
            <p:nvPr/>
          </p:nvSpPr>
          <p:spPr>
            <a:xfrm>
              <a:off x="3071225" y="5682806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g1015"/>
            <p:cNvSpPr/>
            <p:nvPr/>
          </p:nvSpPr>
          <p:spPr>
            <a:xfrm>
              <a:off x="3081187" y="5683298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rc1016"/>
            <p:cNvSpPr/>
            <p:nvPr/>
          </p:nvSpPr>
          <p:spPr>
            <a:xfrm>
              <a:off x="3081187" y="5683298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g1017"/>
            <p:cNvSpPr/>
            <p:nvPr/>
          </p:nvSpPr>
          <p:spPr>
            <a:xfrm>
              <a:off x="3106092" y="5683627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rc1018"/>
            <p:cNvSpPr/>
            <p:nvPr/>
          </p:nvSpPr>
          <p:spPr>
            <a:xfrm>
              <a:off x="3106092" y="5683627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g1019"/>
            <p:cNvSpPr/>
            <p:nvPr/>
          </p:nvSpPr>
          <p:spPr>
            <a:xfrm>
              <a:off x="3130998" y="5683932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rc1020"/>
            <p:cNvSpPr/>
            <p:nvPr/>
          </p:nvSpPr>
          <p:spPr>
            <a:xfrm>
              <a:off x="3130998" y="5683932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g1021"/>
            <p:cNvSpPr/>
            <p:nvPr/>
          </p:nvSpPr>
          <p:spPr>
            <a:xfrm>
              <a:off x="3135979" y="5684336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rc1022"/>
            <p:cNvSpPr/>
            <p:nvPr/>
          </p:nvSpPr>
          <p:spPr>
            <a:xfrm>
              <a:off x="3135979" y="5684336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g1023"/>
            <p:cNvSpPr/>
            <p:nvPr/>
          </p:nvSpPr>
          <p:spPr>
            <a:xfrm>
              <a:off x="3150922" y="5684697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rc1024"/>
            <p:cNvSpPr/>
            <p:nvPr/>
          </p:nvSpPr>
          <p:spPr>
            <a:xfrm>
              <a:off x="3150922" y="5684697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g1025"/>
            <p:cNvSpPr/>
            <p:nvPr/>
          </p:nvSpPr>
          <p:spPr>
            <a:xfrm>
              <a:off x="3170846" y="5684853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rc1026"/>
            <p:cNvSpPr/>
            <p:nvPr/>
          </p:nvSpPr>
          <p:spPr>
            <a:xfrm>
              <a:off x="3170846" y="5684853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g1027"/>
            <p:cNvSpPr/>
            <p:nvPr/>
          </p:nvSpPr>
          <p:spPr>
            <a:xfrm>
              <a:off x="3195752" y="5684654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rc1028"/>
            <p:cNvSpPr/>
            <p:nvPr/>
          </p:nvSpPr>
          <p:spPr>
            <a:xfrm>
              <a:off x="3195752" y="5684654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g1029"/>
            <p:cNvSpPr/>
            <p:nvPr/>
          </p:nvSpPr>
          <p:spPr>
            <a:xfrm>
              <a:off x="3220657" y="5683388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rc1030"/>
            <p:cNvSpPr/>
            <p:nvPr/>
          </p:nvSpPr>
          <p:spPr>
            <a:xfrm>
              <a:off x="3220657" y="5683388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g1031"/>
            <p:cNvSpPr/>
            <p:nvPr/>
          </p:nvSpPr>
          <p:spPr>
            <a:xfrm>
              <a:off x="3245563" y="5680837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rc1032"/>
            <p:cNvSpPr/>
            <p:nvPr/>
          </p:nvSpPr>
          <p:spPr>
            <a:xfrm>
              <a:off x="3245563" y="5680837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g1033"/>
            <p:cNvSpPr/>
            <p:nvPr/>
          </p:nvSpPr>
          <p:spPr>
            <a:xfrm>
              <a:off x="3260506" y="5677594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rc1034"/>
            <p:cNvSpPr/>
            <p:nvPr/>
          </p:nvSpPr>
          <p:spPr>
            <a:xfrm>
              <a:off x="3260506" y="5677594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g1035"/>
            <p:cNvSpPr/>
            <p:nvPr/>
          </p:nvSpPr>
          <p:spPr>
            <a:xfrm>
              <a:off x="3275450" y="5674261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rc1036"/>
            <p:cNvSpPr/>
            <p:nvPr/>
          </p:nvSpPr>
          <p:spPr>
            <a:xfrm>
              <a:off x="3275450" y="5674261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g1037"/>
            <p:cNvSpPr/>
            <p:nvPr/>
          </p:nvSpPr>
          <p:spPr>
            <a:xfrm>
              <a:off x="3320279" y="5671438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rc1038"/>
            <p:cNvSpPr/>
            <p:nvPr/>
          </p:nvSpPr>
          <p:spPr>
            <a:xfrm>
              <a:off x="3320279" y="5671438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g1039"/>
            <p:cNvSpPr/>
            <p:nvPr/>
          </p:nvSpPr>
          <p:spPr>
            <a:xfrm>
              <a:off x="3365109" y="5667650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rc1040"/>
            <p:cNvSpPr/>
            <p:nvPr/>
          </p:nvSpPr>
          <p:spPr>
            <a:xfrm>
              <a:off x="3365109" y="5667650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g1041"/>
            <p:cNvSpPr/>
            <p:nvPr/>
          </p:nvSpPr>
          <p:spPr>
            <a:xfrm>
              <a:off x="3394996" y="5662362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rc1042"/>
            <p:cNvSpPr/>
            <p:nvPr/>
          </p:nvSpPr>
          <p:spPr>
            <a:xfrm>
              <a:off x="3394996" y="5662362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g1043"/>
            <p:cNvSpPr/>
            <p:nvPr/>
          </p:nvSpPr>
          <p:spPr>
            <a:xfrm>
              <a:off x="3409939" y="5657531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rc1044"/>
            <p:cNvSpPr/>
            <p:nvPr/>
          </p:nvSpPr>
          <p:spPr>
            <a:xfrm>
              <a:off x="3409939" y="5657531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g1045"/>
            <p:cNvSpPr/>
            <p:nvPr/>
          </p:nvSpPr>
          <p:spPr>
            <a:xfrm>
              <a:off x="3419901" y="5655179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rc1046"/>
            <p:cNvSpPr/>
            <p:nvPr/>
          </p:nvSpPr>
          <p:spPr>
            <a:xfrm>
              <a:off x="3419901" y="5655179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g1047"/>
            <p:cNvSpPr/>
            <p:nvPr/>
          </p:nvSpPr>
          <p:spPr>
            <a:xfrm>
              <a:off x="2254324" y="5591347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9" name="pg1048"/>
            <p:cNvSpPr/>
            <p:nvPr/>
          </p:nvSpPr>
          <p:spPr>
            <a:xfrm>
              <a:off x="2279230" y="559639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0" name="pg1049"/>
            <p:cNvSpPr/>
            <p:nvPr/>
          </p:nvSpPr>
          <p:spPr>
            <a:xfrm>
              <a:off x="2304135" y="5601514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1" name="pg1050"/>
            <p:cNvSpPr/>
            <p:nvPr/>
          </p:nvSpPr>
          <p:spPr>
            <a:xfrm>
              <a:off x="2334022" y="5606527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2" name="pg1051"/>
            <p:cNvSpPr/>
            <p:nvPr/>
          </p:nvSpPr>
          <p:spPr>
            <a:xfrm>
              <a:off x="2358928" y="5611347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3" name="pg1052"/>
            <p:cNvSpPr/>
            <p:nvPr/>
          </p:nvSpPr>
          <p:spPr>
            <a:xfrm>
              <a:off x="2383833" y="561572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4" name="pg1053"/>
            <p:cNvSpPr/>
            <p:nvPr/>
          </p:nvSpPr>
          <p:spPr>
            <a:xfrm>
              <a:off x="2413720" y="5620994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5" name="pg1054"/>
            <p:cNvSpPr/>
            <p:nvPr/>
          </p:nvSpPr>
          <p:spPr>
            <a:xfrm>
              <a:off x="2438625" y="5627845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6" name="pg1055"/>
            <p:cNvSpPr/>
            <p:nvPr/>
          </p:nvSpPr>
          <p:spPr>
            <a:xfrm>
              <a:off x="2463531" y="563511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7" name="pg1056"/>
            <p:cNvSpPr/>
            <p:nvPr/>
          </p:nvSpPr>
          <p:spPr>
            <a:xfrm>
              <a:off x="2483455" y="564163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8" name="pg1057"/>
            <p:cNvSpPr/>
            <p:nvPr/>
          </p:nvSpPr>
          <p:spPr>
            <a:xfrm>
              <a:off x="2508360" y="5646236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9" name="pg1058"/>
            <p:cNvSpPr/>
            <p:nvPr/>
          </p:nvSpPr>
          <p:spPr>
            <a:xfrm>
              <a:off x="2533266" y="5649577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0" name="pg1059"/>
            <p:cNvSpPr/>
            <p:nvPr/>
          </p:nvSpPr>
          <p:spPr>
            <a:xfrm>
              <a:off x="2553190" y="5652919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1" name="pg1060"/>
            <p:cNvSpPr/>
            <p:nvPr/>
          </p:nvSpPr>
          <p:spPr>
            <a:xfrm>
              <a:off x="2578096" y="5656009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2" name="pg1061"/>
            <p:cNvSpPr/>
            <p:nvPr/>
          </p:nvSpPr>
          <p:spPr>
            <a:xfrm>
              <a:off x="2598020" y="5658592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3" name="pg1062"/>
            <p:cNvSpPr/>
            <p:nvPr/>
          </p:nvSpPr>
          <p:spPr>
            <a:xfrm>
              <a:off x="2622926" y="5660410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4" name="pg1063"/>
            <p:cNvSpPr/>
            <p:nvPr/>
          </p:nvSpPr>
          <p:spPr>
            <a:xfrm>
              <a:off x="2647831" y="5662014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5" name="pg1064"/>
            <p:cNvSpPr/>
            <p:nvPr/>
          </p:nvSpPr>
          <p:spPr>
            <a:xfrm>
              <a:off x="2677718" y="5663883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6" name="pg1065"/>
            <p:cNvSpPr/>
            <p:nvPr/>
          </p:nvSpPr>
          <p:spPr>
            <a:xfrm>
              <a:off x="2707604" y="5665645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7" name="pg1066"/>
            <p:cNvSpPr/>
            <p:nvPr/>
          </p:nvSpPr>
          <p:spPr>
            <a:xfrm>
              <a:off x="2737491" y="5666928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8" name="pg1067"/>
            <p:cNvSpPr/>
            <p:nvPr/>
          </p:nvSpPr>
          <p:spPr>
            <a:xfrm>
              <a:off x="2767378" y="5667360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9" name="pg1068"/>
            <p:cNvSpPr/>
            <p:nvPr/>
          </p:nvSpPr>
          <p:spPr>
            <a:xfrm>
              <a:off x="2802245" y="5666743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0" name="pg1069"/>
            <p:cNvSpPr/>
            <p:nvPr/>
          </p:nvSpPr>
          <p:spPr>
            <a:xfrm>
              <a:off x="2837113" y="5665303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1" name="pg1070"/>
            <p:cNvSpPr/>
            <p:nvPr/>
          </p:nvSpPr>
          <p:spPr>
            <a:xfrm>
              <a:off x="2867000" y="5663292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2" name="pg1071"/>
            <p:cNvSpPr/>
            <p:nvPr/>
          </p:nvSpPr>
          <p:spPr>
            <a:xfrm>
              <a:off x="2901867" y="566096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3" name="pg1072"/>
            <p:cNvSpPr/>
            <p:nvPr/>
          </p:nvSpPr>
          <p:spPr>
            <a:xfrm>
              <a:off x="2926773" y="5658552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4" name="pg1073"/>
            <p:cNvSpPr/>
            <p:nvPr/>
          </p:nvSpPr>
          <p:spPr>
            <a:xfrm>
              <a:off x="2951678" y="5654543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5" name="pg1074"/>
            <p:cNvSpPr/>
            <p:nvPr/>
          </p:nvSpPr>
          <p:spPr>
            <a:xfrm>
              <a:off x="2976584" y="5648566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6" name="pg1075"/>
            <p:cNvSpPr/>
            <p:nvPr/>
          </p:nvSpPr>
          <p:spPr>
            <a:xfrm>
              <a:off x="2996508" y="5642619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7" name="pg1076"/>
            <p:cNvSpPr/>
            <p:nvPr/>
          </p:nvSpPr>
          <p:spPr>
            <a:xfrm>
              <a:off x="3016432" y="5638680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8" name="pg1077"/>
            <p:cNvSpPr/>
            <p:nvPr/>
          </p:nvSpPr>
          <p:spPr>
            <a:xfrm>
              <a:off x="3555744" y="5672603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g1078"/>
            <p:cNvSpPr/>
            <p:nvPr/>
          </p:nvSpPr>
          <p:spPr>
            <a:xfrm>
              <a:off x="3555744" y="5662951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g1079"/>
            <p:cNvSpPr/>
            <p:nvPr/>
          </p:nvSpPr>
          <p:spPr>
            <a:xfrm>
              <a:off x="3585631" y="5673725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g1080"/>
            <p:cNvSpPr/>
            <p:nvPr/>
          </p:nvSpPr>
          <p:spPr>
            <a:xfrm>
              <a:off x="3585631" y="5664073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g1081"/>
            <p:cNvSpPr/>
            <p:nvPr/>
          </p:nvSpPr>
          <p:spPr>
            <a:xfrm>
              <a:off x="3615517" y="5674639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g1082"/>
            <p:cNvSpPr/>
            <p:nvPr/>
          </p:nvSpPr>
          <p:spPr>
            <a:xfrm>
              <a:off x="3615517" y="5664987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g1083"/>
            <p:cNvSpPr/>
            <p:nvPr/>
          </p:nvSpPr>
          <p:spPr>
            <a:xfrm>
              <a:off x="3640423" y="5675235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g1084"/>
            <p:cNvSpPr/>
            <p:nvPr/>
          </p:nvSpPr>
          <p:spPr>
            <a:xfrm>
              <a:off x="3640423" y="5665583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g1085"/>
            <p:cNvSpPr/>
            <p:nvPr/>
          </p:nvSpPr>
          <p:spPr>
            <a:xfrm>
              <a:off x="3665328" y="5675824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g1086"/>
            <p:cNvSpPr/>
            <p:nvPr/>
          </p:nvSpPr>
          <p:spPr>
            <a:xfrm>
              <a:off x="3665328" y="5666172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g1087"/>
            <p:cNvSpPr/>
            <p:nvPr/>
          </p:nvSpPr>
          <p:spPr>
            <a:xfrm>
              <a:off x="3680272" y="5676200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g1088"/>
            <p:cNvSpPr/>
            <p:nvPr/>
          </p:nvSpPr>
          <p:spPr>
            <a:xfrm>
              <a:off x="3680272" y="5666549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g1089"/>
            <p:cNvSpPr/>
            <p:nvPr/>
          </p:nvSpPr>
          <p:spPr>
            <a:xfrm>
              <a:off x="3700196" y="5677446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g1090"/>
            <p:cNvSpPr/>
            <p:nvPr/>
          </p:nvSpPr>
          <p:spPr>
            <a:xfrm>
              <a:off x="3700196" y="5667795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g1091"/>
            <p:cNvSpPr/>
            <p:nvPr/>
          </p:nvSpPr>
          <p:spPr>
            <a:xfrm>
              <a:off x="3715139" y="5679922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g1092"/>
            <p:cNvSpPr/>
            <p:nvPr/>
          </p:nvSpPr>
          <p:spPr>
            <a:xfrm>
              <a:off x="3715139" y="5670270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g1093"/>
            <p:cNvSpPr/>
            <p:nvPr/>
          </p:nvSpPr>
          <p:spPr>
            <a:xfrm>
              <a:off x="3725102" y="5682977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g1094"/>
            <p:cNvSpPr/>
            <p:nvPr/>
          </p:nvSpPr>
          <p:spPr>
            <a:xfrm>
              <a:off x="3725102" y="5673325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g1095"/>
            <p:cNvSpPr/>
            <p:nvPr/>
          </p:nvSpPr>
          <p:spPr>
            <a:xfrm>
              <a:off x="3740045" y="5685373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g1096"/>
            <p:cNvSpPr/>
            <p:nvPr/>
          </p:nvSpPr>
          <p:spPr>
            <a:xfrm>
              <a:off x="3740045" y="5675721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g1097"/>
            <p:cNvSpPr/>
            <p:nvPr/>
          </p:nvSpPr>
          <p:spPr>
            <a:xfrm>
              <a:off x="3754988" y="5686897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g1098"/>
            <p:cNvSpPr/>
            <p:nvPr/>
          </p:nvSpPr>
          <p:spPr>
            <a:xfrm>
              <a:off x="3754988" y="5677245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g1099"/>
            <p:cNvSpPr/>
            <p:nvPr/>
          </p:nvSpPr>
          <p:spPr>
            <a:xfrm>
              <a:off x="3774913" y="5687188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g1100"/>
            <p:cNvSpPr/>
            <p:nvPr/>
          </p:nvSpPr>
          <p:spPr>
            <a:xfrm>
              <a:off x="3774913" y="5677536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g1101"/>
            <p:cNvSpPr/>
            <p:nvPr/>
          </p:nvSpPr>
          <p:spPr>
            <a:xfrm>
              <a:off x="3789856" y="5686606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g1102"/>
            <p:cNvSpPr/>
            <p:nvPr/>
          </p:nvSpPr>
          <p:spPr>
            <a:xfrm>
              <a:off x="3789856" y="5676954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g1103"/>
            <p:cNvSpPr/>
            <p:nvPr/>
          </p:nvSpPr>
          <p:spPr>
            <a:xfrm>
              <a:off x="3804799" y="5685327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g1104"/>
            <p:cNvSpPr/>
            <p:nvPr/>
          </p:nvSpPr>
          <p:spPr>
            <a:xfrm>
              <a:off x="3804799" y="5675675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g1105"/>
            <p:cNvSpPr/>
            <p:nvPr/>
          </p:nvSpPr>
          <p:spPr>
            <a:xfrm>
              <a:off x="3814761" y="5683286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g1106"/>
            <p:cNvSpPr/>
            <p:nvPr/>
          </p:nvSpPr>
          <p:spPr>
            <a:xfrm>
              <a:off x="3814761" y="5673635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g1107"/>
            <p:cNvSpPr/>
            <p:nvPr/>
          </p:nvSpPr>
          <p:spPr>
            <a:xfrm>
              <a:off x="3829705" y="5680513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g1108"/>
            <p:cNvSpPr/>
            <p:nvPr/>
          </p:nvSpPr>
          <p:spPr>
            <a:xfrm>
              <a:off x="3829705" y="5670861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g1109"/>
            <p:cNvSpPr/>
            <p:nvPr/>
          </p:nvSpPr>
          <p:spPr>
            <a:xfrm>
              <a:off x="3839667" y="5676783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g1110"/>
            <p:cNvSpPr/>
            <p:nvPr/>
          </p:nvSpPr>
          <p:spPr>
            <a:xfrm>
              <a:off x="3839667" y="5667131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g1111"/>
            <p:cNvSpPr/>
            <p:nvPr/>
          </p:nvSpPr>
          <p:spPr>
            <a:xfrm>
              <a:off x="3854610" y="5672070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g1112"/>
            <p:cNvSpPr/>
            <p:nvPr/>
          </p:nvSpPr>
          <p:spPr>
            <a:xfrm>
              <a:off x="3854610" y="5662418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g1113"/>
            <p:cNvSpPr/>
            <p:nvPr/>
          </p:nvSpPr>
          <p:spPr>
            <a:xfrm>
              <a:off x="3864572" y="5666930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g1114"/>
            <p:cNvSpPr/>
            <p:nvPr/>
          </p:nvSpPr>
          <p:spPr>
            <a:xfrm>
              <a:off x="3864572" y="5657278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g1115"/>
            <p:cNvSpPr/>
            <p:nvPr/>
          </p:nvSpPr>
          <p:spPr>
            <a:xfrm>
              <a:off x="3879516" y="5661915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g1116"/>
            <p:cNvSpPr/>
            <p:nvPr/>
          </p:nvSpPr>
          <p:spPr>
            <a:xfrm>
              <a:off x="3879516" y="5652263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g1117"/>
            <p:cNvSpPr/>
            <p:nvPr/>
          </p:nvSpPr>
          <p:spPr>
            <a:xfrm>
              <a:off x="3889478" y="5657521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g1118"/>
            <p:cNvSpPr/>
            <p:nvPr/>
          </p:nvSpPr>
          <p:spPr>
            <a:xfrm>
              <a:off x="3889478" y="5647869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g1119"/>
            <p:cNvSpPr/>
            <p:nvPr/>
          </p:nvSpPr>
          <p:spPr>
            <a:xfrm>
              <a:off x="3909402" y="5653546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g1120"/>
            <p:cNvSpPr/>
            <p:nvPr/>
          </p:nvSpPr>
          <p:spPr>
            <a:xfrm>
              <a:off x="3909402" y="5643894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g1121"/>
            <p:cNvSpPr/>
            <p:nvPr/>
          </p:nvSpPr>
          <p:spPr>
            <a:xfrm>
              <a:off x="3924345" y="5649302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g1122"/>
            <p:cNvSpPr/>
            <p:nvPr/>
          </p:nvSpPr>
          <p:spPr>
            <a:xfrm>
              <a:off x="3924345" y="5639650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g1123"/>
            <p:cNvSpPr/>
            <p:nvPr/>
          </p:nvSpPr>
          <p:spPr>
            <a:xfrm>
              <a:off x="3939289" y="5644743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g1124"/>
            <p:cNvSpPr/>
            <p:nvPr/>
          </p:nvSpPr>
          <p:spPr>
            <a:xfrm>
              <a:off x="3939289" y="5635091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g1125"/>
            <p:cNvSpPr/>
            <p:nvPr/>
          </p:nvSpPr>
          <p:spPr>
            <a:xfrm>
              <a:off x="3954232" y="5639667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g1126"/>
            <p:cNvSpPr/>
            <p:nvPr/>
          </p:nvSpPr>
          <p:spPr>
            <a:xfrm>
              <a:off x="3954232" y="5630015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g1127"/>
            <p:cNvSpPr/>
            <p:nvPr/>
          </p:nvSpPr>
          <p:spPr>
            <a:xfrm>
              <a:off x="3964194" y="5633788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g1128"/>
            <p:cNvSpPr/>
            <p:nvPr/>
          </p:nvSpPr>
          <p:spPr>
            <a:xfrm>
              <a:off x="3964194" y="5624136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g1129"/>
            <p:cNvSpPr/>
            <p:nvPr/>
          </p:nvSpPr>
          <p:spPr>
            <a:xfrm>
              <a:off x="3979138" y="5622750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g1130"/>
            <p:cNvSpPr/>
            <p:nvPr/>
          </p:nvSpPr>
          <p:spPr>
            <a:xfrm>
              <a:off x="3979138" y="5613098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g1131"/>
            <p:cNvSpPr/>
            <p:nvPr/>
          </p:nvSpPr>
          <p:spPr>
            <a:xfrm>
              <a:off x="3994081" y="5606292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g1132"/>
            <p:cNvSpPr/>
            <p:nvPr/>
          </p:nvSpPr>
          <p:spPr>
            <a:xfrm>
              <a:off x="3994081" y="5596641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g1133"/>
            <p:cNvSpPr/>
            <p:nvPr/>
          </p:nvSpPr>
          <p:spPr>
            <a:xfrm>
              <a:off x="4009024" y="5590379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g1134"/>
            <p:cNvSpPr/>
            <p:nvPr/>
          </p:nvSpPr>
          <p:spPr>
            <a:xfrm>
              <a:off x="4009024" y="5580727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g1135"/>
            <p:cNvSpPr/>
            <p:nvPr/>
          </p:nvSpPr>
          <p:spPr>
            <a:xfrm>
              <a:off x="4018986" y="5581027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g1136"/>
            <p:cNvSpPr/>
            <p:nvPr/>
          </p:nvSpPr>
          <p:spPr>
            <a:xfrm>
              <a:off x="4018986" y="5571375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l1137"/>
            <p:cNvSpPr/>
            <p:nvPr/>
          </p:nvSpPr>
          <p:spPr>
            <a:xfrm>
              <a:off x="1412439" y="3987047"/>
              <a:ext cx="2789414" cy="1769888"/>
            </a:xfrm>
            <a:custGeom>
              <a:avLst/>
              <a:pathLst>
                <a:path w="2789414" h="1769888">
                  <a:moveTo>
                    <a:pt x="0" y="0"/>
                  </a:moveTo>
                  <a:lnTo>
                    <a:pt x="35309" y="75014"/>
                  </a:lnTo>
                  <a:lnTo>
                    <a:pt x="70618" y="147266"/>
                  </a:lnTo>
                  <a:lnTo>
                    <a:pt x="105927" y="216774"/>
                  </a:lnTo>
                  <a:lnTo>
                    <a:pt x="141236" y="283556"/>
                  </a:lnTo>
                  <a:lnTo>
                    <a:pt x="176545" y="347628"/>
                  </a:lnTo>
                  <a:lnTo>
                    <a:pt x="211854" y="409008"/>
                  </a:lnTo>
                  <a:lnTo>
                    <a:pt x="247163" y="467714"/>
                  </a:lnTo>
                  <a:lnTo>
                    <a:pt x="282472" y="523763"/>
                  </a:lnTo>
                  <a:lnTo>
                    <a:pt x="317781" y="577172"/>
                  </a:lnTo>
                  <a:lnTo>
                    <a:pt x="353090" y="627959"/>
                  </a:lnTo>
                  <a:lnTo>
                    <a:pt x="388399" y="676141"/>
                  </a:lnTo>
                  <a:lnTo>
                    <a:pt x="423708" y="721736"/>
                  </a:lnTo>
                  <a:lnTo>
                    <a:pt x="459017" y="764761"/>
                  </a:lnTo>
                  <a:lnTo>
                    <a:pt x="494326" y="805242"/>
                  </a:lnTo>
                  <a:lnTo>
                    <a:pt x="529635" y="843158"/>
                  </a:lnTo>
                  <a:lnTo>
                    <a:pt x="564944" y="878463"/>
                  </a:lnTo>
                  <a:lnTo>
                    <a:pt x="600253" y="911112"/>
                  </a:lnTo>
                  <a:lnTo>
                    <a:pt x="635562" y="941056"/>
                  </a:lnTo>
                  <a:lnTo>
                    <a:pt x="670871" y="968226"/>
                  </a:lnTo>
                  <a:lnTo>
                    <a:pt x="706180" y="990010"/>
                  </a:lnTo>
                  <a:lnTo>
                    <a:pt x="741490" y="1005861"/>
                  </a:lnTo>
                  <a:lnTo>
                    <a:pt x="776799" y="1017503"/>
                  </a:lnTo>
                  <a:lnTo>
                    <a:pt x="812108" y="1026662"/>
                  </a:lnTo>
                  <a:lnTo>
                    <a:pt x="847417" y="1035063"/>
                  </a:lnTo>
                  <a:lnTo>
                    <a:pt x="882726" y="1044431"/>
                  </a:lnTo>
                  <a:lnTo>
                    <a:pt x="918035" y="1056367"/>
                  </a:lnTo>
                  <a:lnTo>
                    <a:pt x="953344" y="1070225"/>
                  </a:lnTo>
                  <a:lnTo>
                    <a:pt x="988653" y="1083710"/>
                  </a:lnTo>
                  <a:lnTo>
                    <a:pt x="1023962" y="1094495"/>
                  </a:lnTo>
                  <a:lnTo>
                    <a:pt x="1059271" y="1099149"/>
                  </a:lnTo>
                  <a:lnTo>
                    <a:pt x="1094580" y="1097666"/>
                  </a:lnTo>
                  <a:lnTo>
                    <a:pt x="1129889" y="1096150"/>
                  </a:lnTo>
                  <a:lnTo>
                    <a:pt x="1165198" y="1093803"/>
                  </a:lnTo>
                  <a:lnTo>
                    <a:pt x="1200507" y="1086982"/>
                  </a:lnTo>
                  <a:lnTo>
                    <a:pt x="1235816" y="1086400"/>
                  </a:lnTo>
                  <a:lnTo>
                    <a:pt x="1271125" y="1091690"/>
                  </a:lnTo>
                  <a:lnTo>
                    <a:pt x="1306434" y="1098669"/>
                  </a:lnTo>
                  <a:lnTo>
                    <a:pt x="1341743" y="1103145"/>
                  </a:lnTo>
                  <a:lnTo>
                    <a:pt x="1377052" y="1098572"/>
                  </a:lnTo>
                  <a:lnTo>
                    <a:pt x="1412361" y="1098161"/>
                  </a:lnTo>
                  <a:lnTo>
                    <a:pt x="1447670" y="1110333"/>
                  </a:lnTo>
                  <a:lnTo>
                    <a:pt x="1482980" y="1122580"/>
                  </a:lnTo>
                  <a:lnTo>
                    <a:pt x="1518289" y="1143120"/>
                  </a:lnTo>
                  <a:lnTo>
                    <a:pt x="1553598" y="1178800"/>
                  </a:lnTo>
                  <a:lnTo>
                    <a:pt x="1588907" y="1223028"/>
                  </a:lnTo>
                  <a:lnTo>
                    <a:pt x="1624216" y="1267113"/>
                  </a:lnTo>
                  <a:lnTo>
                    <a:pt x="1659525" y="1313144"/>
                  </a:lnTo>
                  <a:lnTo>
                    <a:pt x="1694834" y="1370467"/>
                  </a:lnTo>
                  <a:lnTo>
                    <a:pt x="1730143" y="1431672"/>
                  </a:lnTo>
                  <a:lnTo>
                    <a:pt x="1765452" y="1489109"/>
                  </a:lnTo>
                  <a:lnTo>
                    <a:pt x="1800761" y="1535131"/>
                  </a:lnTo>
                  <a:lnTo>
                    <a:pt x="1836070" y="1571313"/>
                  </a:lnTo>
                  <a:lnTo>
                    <a:pt x="1871379" y="1606341"/>
                  </a:lnTo>
                  <a:lnTo>
                    <a:pt x="1906688" y="1639631"/>
                  </a:lnTo>
                  <a:lnTo>
                    <a:pt x="1941997" y="1670557"/>
                  </a:lnTo>
                  <a:lnTo>
                    <a:pt x="1977306" y="1698491"/>
                  </a:lnTo>
                  <a:lnTo>
                    <a:pt x="2012615" y="1722808"/>
                  </a:lnTo>
                  <a:lnTo>
                    <a:pt x="2047924" y="1742881"/>
                  </a:lnTo>
                  <a:lnTo>
                    <a:pt x="2083233" y="1758081"/>
                  </a:lnTo>
                  <a:lnTo>
                    <a:pt x="2118542" y="1766939"/>
                  </a:lnTo>
                  <a:lnTo>
                    <a:pt x="2153851" y="1769888"/>
                  </a:lnTo>
                  <a:lnTo>
                    <a:pt x="2189160" y="1768927"/>
                  </a:lnTo>
                  <a:lnTo>
                    <a:pt x="2224470" y="1766053"/>
                  </a:lnTo>
                  <a:lnTo>
                    <a:pt x="2259779" y="1763268"/>
                  </a:lnTo>
                  <a:lnTo>
                    <a:pt x="2295088" y="1762568"/>
                  </a:lnTo>
                  <a:lnTo>
                    <a:pt x="2330397" y="1763094"/>
                  </a:lnTo>
                  <a:lnTo>
                    <a:pt x="2365706" y="1761103"/>
                  </a:lnTo>
                  <a:lnTo>
                    <a:pt x="2401015" y="1757870"/>
                  </a:lnTo>
                  <a:lnTo>
                    <a:pt x="2436324" y="1754519"/>
                  </a:lnTo>
                  <a:lnTo>
                    <a:pt x="2471633" y="1749900"/>
                  </a:lnTo>
                  <a:lnTo>
                    <a:pt x="2506942" y="1743864"/>
                  </a:lnTo>
                  <a:lnTo>
                    <a:pt x="2542251" y="1736658"/>
                  </a:lnTo>
                  <a:lnTo>
                    <a:pt x="2577560" y="1728551"/>
                  </a:lnTo>
                  <a:lnTo>
                    <a:pt x="2612869" y="1719935"/>
                  </a:lnTo>
                  <a:lnTo>
                    <a:pt x="2648178" y="1710703"/>
                  </a:lnTo>
                  <a:lnTo>
                    <a:pt x="2683487" y="1700632"/>
                  </a:lnTo>
                  <a:lnTo>
                    <a:pt x="2718796" y="1689499"/>
                  </a:lnTo>
                  <a:lnTo>
                    <a:pt x="2754105" y="1677081"/>
                  </a:lnTo>
                  <a:lnTo>
                    <a:pt x="2789414" y="1663155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tx1138"/>
            <p:cNvSpPr/>
            <p:nvPr/>
          </p:nvSpPr>
          <p:spPr>
            <a:xfrm>
              <a:off x="1148183" y="5850939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40" name="tx1139"/>
            <p:cNvSpPr/>
            <p:nvPr/>
          </p:nvSpPr>
          <p:spPr>
            <a:xfrm>
              <a:off x="1148183" y="4601257"/>
              <a:ext cx="62155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141" name="tx1140"/>
            <p:cNvSpPr/>
            <p:nvPr/>
          </p:nvSpPr>
          <p:spPr>
            <a:xfrm>
              <a:off x="1148183" y="3351685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142" name="tx1141"/>
            <p:cNvSpPr/>
            <p:nvPr/>
          </p:nvSpPr>
          <p:spPr>
            <a:xfrm>
              <a:off x="1148183" y="210205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143" name="pl1142"/>
            <p:cNvSpPr/>
            <p:nvPr/>
          </p:nvSpPr>
          <p:spPr>
            <a:xfrm>
              <a:off x="1238174" y="589263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l1143"/>
            <p:cNvSpPr/>
            <p:nvPr/>
          </p:nvSpPr>
          <p:spPr>
            <a:xfrm>
              <a:off x="1238174" y="464300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l1144"/>
            <p:cNvSpPr/>
            <p:nvPr/>
          </p:nvSpPr>
          <p:spPr>
            <a:xfrm>
              <a:off x="1238174" y="339337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l1145"/>
            <p:cNvSpPr/>
            <p:nvPr/>
          </p:nvSpPr>
          <p:spPr>
            <a:xfrm>
              <a:off x="1238174" y="214374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l1146"/>
            <p:cNvSpPr/>
            <p:nvPr/>
          </p:nvSpPr>
          <p:spPr>
            <a:xfrm>
              <a:off x="1347685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l1147"/>
            <p:cNvSpPr/>
            <p:nvPr/>
          </p:nvSpPr>
          <p:spPr>
            <a:xfrm>
              <a:off x="1845795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l1148"/>
            <p:cNvSpPr/>
            <p:nvPr/>
          </p:nvSpPr>
          <p:spPr>
            <a:xfrm>
              <a:off x="2343905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l1149"/>
            <p:cNvSpPr/>
            <p:nvPr/>
          </p:nvSpPr>
          <p:spPr>
            <a:xfrm>
              <a:off x="2842014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l1150"/>
            <p:cNvSpPr/>
            <p:nvPr/>
          </p:nvSpPr>
          <p:spPr>
            <a:xfrm>
              <a:off x="3340124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l1151"/>
            <p:cNvSpPr/>
            <p:nvPr/>
          </p:nvSpPr>
          <p:spPr>
            <a:xfrm>
              <a:off x="3838234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l1152"/>
            <p:cNvSpPr/>
            <p:nvPr/>
          </p:nvSpPr>
          <p:spPr>
            <a:xfrm>
              <a:off x="4336344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tx1153"/>
            <p:cNvSpPr/>
            <p:nvPr/>
          </p:nvSpPr>
          <p:spPr>
            <a:xfrm>
              <a:off x="1270004" y="6061750"/>
              <a:ext cx="15536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0.3</a:t>
              </a:r>
            </a:p>
          </p:txBody>
        </p:sp>
        <p:sp>
          <p:nvSpPr>
            <p:cNvPr id="1155" name="tx1154"/>
            <p:cNvSpPr/>
            <p:nvPr/>
          </p:nvSpPr>
          <p:spPr>
            <a:xfrm>
              <a:off x="1768114" y="606180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0.4</a:t>
              </a:r>
            </a:p>
          </p:txBody>
        </p:sp>
        <p:sp>
          <p:nvSpPr>
            <p:cNvPr id="1156" name="tx1155"/>
            <p:cNvSpPr/>
            <p:nvPr/>
          </p:nvSpPr>
          <p:spPr>
            <a:xfrm>
              <a:off x="2266224" y="606180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1157" name="tx1156"/>
            <p:cNvSpPr/>
            <p:nvPr/>
          </p:nvSpPr>
          <p:spPr>
            <a:xfrm>
              <a:off x="2764334" y="606180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0.6</a:t>
              </a:r>
            </a:p>
          </p:txBody>
        </p:sp>
        <p:sp>
          <p:nvSpPr>
            <p:cNvPr id="1158" name="tx1157"/>
            <p:cNvSpPr/>
            <p:nvPr/>
          </p:nvSpPr>
          <p:spPr>
            <a:xfrm>
              <a:off x="3262443" y="606180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</a:t>
              </a:r>
            </a:p>
          </p:txBody>
        </p:sp>
        <p:sp>
          <p:nvSpPr>
            <p:cNvPr id="1159" name="tx1158"/>
            <p:cNvSpPr/>
            <p:nvPr/>
          </p:nvSpPr>
          <p:spPr>
            <a:xfrm>
              <a:off x="3760553" y="606180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0.8</a:t>
              </a:r>
            </a:p>
          </p:txBody>
        </p:sp>
        <p:sp>
          <p:nvSpPr>
            <p:cNvPr id="1160" name="tx1159"/>
            <p:cNvSpPr/>
            <p:nvPr/>
          </p:nvSpPr>
          <p:spPr>
            <a:xfrm>
              <a:off x="4258663" y="606180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0.9</a:t>
              </a:r>
            </a:p>
          </p:txBody>
        </p:sp>
        <p:sp>
          <p:nvSpPr>
            <p:cNvPr id="1161" name="tx1160"/>
            <p:cNvSpPr/>
            <p:nvPr/>
          </p:nvSpPr>
          <p:spPr>
            <a:xfrm>
              <a:off x="2690707" y="6198400"/>
              <a:ext cx="232878" cy="1034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SDI</a:t>
              </a:r>
            </a:p>
          </p:txBody>
        </p:sp>
        <p:sp>
          <p:nvSpPr>
            <p:cNvPr id="1162" name="tx1161"/>
            <p:cNvSpPr/>
            <p:nvPr/>
          </p:nvSpPr>
          <p:spPr>
            <a:xfrm rot="-5400000">
              <a:off x="888661" y="3440722"/>
              <a:ext cx="287244" cy="1034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ASR</a:t>
              </a:r>
            </a:p>
          </p:txBody>
        </p:sp>
        <p:sp>
          <p:nvSpPr>
            <p:cNvPr id="1163" name="rc1162"/>
            <p:cNvSpPr/>
            <p:nvPr/>
          </p:nvSpPr>
          <p:spPr>
            <a:xfrm>
              <a:off x="4480503" y="1348240"/>
              <a:ext cx="1850707" cy="428837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4" name="tx1163"/>
            <p:cNvSpPr/>
            <p:nvPr/>
          </p:nvSpPr>
          <p:spPr>
            <a:xfrm>
              <a:off x="4550092" y="1430892"/>
              <a:ext cx="481514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location</a:t>
              </a:r>
            </a:p>
          </p:txBody>
        </p:sp>
        <p:sp>
          <p:nvSpPr>
            <p:cNvPr id="1165" name="rc1164"/>
            <p:cNvSpPr/>
            <p:nvPr/>
          </p:nvSpPr>
          <p:spPr>
            <a:xfrm>
              <a:off x="4550092" y="1616818"/>
              <a:ext cx="219455" cy="219456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6" name="pt1165"/>
            <p:cNvSpPr/>
            <p:nvPr/>
          </p:nvSpPr>
          <p:spPr>
            <a:xfrm>
              <a:off x="4634994" y="1701720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rc1166"/>
            <p:cNvSpPr/>
            <p:nvPr/>
          </p:nvSpPr>
          <p:spPr>
            <a:xfrm>
              <a:off x="4550092" y="1836274"/>
              <a:ext cx="219455" cy="219456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8" name="pg1167"/>
            <p:cNvSpPr/>
            <p:nvPr/>
          </p:nvSpPr>
          <p:spPr>
            <a:xfrm>
              <a:off x="4626385" y="1907394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rc1168"/>
            <p:cNvSpPr/>
            <p:nvPr/>
          </p:nvSpPr>
          <p:spPr>
            <a:xfrm>
              <a:off x="4550092" y="2055730"/>
              <a:ext cx="219455" cy="219456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0" name="pl1169"/>
            <p:cNvSpPr/>
            <p:nvPr/>
          </p:nvSpPr>
          <p:spPr>
            <a:xfrm>
              <a:off x="4624711" y="2165458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l1170"/>
            <p:cNvSpPr/>
            <p:nvPr/>
          </p:nvSpPr>
          <p:spPr>
            <a:xfrm>
              <a:off x="4659820" y="2130349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rc1171"/>
            <p:cNvSpPr/>
            <p:nvPr/>
          </p:nvSpPr>
          <p:spPr>
            <a:xfrm>
              <a:off x="4550092" y="2275186"/>
              <a:ext cx="219455" cy="219456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3" name="pl1172"/>
            <p:cNvSpPr/>
            <p:nvPr/>
          </p:nvSpPr>
          <p:spPr>
            <a:xfrm>
              <a:off x="4634994" y="2360088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l1173"/>
            <p:cNvSpPr/>
            <p:nvPr/>
          </p:nvSpPr>
          <p:spPr>
            <a:xfrm>
              <a:off x="4634994" y="2360088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rc1174"/>
            <p:cNvSpPr/>
            <p:nvPr/>
          </p:nvSpPr>
          <p:spPr>
            <a:xfrm>
              <a:off x="4550092" y="2494642"/>
              <a:ext cx="219455" cy="219456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6" name="pg1175"/>
            <p:cNvSpPr/>
            <p:nvPr/>
          </p:nvSpPr>
          <p:spPr>
            <a:xfrm>
              <a:off x="4624711" y="2569261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rc1176"/>
            <p:cNvSpPr/>
            <p:nvPr/>
          </p:nvSpPr>
          <p:spPr>
            <a:xfrm>
              <a:off x="4550092" y="2714098"/>
              <a:ext cx="219455" cy="219456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8" name="pg1177"/>
            <p:cNvSpPr/>
            <p:nvPr/>
          </p:nvSpPr>
          <p:spPr>
            <a:xfrm>
              <a:off x="4626385" y="2804522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rc1178"/>
            <p:cNvSpPr/>
            <p:nvPr/>
          </p:nvSpPr>
          <p:spPr>
            <a:xfrm>
              <a:off x="4550092" y="2933554"/>
              <a:ext cx="219455" cy="219456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0" name="rc1179"/>
            <p:cNvSpPr/>
            <p:nvPr/>
          </p:nvSpPr>
          <p:spPr>
            <a:xfrm>
              <a:off x="4634994" y="3018456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l1180"/>
            <p:cNvSpPr/>
            <p:nvPr/>
          </p:nvSpPr>
          <p:spPr>
            <a:xfrm>
              <a:off x="4634994" y="3018456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l1181"/>
            <p:cNvSpPr/>
            <p:nvPr/>
          </p:nvSpPr>
          <p:spPr>
            <a:xfrm>
              <a:off x="4634994" y="3018456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rc1182"/>
            <p:cNvSpPr/>
            <p:nvPr/>
          </p:nvSpPr>
          <p:spPr>
            <a:xfrm>
              <a:off x="4550092" y="3153010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4" name="pl1183"/>
            <p:cNvSpPr/>
            <p:nvPr/>
          </p:nvSpPr>
          <p:spPr>
            <a:xfrm>
              <a:off x="4634994" y="3237912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l1184"/>
            <p:cNvSpPr/>
            <p:nvPr/>
          </p:nvSpPr>
          <p:spPr>
            <a:xfrm>
              <a:off x="4634994" y="3237912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l1185"/>
            <p:cNvSpPr/>
            <p:nvPr/>
          </p:nvSpPr>
          <p:spPr>
            <a:xfrm>
              <a:off x="4624711" y="3262738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l1186"/>
            <p:cNvSpPr/>
            <p:nvPr/>
          </p:nvSpPr>
          <p:spPr>
            <a:xfrm>
              <a:off x="4659820" y="3227629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rc1187"/>
            <p:cNvSpPr/>
            <p:nvPr/>
          </p:nvSpPr>
          <p:spPr>
            <a:xfrm>
              <a:off x="4550092" y="3372466"/>
              <a:ext cx="219455" cy="219456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9" name="pl1188"/>
            <p:cNvSpPr/>
            <p:nvPr/>
          </p:nvSpPr>
          <p:spPr>
            <a:xfrm>
              <a:off x="4624711" y="3482194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l1189"/>
            <p:cNvSpPr/>
            <p:nvPr/>
          </p:nvSpPr>
          <p:spPr>
            <a:xfrm>
              <a:off x="4659820" y="3447085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g1190"/>
            <p:cNvSpPr/>
            <p:nvPr/>
          </p:nvSpPr>
          <p:spPr>
            <a:xfrm>
              <a:off x="4624711" y="3447085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rc1191"/>
            <p:cNvSpPr/>
            <p:nvPr/>
          </p:nvSpPr>
          <p:spPr>
            <a:xfrm>
              <a:off x="4550092" y="3591922"/>
              <a:ext cx="219455" cy="219456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3" name="pt1192"/>
            <p:cNvSpPr/>
            <p:nvPr/>
          </p:nvSpPr>
          <p:spPr>
            <a:xfrm>
              <a:off x="4634994" y="3676824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l1193"/>
            <p:cNvSpPr/>
            <p:nvPr/>
          </p:nvSpPr>
          <p:spPr>
            <a:xfrm>
              <a:off x="4634994" y="3701650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l1194"/>
            <p:cNvSpPr/>
            <p:nvPr/>
          </p:nvSpPr>
          <p:spPr>
            <a:xfrm>
              <a:off x="4659820" y="3676824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rc1195"/>
            <p:cNvSpPr/>
            <p:nvPr/>
          </p:nvSpPr>
          <p:spPr>
            <a:xfrm>
              <a:off x="4550092" y="3811378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7" name="pg1196"/>
            <p:cNvSpPr/>
            <p:nvPr/>
          </p:nvSpPr>
          <p:spPr>
            <a:xfrm>
              <a:off x="4626385" y="3892150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g1197"/>
            <p:cNvSpPr/>
            <p:nvPr/>
          </p:nvSpPr>
          <p:spPr>
            <a:xfrm>
              <a:off x="4626385" y="3882498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rc1198"/>
            <p:cNvSpPr/>
            <p:nvPr/>
          </p:nvSpPr>
          <p:spPr>
            <a:xfrm>
              <a:off x="4550092" y="4030834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0" name="pl1199"/>
            <p:cNvSpPr/>
            <p:nvPr/>
          </p:nvSpPr>
          <p:spPr>
            <a:xfrm>
              <a:off x="4634994" y="4140562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l1200"/>
            <p:cNvSpPr/>
            <p:nvPr/>
          </p:nvSpPr>
          <p:spPr>
            <a:xfrm>
              <a:off x="4659820" y="4115736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rc1201"/>
            <p:cNvSpPr/>
            <p:nvPr/>
          </p:nvSpPr>
          <p:spPr>
            <a:xfrm>
              <a:off x="4634994" y="4115736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rc1202"/>
            <p:cNvSpPr/>
            <p:nvPr/>
          </p:nvSpPr>
          <p:spPr>
            <a:xfrm>
              <a:off x="4550092" y="4250290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4" name="pt1203"/>
            <p:cNvSpPr/>
            <p:nvPr/>
          </p:nvSpPr>
          <p:spPr>
            <a:xfrm>
              <a:off x="4634994" y="4335192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l1204"/>
            <p:cNvSpPr/>
            <p:nvPr/>
          </p:nvSpPr>
          <p:spPr>
            <a:xfrm>
              <a:off x="4634994" y="4335192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l1205"/>
            <p:cNvSpPr/>
            <p:nvPr/>
          </p:nvSpPr>
          <p:spPr>
            <a:xfrm>
              <a:off x="4634994" y="4335192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rc1206"/>
            <p:cNvSpPr/>
            <p:nvPr/>
          </p:nvSpPr>
          <p:spPr>
            <a:xfrm>
              <a:off x="4550092" y="4469746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8" name="pg1207"/>
            <p:cNvSpPr/>
            <p:nvPr/>
          </p:nvSpPr>
          <p:spPr>
            <a:xfrm>
              <a:off x="4634994" y="4554648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rc1208"/>
            <p:cNvSpPr/>
            <p:nvPr/>
          </p:nvSpPr>
          <p:spPr>
            <a:xfrm>
              <a:off x="4634994" y="4554648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rc1209"/>
            <p:cNvSpPr/>
            <p:nvPr/>
          </p:nvSpPr>
          <p:spPr>
            <a:xfrm>
              <a:off x="4550092" y="4689202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1" name="pg1210"/>
            <p:cNvSpPr/>
            <p:nvPr/>
          </p:nvSpPr>
          <p:spPr>
            <a:xfrm>
              <a:off x="4634994" y="4774104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2" name="rc1211"/>
            <p:cNvSpPr/>
            <p:nvPr/>
          </p:nvSpPr>
          <p:spPr>
            <a:xfrm>
              <a:off x="4550092" y="4908658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3" name="pt1212"/>
            <p:cNvSpPr/>
            <p:nvPr/>
          </p:nvSpPr>
          <p:spPr>
            <a:xfrm>
              <a:off x="4634994" y="4993560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4" name="rc1213"/>
            <p:cNvSpPr/>
            <p:nvPr/>
          </p:nvSpPr>
          <p:spPr>
            <a:xfrm>
              <a:off x="4550092" y="5128114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5" name="pg1214"/>
            <p:cNvSpPr/>
            <p:nvPr/>
          </p:nvSpPr>
          <p:spPr>
            <a:xfrm>
              <a:off x="4626385" y="5199234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6" name="rc1215"/>
            <p:cNvSpPr/>
            <p:nvPr/>
          </p:nvSpPr>
          <p:spPr>
            <a:xfrm>
              <a:off x="4550092" y="5347570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7" name="pg1216"/>
            <p:cNvSpPr/>
            <p:nvPr/>
          </p:nvSpPr>
          <p:spPr>
            <a:xfrm>
              <a:off x="4634994" y="5432472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8" name="tx1217"/>
            <p:cNvSpPr/>
            <p:nvPr/>
          </p:nvSpPr>
          <p:spPr>
            <a:xfrm>
              <a:off x="4839137" y="1683817"/>
              <a:ext cx="323056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Global</a:t>
              </a:r>
            </a:p>
          </p:txBody>
        </p:sp>
        <p:sp>
          <p:nvSpPr>
            <p:cNvPr id="1219" name="tx1218"/>
            <p:cNvSpPr/>
            <p:nvPr/>
          </p:nvSpPr>
          <p:spPr>
            <a:xfrm>
              <a:off x="4839137" y="1881118"/>
              <a:ext cx="1236017" cy="1048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High-income Asia Pacific</a:t>
              </a:r>
            </a:p>
          </p:txBody>
        </p:sp>
        <p:sp>
          <p:nvSpPr>
            <p:cNvPr id="1220" name="tx1219"/>
            <p:cNvSpPr/>
            <p:nvPr/>
          </p:nvSpPr>
          <p:spPr>
            <a:xfrm>
              <a:off x="4839137" y="2122729"/>
              <a:ext cx="608731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Central Asia</a:t>
              </a:r>
            </a:p>
          </p:txBody>
        </p:sp>
        <p:sp>
          <p:nvSpPr>
            <p:cNvPr id="1221" name="tx1220"/>
            <p:cNvSpPr/>
            <p:nvPr/>
          </p:nvSpPr>
          <p:spPr>
            <a:xfrm>
              <a:off x="4839137" y="2343604"/>
              <a:ext cx="472087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 Asia</a:t>
              </a:r>
            </a:p>
          </p:txBody>
        </p:sp>
        <p:sp>
          <p:nvSpPr>
            <p:cNvPr id="1222" name="tx1221"/>
            <p:cNvSpPr/>
            <p:nvPr/>
          </p:nvSpPr>
          <p:spPr>
            <a:xfrm>
              <a:off x="4839137" y="2561641"/>
              <a:ext cx="540518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 Asia</a:t>
              </a:r>
            </a:p>
          </p:txBody>
        </p:sp>
        <p:sp>
          <p:nvSpPr>
            <p:cNvPr id="1223" name="tx1222"/>
            <p:cNvSpPr/>
            <p:nvPr/>
          </p:nvSpPr>
          <p:spPr>
            <a:xfrm>
              <a:off x="4839137" y="2781097"/>
              <a:ext cx="751760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Southeast Asia</a:t>
              </a:r>
            </a:p>
          </p:txBody>
        </p:sp>
        <p:sp>
          <p:nvSpPr>
            <p:cNvPr id="1224" name="tx1223"/>
            <p:cNvSpPr/>
            <p:nvPr/>
          </p:nvSpPr>
          <p:spPr>
            <a:xfrm>
              <a:off x="4839137" y="3001972"/>
              <a:ext cx="552851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Australasia</a:t>
              </a:r>
            </a:p>
          </p:txBody>
        </p:sp>
        <p:sp>
          <p:nvSpPr>
            <p:cNvPr id="1225" name="tx1224"/>
            <p:cNvSpPr/>
            <p:nvPr/>
          </p:nvSpPr>
          <p:spPr>
            <a:xfrm>
              <a:off x="4839137" y="3220009"/>
              <a:ext cx="515689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Caribbean</a:t>
              </a:r>
            </a:p>
          </p:txBody>
        </p:sp>
        <p:sp>
          <p:nvSpPr>
            <p:cNvPr id="1226" name="tx1225"/>
            <p:cNvSpPr/>
            <p:nvPr/>
          </p:nvSpPr>
          <p:spPr>
            <a:xfrm>
              <a:off x="4839137" y="3418619"/>
              <a:ext cx="751706" cy="1035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Central Europe</a:t>
              </a:r>
            </a:p>
          </p:txBody>
        </p:sp>
        <p:sp>
          <p:nvSpPr>
            <p:cNvPr id="1227" name="tx1226"/>
            <p:cNvSpPr/>
            <p:nvPr/>
          </p:nvSpPr>
          <p:spPr>
            <a:xfrm>
              <a:off x="4839137" y="3639440"/>
              <a:ext cx="776590" cy="1022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Eastern Europe</a:t>
              </a:r>
            </a:p>
          </p:txBody>
        </p:sp>
        <p:sp>
          <p:nvSpPr>
            <p:cNvPr id="1228" name="tx1227"/>
            <p:cNvSpPr/>
            <p:nvPr/>
          </p:nvSpPr>
          <p:spPr>
            <a:xfrm>
              <a:off x="4839137" y="3858896"/>
              <a:ext cx="807531" cy="1022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Western Europe</a:t>
              </a:r>
            </a:p>
          </p:txBody>
        </p:sp>
        <p:sp>
          <p:nvSpPr>
            <p:cNvPr id="1229" name="tx1228"/>
            <p:cNvSpPr/>
            <p:nvPr/>
          </p:nvSpPr>
          <p:spPr>
            <a:xfrm>
              <a:off x="4839137" y="4099252"/>
              <a:ext cx="1099646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Andean Latin America</a:t>
              </a:r>
            </a:p>
          </p:txBody>
        </p:sp>
        <p:sp>
          <p:nvSpPr>
            <p:cNvPr id="1230" name="tx1229"/>
            <p:cNvSpPr/>
            <p:nvPr/>
          </p:nvSpPr>
          <p:spPr>
            <a:xfrm>
              <a:off x="4839137" y="4317289"/>
              <a:ext cx="1074598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Central Latin America</a:t>
              </a:r>
            </a:p>
          </p:txBody>
        </p:sp>
        <p:sp>
          <p:nvSpPr>
            <p:cNvPr id="1231" name="tx1230"/>
            <p:cNvSpPr/>
            <p:nvPr/>
          </p:nvSpPr>
          <p:spPr>
            <a:xfrm>
              <a:off x="4839137" y="4536745"/>
              <a:ext cx="1167913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Southern Latin America</a:t>
              </a:r>
            </a:p>
          </p:txBody>
        </p:sp>
        <p:sp>
          <p:nvSpPr>
            <p:cNvPr id="1232" name="tx1231"/>
            <p:cNvSpPr/>
            <p:nvPr/>
          </p:nvSpPr>
          <p:spPr>
            <a:xfrm>
              <a:off x="4839137" y="4736720"/>
              <a:ext cx="1111815" cy="1022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Tropical Latin America</a:t>
              </a:r>
            </a:p>
          </p:txBody>
        </p:sp>
        <p:sp>
          <p:nvSpPr>
            <p:cNvPr id="1233" name="tx1232"/>
            <p:cNvSpPr/>
            <p:nvPr/>
          </p:nvSpPr>
          <p:spPr>
            <a:xfrm>
              <a:off x="4839137" y="4975712"/>
              <a:ext cx="1422484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Africa and Middle East</a:t>
              </a:r>
            </a:p>
          </p:txBody>
        </p:sp>
        <p:sp>
          <p:nvSpPr>
            <p:cNvPr id="1234" name="tx1233"/>
            <p:cNvSpPr/>
            <p:nvPr/>
          </p:nvSpPr>
          <p:spPr>
            <a:xfrm>
              <a:off x="4839137" y="5174322"/>
              <a:ext cx="1372607" cy="1035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High-income North America</a:t>
              </a:r>
            </a:p>
          </p:txBody>
        </p:sp>
        <p:sp>
          <p:nvSpPr>
            <p:cNvPr id="1235" name="tx1234"/>
            <p:cNvSpPr/>
            <p:nvPr/>
          </p:nvSpPr>
          <p:spPr>
            <a:xfrm>
              <a:off x="4839137" y="5414515"/>
              <a:ext cx="416262" cy="82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Oceania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2025-03-25T22:58:10Z</dcterms:modified>
  <cp:category/>
</cp:coreProperties>
</file>