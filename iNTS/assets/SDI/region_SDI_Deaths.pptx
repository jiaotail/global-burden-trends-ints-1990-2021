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/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914400" y="914400"/>
            <a:ext cx="5486400" cy="5486400"/>
            <a:chOff x="914400" y="914400"/>
            <a:chExt cx="5486400" cy="5486400"/>
          </a:xfrm>
        </p:grpSpPr>
        <p:sp>
          <p:nvSpPr>
            <p:cNvPr id="4" name="rc3"/>
            <p:cNvSpPr/>
            <p:nvPr/>
          </p:nvSpPr>
          <p:spPr>
            <a:xfrm>
              <a:off x="914400" y="914400"/>
              <a:ext cx="54864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914400" y="914400"/>
              <a:ext cx="5486399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1366175" y="983989"/>
              <a:ext cx="2975150" cy="5016877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1366175" y="5013636"/>
              <a:ext cx="2975150" cy="0"/>
            </a:xfrm>
            <a:custGeom>
              <a:avLst/>
              <a:pathLst>
                <a:path w="2975150" h="0">
                  <a:moveTo>
                    <a:pt x="0" y="0"/>
                  </a:moveTo>
                  <a:lnTo>
                    <a:pt x="2975150" y="0"/>
                  </a:lnTo>
                  <a:lnTo>
                    <a:pt x="297515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1366175" y="3493109"/>
              <a:ext cx="2975150" cy="0"/>
            </a:xfrm>
            <a:custGeom>
              <a:avLst/>
              <a:pathLst>
                <a:path w="2975150" h="0">
                  <a:moveTo>
                    <a:pt x="0" y="0"/>
                  </a:moveTo>
                  <a:lnTo>
                    <a:pt x="2975150" y="0"/>
                  </a:lnTo>
                  <a:lnTo>
                    <a:pt x="297515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1366175" y="1972581"/>
              <a:ext cx="2975150" cy="0"/>
            </a:xfrm>
            <a:custGeom>
              <a:avLst/>
              <a:pathLst>
                <a:path w="2975150" h="0">
                  <a:moveTo>
                    <a:pt x="0" y="0"/>
                  </a:moveTo>
                  <a:lnTo>
                    <a:pt x="2975150" y="0"/>
                  </a:lnTo>
                  <a:lnTo>
                    <a:pt x="297515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1680111" y="983989"/>
              <a:ext cx="0" cy="5016877"/>
            </a:xfrm>
            <a:custGeom>
              <a:avLst/>
              <a:pathLst>
                <a:path w="0"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2163090" y="983989"/>
              <a:ext cx="0" cy="5016877"/>
            </a:xfrm>
            <a:custGeom>
              <a:avLst/>
              <a:pathLst>
                <a:path w="0"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2646069" y="983989"/>
              <a:ext cx="0" cy="5016877"/>
            </a:xfrm>
            <a:custGeom>
              <a:avLst/>
              <a:pathLst>
                <a:path w="0"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3129048" y="983989"/>
              <a:ext cx="0" cy="5016877"/>
            </a:xfrm>
            <a:custGeom>
              <a:avLst/>
              <a:pathLst>
                <a:path w="0"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3612027" y="983989"/>
              <a:ext cx="0" cy="5016877"/>
            </a:xfrm>
            <a:custGeom>
              <a:avLst/>
              <a:pathLst>
                <a:path w="0"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4095006" y="983989"/>
              <a:ext cx="0" cy="5016877"/>
            </a:xfrm>
            <a:custGeom>
              <a:avLst/>
              <a:pathLst>
                <a:path w="0"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1366175" y="5773900"/>
              <a:ext cx="2975150" cy="0"/>
            </a:xfrm>
            <a:custGeom>
              <a:avLst/>
              <a:pathLst>
                <a:path w="2975150" h="0">
                  <a:moveTo>
                    <a:pt x="0" y="0"/>
                  </a:moveTo>
                  <a:lnTo>
                    <a:pt x="2975150" y="0"/>
                  </a:lnTo>
                  <a:lnTo>
                    <a:pt x="297515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1366175" y="4253372"/>
              <a:ext cx="2975150" cy="0"/>
            </a:xfrm>
            <a:custGeom>
              <a:avLst/>
              <a:pathLst>
                <a:path w="2975150" h="0">
                  <a:moveTo>
                    <a:pt x="0" y="0"/>
                  </a:moveTo>
                  <a:lnTo>
                    <a:pt x="2975150" y="0"/>
                  </a:lnTo>
                  <a:lnTo>
                    <a:pt x="297515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1366175" y="2732845"/>
              <a:ext cx="2975150" cy="0"/>
            </a:xfrm>
            <a:custGeom>
              <a:avLst/>
              <a:pathLst>
                <a:path w="2975150" h="0">
                  <a:moveTo>
                    <a:pt x="0" y="0"/>
                  </a:moveTo>
                  <a:lnTo>
                    <a:pt x="2975150" y="0"/>
                  </a:lnTo>
                  <a:lnTo>
                    <a:pt x="297515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1366175" y="1212318"/>
              <a:ext cx="2975150" cy="0"/>
            </a:xfrm>
            <a:custGeom>
              <a:avLst/>
              <a:pathLst>
                <a:path w="2975150" h="0">
                  <a:moveTo>
                    <a:pt x="0" y="0"/>
                  </a:moveTo>
                  <a:lnTo>
                    <a:pt x="2975150" y="0"/>
                  </a:lnTo>
                  <a:lnTo>
                    <a:pt x="297515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1438622" y="983989"/>
              <a:ext cx="0" cy="5016877"/>
            </a:xfrm>
            <a:custGeom>
              <a:avLst/>
              <a:pathLst>
                <a:path w="0"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1921600" y="983989"/>
              <a:ext cx="0" cy="5016877"/>
            </a:xfrm>
            <a:custGeom>
              <a:avLst/>
              <a:pathLst>
                <a:path w="0"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2404579" y="983989"/>
              <a:ext cx="0" cy="5016877"/>
            </a:xfrm>
            <a:custGeom>
              <a:avLst/>
              <a:pathLst>
                <a:path w="0"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2887558" y="983989"/>
              <a:ext cx="0" cy="5016877"/>
            </a:xfrm>
            <a:custGeom>
              <a:avLst/>
              <a:pathLst>
                <a:path w="0"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3370537" y="983989"/>
              <a:ext cx="0" cy="5016877"/>
            </a:xfrm>
            <a:custGeom>
              <a:avLst/>
              <a:pathLst>
                <a:path w="0"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3853516" y="983989"/>
              <a:ext cx="0" cy="5016877"/>
            </a:xfrm>
            <a:custGeom>
              <a:avLst/>
              <a:pathLst>
                <a:path w="0"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4336495" y="983989"/>
              <a:ext cx="0" cy="5016877"/>
            </a:xfrm>
            <a:custGeom>
              <a:avLst/>
              <a:pathLst>
                <a:path w="0" h="5016877">
                  <a:moveTo>
                    <a:pt x="0" y="501687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6"/>
            <p:cNvSpPr/>
            <p:nvPr/>
          </p:nvSpPr>
          <p:spPr>
            <a:xfrm>
              <a:off x="2326626" y="5601201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7"/>
            <p:cNvSpPr/>
            <p:nvPr/>
          </p:nvSpPr>
          <p:spPr>
            <a:xfrm>
              <a:off x="2351452" y="5576376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rc28"/>
            <p:cNvSpPr/>
            <p:nvPr/>
          </p:nvSpPr>
          <p:spPr>
            <a:xfrm>
              <a:off x="2326626" y="5576376"/>
              <a:ext cx="49651" cy="49651"/>
            </a:xfrm>
            <a:prstGeom prst="rect">
              <a:avLst/>
            </a:pr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29"/>
            <p:cNvSpPr/>
            <p:nvPr/>
          </p:nvSpPr>
          <p:spPr>
            <a:xfrm>
              <a:off x="2341115" y="5603641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0"/>
            <p:cNvSpPr/>
            <p:nvPr/>
          </p:nvSpPr>
          <p:spPr>
            <a:xfrm>
              <a:off x="2365941" y="5578815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rc31"/>
            <p:cNvSpPr/>
            <p:nvPr/>
          </p:nvSpPr>
          <p:spPr>
            <a:xfrm>
              <a:off x="2341115" y="5578815"/>
              <a:ext cx="49651" cy="49651"/>
            </a:xfrm>
            <a:prstGeom prst="rect">
              <a:avLst/>
            </a:pr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2"/>
            <p:cNvSpPr/>
            <p:nvPr/>
          </p:nvSpPr>
          <p:spPr>
            <a:xfrm>
              <a:off x="2360434" y="5602851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3"/>
            <p:cNvSpPr/>
            <p:nvPr/>
          </p:nvSpPr>
          <p:spPr>
            <a:xfrm>
              <a:off x="2385260" y="5578025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rc34"/>
            <p:cNvSpPr/>
            <p:nvPr/>
          </p:nvSpPr>
          <p:spPr>
            <a:xfrm>
              <a:off x="2360434" y="5578025"/>
              <a:ext cx="49651" cy="49651"/>
            </a:xfrm>
            <a:prstGeom prst="rect">
              <a:avLst/>
            </a:pr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5"/>
            <p:cNvSpPr/>
            <p:nvPr/>
          </p:nvSpPr>
          <p:spPr>
            <a:xfrm>
              <a:off x="2379753" y="5603418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6"/>
            <p:cNvSpPr/>
            <p:nvPr/>
          </p:nvSpPr>
          <p:spPr>
            <a:xfrm>
              <a:off x="2404579" y="5578592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rc37"/>
            <p:cNvSpPr/>
            <p:nvPr/>
          </p:nvSpPr>
          <p:spPr>
            <a:xfrm>
              <a:off x="2379753" y="5578592"/>
              <a:ext cx="49651" cy="49651"/>
            </a:xfrm>
            <a:prstGeom prst="rect">
              <a:avLst/>
            </a:pr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8"/>
            <p:cNvSpPr/>
            <p:nvPr/>
          </p:nvSpPr>
          <p:spPr>
            <a:xfrm>
              <a:off x="2399073" y="5603243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39"/>
            <p:cNvSpPr/>
            <p:nvPr/>
          </p:nvSpPr>
          <p:spPr>
            <a:xfrm>
              <a:off x="2423899" y="5578417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rc40"/>
            <p:cNvSpPr/>
            <p:nvPr/>
          </p:nvSpPr>
          <p:spPr>
            <a:xfrm>
              <a:off x="2399073" y="5578417"/>
              <a:ext cx="49651" cy="49651"/>
            </a:xfrm>
            <a:prstGeom prst="rect">
              <a:avLst/>
            </a:pr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1"/>
            <p:cNvSpPr/>
            <p:nvPr/>
          </p:nvSpPr>
          <p:spPr>
            <a:xfrm>
              <a:off x="2423222" y="5604219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2"/>
            <p:cNvSpPr/>
            <p:nvPr/>
          </p:nvSpPr>
          <p:spPr>
            <a:xfrm>
              <a:off x="2448048" y="5579393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rc43"/>
            <p:cNvSpPr/>
            <p:nvPr/>
          </p:nvSpPr>
          <p:spPr>
            <a:xfrm>
              <a:off x="2423222" y="5579393"/>
              <a:ext cx="49651" cy="49651"/>
            </a:xfrm>
            <a:prstGeom prst="rect">
              <a:avLst/>
            </a:pr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4"/>
            <p:cNvSpPr/>
            <p:nvPr/>
          </p:nvSpPr>
          <p:spPr>
            <a:xfrm>
              <a:off x="2447371" y="5603777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5"/>
            <p:cNvSpPr/>
            <p:nvPr/>
          </p:nvSpPr>
          <p:spPr>
            <a:xfrm>
              <a:off x="2472196" y="5578951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rc46"/>
            <p:cNvSpPr/>
            <p:nvPr/>
          </p:nvSpPr>
          <p:spPr>
            <a:xfrm>
              <a:off x="2447371" y="5578951"/>
              <a:ext cx="49651" cy="49651"/>
            </a:xfrm>
            <a:prstGeom prst="rect">
              <a:avLst/>
            </a:pr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7"/>
            <p:cNvSpPr/>
            <p:nvPr/>
          </p:nvSpPr>
          <p:spPr>
            <a:xfrm>
              <a:off x="2471519" y="5605683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8"/>
            <p:cNvSpPr/>
            <p:nvPr/>
          </p:nvSpPr>
          <p:spPr>
            <a:xfrm>
              <a:off x="2496345" y="5580857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rc49"/>
            <p:cNvSpPr/>
            <p:nvPr/>
          </p:nvSpPr>
          <p:spPr>
            <a:xfrm>
              <a:off x="2471519" y="5580857"/>
              <a:ext cx="49651" cy="49651"/>
            </a:xfrm>
            <a:prstGeom prst="rect">
              <a:avLst/>
            </a:pr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0"/>
            <p:cNvSpPr/>
            <p:nvPr/>
          </p:nvSpPr>
          <p:spPr>
            <a:xfrm>
              <a:off x="2495668" y="5608703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1"/>
            <p:cNvSpPr/>
            <p:nvPr/>
          </p:nvSpPr>
          <p:spPr>
            <a:xfrm>
              <a:off x="2520494" y="5583877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rc52"/>
            <p:cNvSpPr/>
            <p:nvPr/>
          </p:nvSpPr>
          <p:spPr>
            <a:xfrm>
              <a:off x="2495668" y="5583877"/>
              <a:ext cx="49651" cy="49651"/>
            </a:xfrm>
            <a:prstGeom prst="rect">
              <a:avLst/>
            </a:pr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3"/>
            <p:cNvSpPr/>
            <p:nvPr/>
          </p:nvSpPr>
          <p:spPr>
            <a:xfrm>
              <a:off x="2519817" y="5610830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4"/>
            <p:cNvSpPr/>
            <p:nvPr/>
          </p:nvSpPr>
          <p:spPr>
            <a:xfrm>
              <a:off x="2544643" y="5586004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rc55"/>
            <p:cNvSpPr/>
            <p:nvPr/>
          </p:nvSpPr>
          <p:spPr>
            <a:xfrm>
              <a:off x="2519817" y="5586004"/>
              <a:ext cx="49651" cy="49651"/>
            </a:xfrm>
            <a:prstGeom prst="rect">
              <a:avLst/>
            </a:pr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6"/>
            <p:cNvSpPr/>
            <p:nvPr/>
          </p:nvSpPr>
          <p:spPr>
            <a:xfrm>
              <a:off x="2543966" y="5613031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7"/>
            <p:cNvSpPr/>
            <p:nvPr/>
          </p:nvSpPr>
          <p:spPr>
            <a:xfrm>
              <a:off x="2568792" y="5588206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rc58"/>
            <p:cNvSpPr/>
            <p:nvPr/>
          </p:nvSpPr>
          <p:spPr>
            <a:xfrm>
              <a:off x="2543966" y="5588206"/>
              <a:ext cx="49651" cy="49651"/>
            </a:xfrm>
            <a:prstGeom prst="rect">
              <a:avLst/>
            </a:pr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59"/>
            <p:cNvSpPr/>
            <p:nvPr/>
          </p:nvSpPr>
          <p:spPr>
            <a:xfrm>
              <a:off x="2563285" y="5614117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0"/>
            <p:cNvSpPr/>
            <p:nvPr/>
          </p:nvSpPr>
          <p:spPr>
            <a:xfrm>
              <a:off x="2588111" y="5589291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rc61"/>
            <p:cNvSpPr/>
            <p:nvPr/>
          </p:nvSpPr>
          <p:spPr>
            <a:xfrm>
              <a:off x="2563285" y="5589291"/>
              <a:ext cx="49651" cy="49651"/>
            </a:xfrm>
            <a:prstGeom prst="rect">
              <a:avLst/>
            </a:pr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2"/>
            <p:cNvSpPr/>
            <p:nvPr/>
          </p:nvSpPr>
          <p:spPr>
            <a:xfrm>
              <a:off x="2587434" y="5613956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3"/>
            <p:cNvSpPr/>
            <p:nvPr/>
          </p:nvSpPr>
          <p:spPr>
            <a:xfrm>
              <a:off x="2612260" y="5589130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rc64"/>
            <p:cNvSpPr/>
            <p:nvPr/>
          </p:nvSpPr>
          <p:spPr>
            <a:xfrm>
              <a:off x="2587434" y="5589130"/>
              <a:ext cx="49651" cy="49651"/>
            </a:xfrm>
            <a:prstGeom prst="rect">
              <a:avLst/>
            </a:pr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5"/>
            <p:cNvSpPr/>
            <p:nvPr/>
          </p:nvSpPr>
          <p:spPr>
            <a:xfrm>
              <a:off x="2611583" y="5613223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6"/>
            <p:cNvSpPr/>
            <p:nvPr/>
          </p:nvSpPr>
          <p:spPr>
            <a:xfrm>
              <a:off x="2636409" y="5588397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rc67"/>
            <p:cNvSpPr/>
            <p:nvPr/>
          </p:nvSpPr>
          <p:spPr>
            <a:xfrm>
              <a:off x="2611583" y="5588397"/>
              <a:ext cx="49651" cy="49651"/>
            </a:xfrm>
            <a:prstGeom prst="rect">
              <a:avLst/>
            </a:pr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8"/>
            <p:cNvSpPr/>
            <p:nvPr/>
          </p:nvSpPr>
          <p:spPr>
            <a:xfrm>
              <a:off x="2635732" y="5612788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69"/>
            <p:cNvSpPr/>
            <p:nvPr/>
          </p:nvSpPr>
          <p:spPr>
            <a:xfrm>
              <a:off x="2660558" y="5587962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rc70"/>
            <p:cNvSpPr/>
            <p:nvPr/>
          </p:nvSpPr>
          <p:spPr>
            <a:xfrm>
              <a:off x="2635732" y="5587962"/>
              <a:ext cx="49651" cy="49651"/>
            </a:xfrm>
            <a:prstGeom prst="rect">
              <a:avLst/>
            </a:pr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1"/>
            <p:cNvSpPr/>
            <p:nvPr/>
          </p:nvSpPr>
          <p:spPr>
            <a:xfrm>
              <a:off x="2659881" y="5614041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2"/>
            <p:cNvSpPr/>
            <p:nvPr/>
          </p:nvSpPr>
          <p:spPr>
            <a:xfrm>
              <a:off x="2684707" y="5589215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rc73"/>
            <p:cNvSpPr/>
            <p:nvPr/>
          </p:nvSpPr>
          <p:spPr>
            <a:xfrm>
              <a:off x="2659881" y="5589215"/>
              <a:ext cx="49651" cy="49651"/>
            </a:xfrm>
            <a:prstGeom prst="rect">
              <a:avLst/>
            </a:pr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4"/>
            <p:cNvSpPr/>
            <p:nvPr/>
          </p:nvSpPr>
          <p:spPr>
            <a:xfrm>
              <a:off x="2688860" y="5617763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5"/>
            <p:cNvSpPr/>
            <p:nvPr/>
          </p:nvSpPr>
          <p:spPr>
            <a:xfrm>
              <a:off x="2713686" y="5592937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rc76"/>
            <p:cNvSpPr/>
            <p:nvPr/>
          </p:nvSpPr>
          <p:spPr>
            <a:xfrm>
              <a:off x="2688860" y="5592937"/>
              <a:ext cx="49651" cy="49651"/>
            </a:xfrm>
            <a:prstGeom prst="rect">
              <a:avLst/>
            </a:pr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7"/>
            <p:cNvSpPr/>
            <p:nvPr/>
          </p:nvSpPr>
          <p:spPr>
            <a:xfrm>
              <a:off x="2713009" y="5622813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8"/>
            <p:cNvSpPr/>
            <p:nvPr/>
          </p:nvSpPr>
          <p:spPr>
            <a:xfrm>
              <a:off x="2737835" y="5597988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rc79"/>
            <p:cNvSpPr/>
            <p:nvPr/>
          </p:nvSpPr>
          <p:spPr>
            <a:xfrm>
              <a:off x="2713009" y="5597988"/>
              <a:ext cx="49651" cy="49651"/>
            </a:xfrm>
            <a:prstGeom prst="rect">
              <a:avLst/>
            </a:pr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0"/>
            <p:cNvSpPr/>
            <p:nvPr/>
          </p:nvSpPr>
          <p:spPr>
            <a:xfrm>
              <a:off x="2741988" y="5627038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1"/>
            <p:cNvSpPr/>
            <p:nvPr/>
          </p:nvSpPr>
          <p:spPr>
            <a:xfrm>
              <a:off x="2766814" y="5602212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rc82"/>
            <p:cNvSpPr/>
            <p:nvPr/>
          </p:nvSpPr>
          <p:spPr>
            <a:xfrm>
              <a:off x="2741988" y="5602212"/>
              <a:ext cx="49651" cy="49651"/>
            </a:xfrm>
            <a:prstGeom prst="rect">
              <a:avLst/>
            </a:pr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3"/>
            <p:cNvSpPr/>
            <p:nvPr/>
          </p:nvSpPr>
          <p:spPr>
            <a:xfrm>
              <a:off x="2766137" y="5630855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4"/>
            <p:cNvSpPr/>
            <p:nvPr/>
          </p:nvSpPr>
          <p:spPr>
            <a:xfrm>
              <a:off x="2790963" y="5606029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rc85"/>
            <p:cNvSpPr/>
            <p:nvPr/>
          </p:nvSpPr>
          <p:spPr>
            <a:xfrm>
              <a:off x="2766137" y="5606029"/>
              <a:ext cx="49651" cy="49651"/>
            </a:xfrm>
            <a:prstGeom prst="rect">
              <a:avLst/>
            </a:pr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6"/>
            <p:cNvSpPr/>
            <p:nvPr/>
          </p:nvSpPr>
          <p:spPr>
            <a:xfrm>
              <a:off x="2790286" y="5634825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7"/>
            <p:cNvSpPr/>
            <p:nvPr/>
          </p:nvSpPr>
          <p:spPr>
            <a:xfrm>
              <a:off x="2815112" y="5609999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rc88"/>
            <p:cNvSpPr/>
            <p:nvPr/>
          </p:nvSpPr>
          <p:spPr>
            <a:xfrm>
              <a:off x="2790286" y="5609999"/>
              <a:ext cx="49651" cy="49651"/>
            </a:xfrm>
            <a:prstGeom prst="rect">
              <a:avLst/>
            </a:pr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89"/>
            <p:cNvSpPr/>
            <p:nvPr/>
          </p:nvSpPr>
          <p:spPr>
            <a:xfrm>
              <a:off x="2819264" y="5636972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0"/>
            <p:cNvSpPr/>
            <p:nvPr/>
          </p:nvSpPr>
          <p:spPr>
            <a:xfrm>
              <a:off x="2844090" y="5612146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rc91"/>
            <p:cNvSpPr/>
            <p:nvPr/>
          </p:nvSpPr>
          <p:spPr>
            <a:xfrm>
              <a:off x="2819264" y="5612146"/>
              <a:ext cx="49651" cy="49651"/>
            </a:xfrm>
            <a:prstGeom prst="rect">
              <a:avLst/>
            </a:pr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2"/>
            <p:cNvSpPr/>
            <p:nvPr/>
          </p:nvSpPr>
          <p:spPr>
            <a:xfrm>
              <a:off x="2843413" y="5639995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3"/>
            <p:cNvSpPr/>
            <p:nvPr/>
          </p:nvSpPr>
          <p:spPr>
            <a:xfrm>
              <a:off x="2868239" y="5615169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rc94"/>
            <p:cNvSpPr/>
            <p:nvPr/>
          </p:nvSpPr>
          <p:spPr>
            <a:xfrm>
              <a:off x="2843413" y="5615169"/>
              <a:ext cx="49651" cy="49651"/>
            </a:xfrm>
            <a:prstGeom prst="rect">
              <a:avLst/>
            </a:pr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5"/>
            <p:cNvSpPr/>
            <p:nvPr/>
          </p:nvSpPr>
          <p:spPr>
            <a:xfrm>
              <a:off x="2872392" y="5641780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6"/>
            <p:cNvSpPr/>
            <p:nvPr/>
          </p:nvSpPr>
          <p:spPr>
            <a:xfrm>
              <a:off x="2897218" y="5616954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rc97"/>
            <p:cNvSpPr/>
            <p:nvPr/>
          </p:nvSpPr>
          <p:spPr>
            <a:xfrm>
              <a:off x="2872392" y="5616954"/>
              <a:ext cx="49651" cy="49651"/>
            </a:xfrm>
            <a:prstGeom prst="rect">
              <a:avLst/>
            </a:pr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8"/>
            <p:cNvSpPr/>
            <p:nvPr/>
          </p:nvSpPr>
          <p:spPr>
            <a:xfrm>
              <a:off x="2901371" y="5643438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99"/>
            <p:cNvSpPr/>
            <p:nvPr/>
          </p:nvSpPr>
          <p:spPr>
            <a:xfrm>
              <a:off x="2926197" y="5618612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rc100"/>
            <p:cNvSpPr/>
            <p:nvPr/>
          </p:nvSpPr>
          <p:spPr>
            <a:xfrm>
              <a:off x="2901371" y="5618612"/>
              <a:ext cx="49651" cy="49651"/>
            </a:xfrm>
            <a:prstGeom prst="rect">
              <a:avLst/>
            </a:pr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1"/>
            <p:cNvSpPr/>
            <p:nvPr/>
          </p:nvSpPr>
          <p:spPr>
            <a:xfrm>
              <a:off x="2925520" y="5644843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2"/>
            <p:cNvSpPr/>
            <p:nvPr/>
          </p:nvSpPr>
          <p:spPr>
            <a:xfrm>
              <a:off x="2950346" y="5620017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rc103"/>
            <p:cNvSpPr/>
            <p:nvPr/>
          </p:nvSpPr>
          <p:spPr>
            <a:xfrm>
              <a:off x="2925520" y="5620017"/>
              <a:ext cx="49651" cy="49651"/>
            </a:xfrm>
            <a:prstGeom prst="rect">
              <a:avLst/>
            </a:pr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4"/>
            <p:cNvSpPr/>
            <p:nvPr/>
          </p:nvSpPr>
          <p:spPr>
            <a:xfrm>
              <a:off x="2949669" y="5647798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5"/>
            <p:cNvSpPr/>
            <p:nvPr/>
          </p:nvSpPr>
          <p:spPr>
            <a:xfrm>
              <a:off x="2974495" y="5622973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rc106"/>
            <p:cNvSpPr/>
            <p:nvPr/>
          </p:nvSpPr>
          <p:spPr>
            <a:xfrm>
              <a:off x="2949669" y="5622973"/>
              <a:ext cx="49651" cy="49651"/>
            </a:xfrm>
            <a:prstGeom prst="rect">
              <a:avLst/>
            </a:pr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7"/>
            <p:cNvSpPr/>
            <p:nvPr/>
          </p:nvSpPr>
          <p:spPr>
            <a:xfrm>
              <a:off x="2978647" y="5649286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8"/>
            <p:cNvSpPr/>
            <p:nvPr/>
          </p:nvSpPr>
          <p:spPr>
            <a:xfrm>
              <a:off x="3003473" y="5624460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rc109"/>
            <p:cNvSpPr/>
            <p:nvPr/>
          </p:nvSpPr>
          <p:spPr>
            <a:xfrm>
              <a:off x="2978647" y="5624460"/>
              <a:ext cx="49651" cy="49651"/>
            </a:xfrm>
            <a:prstGeom prst="rect">
              <a:avLst/>
            </a:pr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0"/>
            <p:cNvSpPr/>
            <p:nvPr/>
          </p:nvSpPr>
          <p:spPr>
            <a:xfrm>
              <a:off x="2997967" y="5643986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1"/>
            <p:cNvSpPr/>
            <p:nvPr/>
          </p:nvSpPr>
          <p:spPr>
            <a:xfrm>
              <a:off x="3022792" y="5619160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rc112"/>
            <p:cNvSpPr/>
            <p:nvPr/>
          </p:nvSpPr>
          <p:spPr>
            <a:xfrm>
              <a:off x="2997967" y="5619160"/>
              <a:ext cx="49651" cy="49651"/>
            </a:xfrm>
            <a:prstGeom prst="rect">
              <a:avLst/>
            </a:pr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3"/>
            <p:cNvSpPr/>
            <p:nvPr/>
          </p:nvSpPr>
          <p:spPr>
            <a:xfrm>
              <a:off x="3017286" y="5641732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4"/>
            <p:cNvSpPr/>
            <p:nvPr/>
          </p:nvSpPr>
          <p:spPr>
            <a:xfrm>
              <a:off x="3042112" y="5616906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rc115"/>
            <p:cNvSpPr/>
            <p:nvPr/>
          </p:nvSpPr>
          <p:spPr>
            <a:xfrm>
              <a:off x="3017286" y="5616906"/>
              <a:ext cx="49651" cy="49651"/>
            </a:xfrm>
            <a:prstGeom prst="rect">
              <a:avLst/>
            </a:pr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rc116"/>
            <p:cNvSpPr/>
            <p:nvPr/>
          </p:nvSpPr>
          <p:spPr>
            <a:xfrm>
              <a:off x="3548562" y="5709767"/>
              <a:ext cx="49651" cy="49651"/>
            </a:xfrm>
            <a:prstGeom prst="rect">
              <a:avLst/>
            </a:pr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7"/>
            <p:cNvSpPr/>
            <p:nvPr/>
          </p:nvSpPr>
          <p:spPr>
            <a:xfrm>
              <a:off x="3548562" y="5709767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8"/>
            <p:cNvSpPr/>
            <p:nvPr/>
          </p:nvSpPr>
          <p:spPr>
            <a:xfrm>
              <a:off x="3548562" y="5709767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rc119"/>
            <p:cNvSpPr/>
            <p:nvPr/>
          </p:nvSpPr>
          <p:spPr>
            <a:xfrm>
              <a:off x="3567882" y="5713956"/>
              <a:ext cx="49651" cy="49651"/>
            </a:xfrm>
            <a:prstGeom prst="rect">
              <a:avLst/>
            </a:pr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0"/>
            <p:cNvSpPr/>
            <p:nvPr/>
          </p:nvSpPr>
          <p:spPr>
            <a:xfrm>
              <a:off x="3567882" y="5713956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1"/>
            <p:cNvSpPr/>
            <p:nvPr/>
          </p:nvSpPr>
          <p:spPr>
            <a:xfrm>
              <a:off x="3567882" y="5713956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rc122"/>
            <p:cNvSpPr/>
            <p:nvPr/>
          </p:nvSpPr>
          <p:spPr>
            <a:xfrm>
              <a:off x="3582371" y="5717763"/>
              <a:ext cx="49651" cy="49651"/>
            </a:xfrm>
            <a:prstGeom prst="rect">
              <a:avLst/>
            </a:pr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3"/>
            <p:cNvSpPr/>
            <p:nvPr/>
          </p:nvSpPr>
          <p:spPr>
            <a:xfrm>
              <a:off x="3582371" y="5717763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4"/>
            <p:cNvSpPr/>
            <p:nvPr/>
          </p:nvSpPr>
          <p:spPr>
            <a:xfrm>
              <a:off x="3582371" y="5717763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rc125"/>
            <p:cNvSpPr/>
            <p:nvPr/>
          </p:nvSpPr>
          <p:spPr>
            <a:xfrm>
              <a:off x="3601690" y="5721481"/>
              <a:ext cx="49651" cy="49651"/>
            </a:xfrm>
            <a:prstGeom prst="rect">
              <a:avLst/>
            </a:pr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6"/>
            <p:cNvSpPr/>
            <p:nvPr/>
          </p:nvSpPr>
          <p:spPr>
            <a:xfrm>
              <a:off x="3601690" y="5721481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7"/>
            <p:cNvSpPr/>
            <p:nvPr/>
          </p:nvSpPr>
          <p:spPr>
            <a:xfrm>
              <a:off x="3601690" y="5721481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rc128"/>
            <p:cNvSpPr/>
            <p:nvPr/>
          </p:nvSpPr>
          <p:spPr>
            <a:xfrm>
              <a:off x="3621009" y="5721663"/>
              <a:ext cx="49651" cy="49651"/>
            </a:xfrm>
            <a:prstGeom prst="rect">
              <a:avLst/>
            </a:pr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29"/>
            <p:cNvSpPr/>
            <p:nvPr/>
          </p:nvSpPr>
          <p:spPr>
            <a:xfrm>
              <a:off x="3621009" y="5721663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0"/>
            <p:cNvSpPr/>
            <p:nvPr/>
          </p:nvSpPr>
          <p:spPr>
            <a:xfrm>
              <a:off x="3621009" y="5721663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rc131"/>
            <p:cNvSpPr/>
            <p:nvPr/>
          </p:nvSpPr>
          <p:spPr>
            <a:xfrm>
              <a:off x="3640328" y="5722983"/>
              <a:ext cx="49651" cy="49651"/>
            </a:xfrm>
            <a:prstGeom prst="rect">
              <a:avLst/>
            </a:pr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2"/>
            <p:cNvSpPr/>
            <p:nvPr/>
          </p:nvSpPr>
          <p:spPr>
            <a:xfrm>
              <a:off x="3640328" y="5722983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3"/>
            <p:cNvSpPr/>
            <p:nvPr/>
          </p:nvSpPr>
          <p:spPr>
            <a:xfrm>
              <a:off x="3640328" y="5722983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rc134"/>
            <p:cNvSpPr/>
            <p:nvPr/>
          </p:nvSpPr>
          <p:spPr>
            <a:xfrm>
              <a:off x="3659648" y="5724601"/>
              <a:ext cx="49651" cy="49651"/>
            </a:xfrm>
            <a:prstGeom prst="rect">
              <a:avLst/>
            </a:pr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5"/>
            <p:cNvSpPr/>
            <p:nvPr/>
          </p:nvSpPr>
          <p:spPr>
            <a:xfrm>
              <a:off x="3659648" y="5724601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6"/>
            <p:cNvSpPr/>
            <p:nvPr/>
          </p:nvSpPr>
          <p:spPr>
            <a:xfrm>
              <a:off x="3659648" y="5724601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rc137"/>
            <p:cNvSpPr/>
            <p:nvPr/>
          </p:nvSpPr>
          <p:spPr>
            <a:xfrm>
              <a:off x="3678967" y="5727700"/>
              <a:ext cx="49651" cy="49651"/>
            </a:xfrm>
            <a:prstGeom prst="rect">
              <a:avLst/>
            </a:pr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8"/>
            <p:cNvSpPr/>
            <p:nvPr/>
          </p:nvSpPr>
          <p:spPr>
            <a:xfrm>
              <a:off x="3678967" y="5727700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39"/>
            <p:cNvSpPr/>
            <p:nvPr/>
          </p:nvSpPr>
          <p:spPr>
            <a:xfrm>
              <a:off x="3678967" y="5727700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rc140"/>
            <p:cNvSpPr/>
            <p:nvPr/>
          </p:nvSpPr>
          <p:spPr>
            <a:xfrm>
              <a:off x="3698286" y="5731660"/>
              <a:ext cx="49651" cy="49651"/>
            </a:xfrm>
            <a:prstGeom prst="rect">
              <a:avLst/>
            </a:pr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1"/>
            <p:cNvSpPr/>
            <p:nvPr/>
          </p:nvSpPr>
          <p:spPr>
            <a:xfrm>
              <a:off x="3698286" y="5731660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2"/>
            <p:cNvSpPr/>
            <p:nvPr/>
          </p:nvSpPr>
          <p:spPr>
            <a:xfrm>
              <a:off x="3698286" y="5731660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rc143"/>
            <p:cNvSpPr/>
            <p:nvPr/>
          </p:nvSpPr>
          <p:spPr>
            <a:xfrm>
              <a:off x="3717605" y="5731539"/>
              <a:ext cx="49651" cy="49651"/>
            </a:xfrm>
            <a:prstGeom prst="rect">
              <a:avLst/>
            </a:pr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4"/>
            <p:cNvSpPr/>
            <p:nvPr/>
          </p:nvSpPr>
          <p:spPr>
            <a:xfrm>
              <a:off x="3717605" y="5731539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5"/>
            <p:cNvSpPr/>
            <p:nvPr/>
          </p:nvSpPr>
          <p:spPr>
            <a:xfrm>
              <a:off x="3717605" y="5731539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rc146"/>
            <p:cNvSpPr/>
            <p:nvPr/>
          </p:nvSpPr>
          <p:spPr>
            <a:xfrm>
              <a:off x="3736924" y="5733790"/>
              <a:ext cx="49651" cy="49651"/>
            </a:xfrm>
            <a:prstGeom prst="rect">
              <a:avLst/>
            </a:pr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7"/>
            <p:cNvSpPr/>
            <p:nvPr/>
          </p:nvSpPr>
          <p:spPr>
            <a:xfrm>
              <a:off x="3736924" y="5733790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8"/>
            <p:cNvSpPr/>
            <p:nvPr/>
          </p:nvSpPr>
          <p:spPr>
            <a:xfrm>
              <a:off x="3736924" y="5733790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rc149"/>
            <p:cNvSpPr/>
            <p:nvPr/>
          </p:nvSpPr>
          <p:spPr>
            <a:xfrm>
              <a:off x="3756243" y="5736309"/>
              <a:ext cx="49651" cy="49651"/>
            </a:xfrm>
            <a:prstGeom prst="rect">
              <a:avLst/>
            </a:pr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0"/>
            <p:cNvSpPr/>
            <p:nvPr/>
          </p:nvSpPr>
          <p:spPr>
            <a:xfrm>
              <a:off x="3756243" y="5736309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1"/>
            <p:cNvSpPr/>
            <p:nvPr/>
          </p:nvSpPr>
          <p:spPr>
            <a:xfrm>
              <a:off x="3756243" y="5736309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rc152"/>
            <p:cNvSpPr/>
            <p:nvPr/>
          </p:nvSpPr>
          <p:spPr>
            <a:xfrm>
              <a:off x="3775563" y="5739725"/>
              <a:ext cx="49651" cy="49651"/>
            </a:xfrm>
            <a:prstGeom prst="rect">
              <a:avLst/>
            </a:pr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3"/>
            <p:cNvSpPr/>
            <p:nvPr/>
          </p:nvSpPr>
          <p:spPr>
            <a:xfrm>
              <a:off x="3775563" y="5739725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4"/>
            <p:cNvSpPr/>
            <p:nvPr/>
          </p:nvSpPr>
          <p:spPr>
            <a:xfrm>
              <a:off x="3775563" y="5739725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rc155"/>
            <p:cNvSpPr/>
            <p:nvPr/>
          </p:nvSpPr>
          <p:spPr>
            <a:xfrm>
              <a:off x="3794882" y="5744757"/>
              <a:ext cx="49651" cy="49651"/>
            </a:xfrm>
            <a:prstGeom prst="rect">
              <a:avLst/>
            </a:pr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6"/>
            <p:cNvSpPr/>
            <p:nvPr/>
          </p:nvSpPr>
          <p:spPr>
            <a:xfrm>
              <a:off x="3794882" y="5744757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7"/>
            <p:cNvSpPr/>
            <p:nvPr/>
          </p:nvSpPr>
          <p:spPr>
            <a:xfrm>
              <a:off x="3794882" y="5744757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rc158"/>
            <p:cNvSpPr/>
            <p:nvPr/>
          </p:nvSpPr>
          <p:spPr>
            <a:xfrm>
              <a:off x="3814201" y="5745987"/>
              <a:ext cx="49651" cy="49651"/>
            </a:xfrm>
            <a:prstGeom prst="rect">
              <a:avLst/>
            </a:pr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59"/>
            <p:cNvSpPr/>
            <p:nvPr/>
          </p:nvSpPr>
          <p:spPr>
            <a:xfrm>
              <a:off x="3814201" y="5745987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0"/>
            <p:cNvSpPr/>
            <p:nvPr/>
          </p:nvSpPr>
          <p:spPr>
            <a:xfrm>
              <a:off x="3814201" y="5745987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rc161"/>
            <p:cNvSpPr/>
            <p:nvPr/>
          </p:nvSpPr>
          <p:spPr>
            <a:xfrm>
              <a:off x="3823860" y="5745821"/>
              <a:ext cx="49651" cy="49651"/>
            </a:xfrm>
            <a:prstGeom prst="rect">
              <a:avLst/>
            </a:pr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2"/>
            <p:cNvSpPr/>
            <p:nvPr/>
          </p:nvSpPr>
          <p:spPr>
            <a:xfrm>
              <a:off x="3823860" y="5745821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3"/>
            <p:cNvSpPr/>
            <p:nvPr/>
          </p:nvSpPr>
          <p:spPr>
            <a:xfrm>
              <a:off x="3823860" y="5745821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rc164"/>
            <p:cNvSpPr/>
            <p:nvPr/>
          </p:nvSpPr>
          <p:spPr>
            <a:xfrm>
              <a:off x="3823860" y="5743787"/>
              <a:ext cx="49651" cy="49651"/>
            </a:xfrm>
            <a:prstGeom prst="rect">
              <a:avLst/>
            </a:pr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5"/>
            <p:cNvSpPr/>
            <p:nvPr/>
          </p:nvSpPr>
          <p:spPr>
            <a:xfrm>
              <a:off x="3823860" y="5743787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6"/>
            <p:cNvSpPr/>
            <p:nvPr/>
          </p:nvSpPr>
          <p:spPr>
            <a:xfrm>
              <a:off x="3823860" y="5743787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rc167"/>
            <p:cNvSpPr/>
            <p:nvPr/>
          </p:nvSpPr>
          <p:spPr>
            <a:xfrm>
              <a:off x="3828690" y="5742758"/>
              <a:ext cx="49651" cy="49651"/>
            </a:xfrm>
            <a:prstGeom prst="rect">
              <a:avLst/>
            </a:pr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8"/>
            <p:cNvSpPr/>
            <p:nvPr/>
          </p:nvSpPr>
          <p:spPr>
            <a:xfrm>
              <a:off x="3828690" y="5742758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69"/>
            <p:cNvSpPr/>
            <p:nvPr/>
          </p:nvSpPr>
          <p:spPr>
            <a:xfrm>
              <a:off x="3828690" y="5742758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rc170"/>
            <p:cNvSpPr/>
            <p:nvPr/>
          </p:nvSpPr>
          <p:spPr>
            <a:xfrm>
              <a:off x="3843180" y="5742290"/>
              <a:ext cx="49651" cy="49651"/>
            </a:xfrm>
            <a:prstGeom prst="rect">
              <a:avLst/>
            </a:pr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l171"/>
            <p:cNvSpPr/>
            <p:nvPr/>
          </p:nvSpPr>
          <p:spPr>
            <a:xfrm>
              <a:off x="3843180" y="5742290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l172"/>
            <p:cNvSpPr/>
            <p:nvPr/>
          </p:nvSpPr>
          <p:spPr>
            <a:xfrm>
              <a:off x="3843180" y="5742290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rc173"/>
            <p:cNvSpPr/>
            <p:nvPr/>
          </p:nvSpPr>
          <p:spPr>
            <a:xfrm>
              <a:off x="3862499" y="5742089"/>
              <a:ext cx="49651" cy="49651"/>
            </a:xfrm>
            <a:prstGeom prst="rect">
              <a:avLst/>
            </a:pr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l174"/>
            <p:cNvSpPr/>
            <p:nvPr/>
          </p:nvSpPr>
          <p:spPr>
            <a:xfrm>
              <a:off x="3862499" y="5742089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l175"/>
            <p:cNvSpPr/>
            <p:nvPr/>
          </p:nvSpPr>
          <p:spPr>
            <a:xfrm>
              <a:off x="3862499" y="5742089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rc176"/>
            <p:cNvSpPr/>
            <p:nvPr/>
          </p:nvSpPr>
          <p:spPr>
            <a:xfrm>
              <a:off x="3876988" y="5739906"/>
              <a:ext cx="49651" cy="49651"/>
            </a:xfrm>
            <a:prstGeom prst="rect">
              <a:avLst/>
            </a:pr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l177"/>
            <p:cNvSpPr/>
            <p:nvPr/>
          </p:nvSpPr>
          <p:spPr>
            <a:xfrm>
              <a:off x="3876988" y="5739906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l178"/>
            <p:cNvSpPr/>
            <p:nvPr/>
          </p:nvSpPr>
          <p:spPr>
            <a:xfrm>
              <a:off x="3876988" y="5739906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rc179"/>
            <p:cNvSpPr/>
            <p:nvPr/>
          </p:nvSpPr>
          <p:spPr>
            <a:xfrm>
              <a:off x="3886648" y="5740102"/>
              <a:ext cx="49651" cy="49651"/>
            </a:xfrm>
            <a:prstGeom prst="rect">
              <a:avLst/>
            </a:pr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l180"/>
            <p:cNvSpPr/>
            <p:nvPr/>
          </p:nvSpPr>
          <p:spPr>
            <a:xfrm>
              <a:off x="3886648" y="5740102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l181"/>
            <p:cNvSpPr/>
            <p:nvPr/>
          </p:nvSpPr>
          <p:spPr>
            <a:xfrm>
              <a:off x="3886648" y="5740102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rc182"/>
            <p:cNvSpPr/>
            <p:nvPr/>
          </p:nvSpPr>
          <p:spPr>
            <a:xfrm>
              <a:off x="3905967" y="5734965"/>
              <a:ext cx="49651" cy="49651"/>
            </a:xfrm>
            <a:prstGeom prst="rect">
              <a:avLst/>
            </a:pr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l183"/>
            <p:cNvSpPr/>
            <p:nvPr/>
          </p:nvSpPr>
          <p:spPr>
            <a:xfrm>
              <a:off x="3905967" y="5734965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l184"/>
            <p:cNvSpPr/>
            <p:nvPr/>
          </p:nvSpPr>
          <p:spPr>
            <a:xfrm>
              <a:off x="3905967" y="5734965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rc185"/>
            <p:cNvSpPr/>
            <p:nvPr/>
          </p:nvSpPr>
          <p:spPr>
            <a:xfrm>
              <a:off x="3930116" y="5730581"/>
              <a:ext cx="49651" cy="49651"/>
            </a:xfrm>
            <a:prstGeom prst="rect">
              <a:avLst/>
            </a:pr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l186"/>
            <p:cNvSpPr/>
            <p:nvPr/>
          </p:nvSpPr>
          <p:spPr>
            <a:xfrm>
              <a:off x="3930116" y="5730581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l187"/>
            <p:cNvSpPr/>
            <p:nvPr/>
          </p:nvSpPr>
          <p:spPr>
            <a:xfrm>
              <a:off x="3930116" y="5730581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rc188"/>
            <p:cNvSpPr/>
            <p:nvPr/>
          </p:nvSpPr>
          <p:spPr>
            <a:xfrm>
              <a:off x="3949435" y="5727675"/>
              <a:ext cx="49651" cy="49651"/>
            </a:xfrm>
            <a:prstGeom prst="rect">
              <a:avLst/>
            </a:pr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l189"/>
            <p:cNvSpPr/>
            <p:nvPr/>
          </p:nvSpPr>
          <p:spPr>
            <a:xfrm>
              <a:off x="3949435" y="5727675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l190"/>
            <p:cNvSpPr/>
            <p:nvPr/>
          </p:nvSpPr>
          <p:spPr>
            <a:xfrm>
              <a:off x="3949435" y="5727675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rc191"/>
            <p:cNvSpPr/>
            <p:nvPr/>
          </p:nvSpPr>
          <p:spPr>
            <a:xfrm>
              <a:off x="3963924" y="5726234"/>
              <a:ext cx="49651" cy="49651"/>
            </a:xfrm>
            <a:prstGeom prst="rect">
              <a:avLst/>
            </a:pr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l192"/>
            <p:cNvSpPr/>
            <p:nvPr/>
          </p:nvSpPr>
          <p:spPr>
            <a:xfrm>
              <a:off x="3963924" y="5726234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l193"/>
            <p:cNvSpPr/>
            <p:nvPr/>
          </p:nvSpPr>
          <p:spPr>
            <a:xfrm>
              <a:off x="3963924" y="5726234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rc194"/>
            <p:cNvSpPr/>
            <p:nvPr/>
          </p:nvSpPr>
          <p:spPr>
            <a:xfrm>
              <a:off x="3983244" y="5728478"/>
              <a:ext cx="49651" cy="49651"/>
            </a:xfrm>
            <a:prstGeom prst="rect">
              <a:avLst/>
            </a:pr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l195"/>
            <p:cNvSpPr/>
            <p:nvPr/>
          </p:nvSpPr>
          <p:spPr>
            <a:xfrm>
              <a:off x="3983244" y="5728478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l196"/>
            <p:cNvSpPr/>
            <p:nvPr/>
          </p:nvSpPr>
          <p:spPr>
            <a:xfrm>
              <a:off x="3983244" y="5728478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rc197"/>
            <p:cNvSpPr/>
            <p:nvPr/>
          </p:nvSpPr>
          <p:spPr>
            <a:xfrm>
              <a:off x="3997733" y="5729018"/>
              <a:ext cx="49651" cy="49651"/>
            </a:xfrm>
            <a:prstGeom prst="rect">
              <a:avLst/>
            </a:pr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l198"/>
            <p:cNvSpPr/>
            <p:nvPr/>
          </p:nvSpPr>
          <p:spPr>
            <a:xfrm>
              <a:off x="3997733" y="5729018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l199"/>
            <p:cNvSpPr/>
            <p:nvPr/>
          </p:nvSpPr>
          <p:spPr>
            <a:xfrm>
              <a:off x="3997733" y="5729018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rc200"/>
            <p:cNvSpPr/>
            <p:nvPr/>
          </p:nvSpPr>
          <p:spPr>
            <a:xfrm>
              <a:off x="4007392" y="5729468"/>
              <a:ext cx="49651" cy="49651"/>
            </a:xfrm>
            <a:prstGeom prst="rect">
              <a:avLst/>
            </a:pr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l201"/>
            <p:cNvSpPr/>
            <p:nvPr/>
          </p:nvSpPr>
          <p:spPr>
            <a:xfrm>
              <a:off x="4007392" y="5729468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l202"/>
            <p:cNvSpPr/>
            <p:nvPr/>
          </p:nvSpPr>
          <p:spPr>
            <a:xfrm>
              <a:off x="4007392" y="5729468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rc203"/>
            <p:cNvSpPr/>
            <p:nvPr/>
          </p:nvSpPr>
          <p:spPr>
            <a:xfrm>
              <a:off x="4021882" y="5729409"/>
              <a:ext cx="49651" cy="49651"/>
            </a:xfrm>
            <a:prstGeom prst="rect">
              <a:avLst/>
            </a:pr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l204"/>
            <p:cNvSpPr/>
            <p:nvPr/>
          </p:nvSpPr>
          <p:spPr>
            <a:xfrm>
              <a:off x="4021882" y="5729409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l205"/>
            <p:cNvSpPr/>
            <p:nvPr/>
          </p:nvSpPr>
          <p:spPr>
            <a:xfrm>
              <a:off x="4021882" y="5729409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l206"/>
            <p:cNvSpPr/>
            <p:nvPr/>
          </p:nvSpPr>
          <p:spPr>
            <a:xfrm>
              <a:off x="2461860" y="5694517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l207"/>
            <p:cNvSpPr/>
            <p:nvPr/>
          </p:nvSpPr>
          <p:spPr>
            <a:xfrm>
              <a:off x="2461860" y="5694517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l208"/>
            <p:cNvSpPr/>
            <p:nvPr/>
          </p:nvSpPr>
          <p:spPr>
            <a:xfrm>
              <a:off x="2451577" y="5719343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l209"/>
            <p:cNvSpPr/>
            <p:nvPr/>
          </p:nvSpPr>
          <p:spPr>
            <a:xfrm>
              <a:off x="2486686" y="5684234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l210"/>
            <p:cNvSpPr/>
            <p:nvPr/>
          </p:nvSpPr>
          <p:spPr>
            <a:xfrm>
              <a:off x="2486009" y="5696907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l211"/>
            <p:cNvSpPr/>
            <p:nvPr/>
          </p:nvSpPr>
          <p:spPr>
            <a:xfrm>
              <a:off x="2486009" y="5696907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l212"/>
            <p:cNvSpPr/>
            <p:nvPr/>
          </p:nvSpPr>
          <p:spPr>
            <a:xfrm>
              <a:off x="2475726" y="5721733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l213"/>
            <p:cNvSpPr/>
            <p:nvPr/>
          </p:nvSpPr>
          <p:spPr>
            <a:xfrm>
              <a:off x="2510835" y="5686624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l214"/>
            <p:cNvSpPr/>
            <p:nvPr/>
          </p:nvSpPr>
          <p:spPr>
            <a:xfrm>
              <a:off x="2500498" y="5696781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l215"/>
            <p:cNvSpPr/>
            <p:nvPr/>
          </p:nvSpPr>
          <p:spPr>
            <a:xfrm>
              <a:off x="2500498" y="5696781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l216"/>
            <p:cNvSpPr/>
            <p:nvPr/>
          </p:nvSpPr>
          <p:spPr>
            <a:xfrm>
              <a:off x="2490215" y="5721607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l217"/>
            <p:cNvSpPr/>
            <p:nvPr/>
          </p:nvSpPr>
          <p:spPr>
            <a:xfrm>
              <a:off x="2525324" y="5686497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l218"/>
            <p:cNvSpPr/>
            <p:nvPr/>
          </p:nvSpPr>
          <p:spPr>
            <a:xfrm>
              <a:off x="2514988" y="5696975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l219"/>
            <p:cNvSpPr/>
            <p:nvPr/>
          </p:nvSpPr>
          <p:spPr>
            <a:xfrm>
              <a:off x="2514988" y="5696975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l220"/>
            <p:cNvSpPr/>
            <p:nvPr/>
          </p:nvSpPr>
          <p:spPr>
            <a:xfrm>
              <a:off x="2504704" y="5721801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l221"/>
            <p:cNvSpPr/>
            <p:nvPr/>
          </p:nvSpPr>
          <p:spPr>
            <a:xfrm>
              <a:off x="2539814" y="5686692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l222"/>
            <p:cNvSpPr/>
            <p:nvPr/>
          </p:nvSpPr>
          <p:spPr>
            <a:xfrm>
              <a:off x="2529477" y="5697341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l223"/>
            <p:cNvSpPr/>
            <p:nvPr/>
          </p:nvSpPr>
          <p:spPr>
            <a:xfrm>
              <a:off x="2529477" y="5697341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l224"/>
            <p:cNvSpPr/>
            <p:nvPr/>
          </p:nvSpPr>
          <p:spPr>
            <a:xfrm>
              <a:off x="2519194" y="5722167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l225"/>
            <p:cNvSpPr/>
            <p:nvPr/>
          </p:nvSpPr>
          <p:spPr>
            <a:xfrm>
              <a:off x="2554303" y="5687058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l226"/>
            <p:cNvSpPr/>
            <p:nvPr/>
          </p:nvSpPr>
          <p:spPr>
            <a:xfrm>
              <a:off x="2539137" y="5695820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l227"/>
            <p:cNvSpPr/>
            <p:nvPr/>
          </p:nvSpPr>
          <p:spPr>
            <a:xfrm>
              <a:off x="2539137" y="5695820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l228"/>
            <p:cNvSpPr/>
            <p:nvPr/>
          </p:nvSpPr>
          <p:spPr>
            <a:xfrm>
              <a:off x="2528853" y="5720645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l229"/>
            <p:cNvSpPr/>
            <p:nvPr/>
          </p:nvSpPr>
          <p:spPr>
            <a:xfrm>
              <a:off x="2563962" y="5685536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l230"/>
            <p:cNvSpPr/>
            <p:nvPr/>
          </p:nvSpPr>
          <p:spPr>
            <a:xfrm>
              <a:off x="2553626" y="5694817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l231"/>
            <p:cNvSpPr/>
            <p:nvPr/>
          </p:nvSpPr>
          <p:spPr>
            <a:xfrm>
              <a:off x="2553626" y="5694817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l232"/>
            <p:cNvSpPr/>
            <p:nvPr/>
          </p:nvSpPr>
          <p:spPr>
            <a:xfrm>
              <a:off x="2543343" y="5719643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l233"/>
            <p:cNvSpPr/>
            <p:nvPr/>
          </p:nvSpPr>
          <p:spPr>
            <a:xfrm>
              <a:off x="2578452" y="5684533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l234"/>
            <p:cNvSpPr/>
            <p:nvPr/>
          </p:nvSpPr>
          <p:spPr>
            <a:xfrm>
              <a:off x="2568115" y="5693288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l235"/>
            <p:cNvSpPr/>
            <p:nvPr/>
          </p:nvSpPr>
          <p:spPr>
            <a:xfrm>
              <a:off x="2568115" y="5693288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l236"/>
            <p:cNvSpPr/>
            <p:nvPr/>
          </p:nvSpPr>
          <p:spPr>
            <a:xfrm>
              <a:off x="2557832" y="5718114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l237"/>
            <p:cNvSpPr/>
            <p:nvPr/>
          </p:nvSpPr>
          <p:spPr>
            <a:xfrm>
              <a:off x="2592941" y="5683005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l238"/>
            <p:cNvSpPr/>
            <p:nvPr/>
          </p:nvSpPr>
          <p:spPr>
            <a:xfrm>
              <a:off x="2582605" y="5693559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l239"/>
            <p:cNvSpPr/>
            <p:nvPr/>
          </p:nvSpPr>
          <p:spPr>
            <a:xfrm>
              <a:off x="2582605" y="5693559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l240"/>
            <p:cNvSpPr/>
            <p:nvPr/>
          </p:nvSpPr>
          <p:spPr>
            <a:xfrm>
              <a:off x="2572321" y="5718385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l241"/>
            <p:cNvSpPr/>
            <p:nvPr/>
          </p:nvSpPr>
          <p:spPr>
            <a:xfrm>
              <a:off x="2607431" y="5683276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l242"/>
            <p:cNvSpPr/>
            <p:nvPr/>
          </p:nvSpPr>
          <p:spPr>
            <a:xfrm>
              <a:off x="2606754" y="5691939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l243"/>
            <p:cNvSpPr/>
            <p:nvPr/>
          </p:nvSpPr>
          <p:spPr>
            <a:xfrm>
              <a:off x="2606754" y="5691939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l244"/>
            <p:cNvSpPr/>
            <p:nvPr/>
          </p:nvSpPr>
          <p:spPr>
            <a:xfrm>
              <a:off x="2596470" y="5716765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l245"/>
            <p:cNvSpPr/>
            <p:nvPr/>
          </p:nvSpPr>
          <p:spPr>
            <a:xfrm>
              <a:off x="2631580" y="5681656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l246"/>
            <p:cNvSpPr/>
            <p:nvPr/>
          </p:nvSpPr>
          <p:spPr>
            <a:xfrm>
              <a:off x="2630903" y="5692285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l247"/>
            <p:cNvSpPr/>
            <p:nvPr/>
          </p:nvSpPr>
          <p:spPr>
            <a:xfrm>
              <a:off x="2630903" y="5692285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l248"/>
            <p:cNvSpPr/>
            <p:nvPr/>
          </p:nvSpPr>
          <p:spPr>
            <a:xfrm>
              <a:off x="2620619" y="5717111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l249"/>
            <p:cNvSpPr/>
            <p:nvPr/>
          </p:nvSpPr>
          <p:spPr>
            <a:xfrm>
              <a:off x="2655728" y="5682002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250"/>
            <p:cNvSpPr/>
            <p:nvPr/>
          </p:nvSpPr>
          <p:spPr>
            <a:xfrm>
              <a:off x="2655051" y="5692300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251"/>
            <p:cNvSpPr/>
            <p:nvPr/>
          </p:nvSpPr>
          <p:spPr>
            <a:xfrm>
              <a:off x="2655051" y="5692300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l252"/>
            <p:cNvSpPr/>
            <p:nvPr/>
          </p:nvSpPr>
          <p:spPr>
            <a:xfrm>
              <a:off x="2644768" y="5717126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l253"/>
            <p:cNvSpPr/>
            <p:nvPr/>
          </p:nvSpPr>
          <p:spPr>
            <a:xfrm>
              <a:off x="2679877" y="5682017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l254"/>
            <p:cNvSpPr/>
            <p:nvPr/>
          </p:nvSpPr>
          <p:spPr>
            <a:xfrm>
              <a:off x="2684030" y="5693935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l255"/>
            <p:cNvSpPr/>
            <p:nvPr/>
          </p:nvSpPr>
          <p:spPr>
            <a:xfrm>
              <a:off x="2684030" y="5693935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l256"/>
            <p:cNvSpPr/>
            <p:nvPr/>
          </p:nvSpPr>
          <p:spPr>
            <a:xfrm>
              <a:off x="2673747" y="5718761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l257"/>
            <p:cNvSpPr/>
            <p:nvPr/>
          </p:nvSpPr>
          <p:spPr>
            <a:xfrm>
              <a:off x="2708856" y="5683652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l258"/>
            <p:cNvSpPr/>
            <p:nvPr/>
          </p:nvSpPr>
          <p:spPr>
            <a:xfrm>
              <a:off x="2713009" y="5694944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l259"/>
            <p:cNvSpPr/>
            <p:nvPr/>
          </p:nvSpPr>
          <p:spPr>
            <a:xfrm>
              <a:off x="2713009" y="5694944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l260"/>
            <p:cNvSpPr/>
            <p:nvPr/>
          </p:nvSpPr>
          <p:spPr>
            <a:xfrm>
              <a:off x="2702726" y="5719769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l261"/>
            <p:cNvSpPr/>
            <p:nvPr/>
          </p:nvSpPr>
          <p:spPr>
            <a:xfrm>
              <a:off x="2737835" y="5684660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l262"/>
            <p:cNvSpPr/>
            <p:nvPr/>
          </p:nvSpPr>
          <p:spPr>
            <a:xfrm>
              <a:off x="2732328" y="5694577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l263"/>
            <p:cNvSpPr/>
            <p:nvPr/>
          </p:nvSpPr>
          <p:spPr>
            <a:xfrm>
              <a:off x="2732328" y="5694577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l264"/>
            <p:cNvSpPr/>
            <p:nvPr/>
          </p:nvSpPr>
          <p:spPr>
            <a:xfrm>
              <a:off x="2722045" y="5719402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l265"/>
            <p:cNvSpPr/>
            <p:nvPr/>
          </p:nvSpPr>
          <p:spPr>
            <a:xfrm>
              <a:off x="2757154" y="5684293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l266"/>
            <p:cNvSpPr/>
            <p:nvPr/>
          </p:nvSpPr>
          <p:spPr>
            <a:xfrm>
              <a:off x="2761307" y="5695067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l267"/>
            <p:cNvSpPr/>
            <p:nvPr/>
          </p:nvSpPr>
          <p:spPr>
            <a:xfrm>
              <a:off x="2761307" y="5695067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l268"/>
            <p:cNvSpPr/>
            <p:nvPr/>
          </p:nvSpPr>
          <p:spPr>
            <a:xfrm>
              <a:off x="2751024" y="5719893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l269"/>
            <p:cNvSpPr/>
            <p:nvPr/>
          </p:nvSpPr>
          <p:spPr>
            <a:xfrm>
              <a:off x="2786133" y="5684784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l270"/>
            <p:cNvSpPr/>
            <p:nvPr/>
          </p:nvSpPr>
          <p:spPr>
            <a:xfrm>
              <a:off x="2790286" y="5695029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l271"/>
            <p:cNvSpPr/>
            <p:nvPr/>
          </p:nvSpPr>
          <p:spPr>
            <a:xfrm>
              <a:off x="2790286" y="5695029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l272"/>
            <p:cNvSpPr/>
            <p:nvPr/>
          </p:nvSpPr>
          <p:spPr>
            <a:xfrm>
              <a:off x="2780002" y="5719855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l273"/>
            <p:cNvSpPr/>
            <p:nvPr/>
          </p:nvSpPr>
          <p:spPr>
            <a:xfrm>
              <a:off x="2815112" y="5684746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l274"/>
            <p:cNvSpPr/>
            <p:nvPr/>
          </p:nvSpPr>
          <p:spPr>
            <a:xfrm>
              <a:off x="2804775" y="5695033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l275"/>
            <p:cNvSpPr/>
            <p:nvPr/>
          </p:nvSpPr>
          <p:spPr>
            <a:xfrm>
              <a:off x="2804775" y="5695033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l276"/>
            <p:cNvSpPr/>
            <p:nvPr/>
          </p:nvSpPr>
          <p:spPr>
            <a:xfrm>
              <a:off x="2794492" y="5719859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l277"/>
            <p:cNvSpPr/>
            <p:nvPr/>
          </p:nvSpPr>
          <p:spPr>
            <a:xfrm>
              <a:off x="2829601" y="5684750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l278"/>
            <p:cNvSpPr/>
            <p:nvPr/>
          </p:nvSpPr>
          <p:spPr>
            <a:xfrm>
              <a:off x="2819264" y="5694861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l279"/>
            <p:cNvSpPr/>
            <p:nvPr/>
          </p:nvSpPr>
          <p:spPr>
            <a:xfrm>
              <a:off x="2819264" y="5694861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l280"/>
            <p:cNvSpPr/>
            <p:nvPr/>
          </p:nvSpPr>
          <p:spPr>
            <a:xfrm>
              <a:off x="2808981" y="5719687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l281"/>
            <p:cNvSpPr/>
            <p:nvPr/>
          </p:nvSpPr>
          <p:spPr>
            <a:xfrm>
              <a:off x="2844090" y="5684578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l282"/>
            <p:cNvSpPr/>
            <p:nvPr/>
          </p:nvSpPr>
          <p:spPr>
            <a:xfrm>
              <a:off x="2833754" y="5694239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l283"/>
            <p:cNvSpPr/>
            <p:nvPr/>
          </p:nvSpPr>
          <p:spPr>
            <a:xfrm>
              <a:off x="2833754" y="5694239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l284"/>
            <p:cNvSpPr/>
            <p:nvPr/>
          </p:nvSpPr>
          <p:spPr>
            <a:xfrm>
              <a:off x="2823470" y="5719065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l285"/>
            <p:cNvSpPr/>
            <p:nvPr/>
          </p:nvSpPr>
          <p:spPr>
            <a:xfrm>
              <a:off x="2858580" y="5683956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l286"/>
            <p:cNvSpPr/>
            <p:nvPr/>
          </p:nvSpPr>
          <p:spPr>
            <a:xfrm>
              <a:off x="2853073" y="5695911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l287"/>
            <p:cNvSpPr/>
            <p:nvPr/>
          </p:nvSpPr>
          <p:spPr>
            <a:xfrm>
              <a:off x="2853073" y="5695911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l288"/>
            <p:cNvSpPr/>
            <p:nvPr/>
          </p:nvSpPr>
          <p:spPr>
            <a:xfrm>
              <a:off x="2842790" y="5720737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l289"/>
            <p:cNvSpPr/>
            <p:nvPr/>
          </p:nvSpPr>
          <p:spPr>
            <a:xfrm>
              <a:off x="2877899" y="5685628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l290"/>
            <p:cNvSpPr/>
            <p:nvPr/>
          </p:nvSpPr>
          <p:spPr>
            <a:xfrm>
              <a:off x="2867562" y="5695180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l291"/>
            <p:cNvSpPr/>
            <p:nvPr/>
          </p:nvSpPr>
          <p:spPr>
            <a:xfrm>
              <a:off x="2867562" y="5695180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l292"/>
            <p:cNvSpPr/>
            <p:nvPr/>
          </p:nvSpPr>
          <p:spPr>
            <a:xfrm>
              <a:off x="2857279" y="5720006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l293"/>
            <p:cNvSpPr/>
            <p:nvPr/>
          </p:nvSpPr>
          <p:spPr>
            <a:xfrm>
              <a:off x="2892388" y="5684897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l294"/>
            <p:cNvSpPr/>
            <p:nvPr/>
          </p:nvSpPr>
          <p:spPr>
            <a:xfrm>
              <a:off x="2886881" y="5695241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l295"/>
            <p:cNvSpPr/>
            <p:nvPr/>
          </p:nvSpPr>
          <p:spPr>
            <a:xfrm>
              <a:off x="2886881" y="5695241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l296"/>
            <p:cNvSpPr/>
            <p:nvPr/>
          </p:nvSpPr>
          <p:spPr>
            <a:xfrm>
              <a:off x="2876598" y="5720067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l297"/>
            <p:cNvSpPr/>
            <p:nvPr/>
          </p:nvSpPr>
          <p:spPr>
            <a:xfrm>
              <a:off x="2911707" y="5684957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l298"/>
            <p:cNvSpPr/>
            <p:nvPr/>
          </p:nvSpPr>
          <p:spPr>
            <a:xfrm>
              <a:off x="2906201" y="5694645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l299"/>
            <p:cNvSpPr/>
            <p:nvPr/>
          </p:nvSpPr>
          <p:spPr>
            <a:xfrm>
              <a:off x="2906201" y="5694645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l300"/>
            <p:cNvSpPr/>
            <p:nvPr/>
          </p:nvSpPr>
          <p:spPr>
            <a:xfrm>
              <a:off x="2895917" y="5719471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l301"/>
            <p:cNvSpPr/>
            <p:nvPr/>
          </p:nvSpPr>
          <p:spPr>
            <a:xfrm>
              <a:off x="2931026" y="5684362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l302"/>
            <p:cNvSpPr/>
            <p:nvPr/>
          </p:nvSpPr>
          <p:spPr>
            <a:xfrm>
              <a:off x="2920690" y="5692483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l303"/>
            <p:cNvSpPr/>
            <p:nvPr/>
          </p:nvSpPr>
          <p:spPr>
            <a:xfrm>
              <a:off x="2920690" y="5692483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l304"/>
            <p:cNvSpPr/>
            <p:nvPr/>
          </p:nvSpPr>
          <p:spPr>
            <a:xfrm>
              <a:off x="2910407" y="5717309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l305"/>
            <p:cNvSpPr/>
            <p:nvPr/>
          </p:nvSpPr>
          <p:spPr>
            <a:xfrm>
              <a:off x="2945516" y="5682199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l306"/>
            <p:cNvSpPr/>
            <p:nvPr/>
          </p:nvSpPr>
          <p:spPr>
            <a:xfrm>
              <a:off x="2940009" y="5692371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l307"/>
            <p:cNvSpPr/>
            <p:nvPr/>
          </p:nvSpPr>
          <p:spPr>
            <a:xfrm>
              <a:off x="2940009" y="5692371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l308"/>
            <p:cNvSpPr/>
            <p:nvPr/>
          </p:nvSpPr>
          <p:spPr>
            <a:xfrm>
              <a:off x="2929726" y="5717197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l309"/>
            <p:cNvSpPr/>
            <p:nvPr/>
          </p:nvSpPr>
          <p:spPr>
            <a:xfrm>
              <a:off x="2964835" y="5682088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l310"/>
            <p:cNvSpPr/>
            <p:nvPr/>
          </p:nvSpPr>
          <p:spPr>
            <a:xfrm>
              <a:off x="2964158" y="5693468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l311"/>
            <p:cNvSpPr/>
            <p:nvPr/>
          </p:nvSpPr>
          <p:spPr>
            <a:xfrm>
              <a:off x="2964158" y="5693468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l312"/>
            <p:cNvSpPr/>
            <p:nvPr/>
          </p:nvSpPr>
          <p:spPr>
            <a:xfrm>
              <a:off x="2953875" y="5718294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l313"/>
            <p:cNvSpPr/>
            <p:nvPr/>
          </p:nvSpPr>
          <p:spPr>
            <a:xfrm>
              <a:off x="2988984" y="5683184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l314"/>
            <p:cNvSpPr/>
            <p:nvPr/>
          </p:nvSpPr>
          <p:spPr>
            <a:xfrm>
              <a:off x="2983477" y="5693461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l315"/>
            <p:cNvSpPr/>
            <p:nvPr/>
          </p:nvSpPr>
          <p:spPr>
            <a:xfrm>
              <a:off x="2983477" y="5693461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l316"/>
            <p:cNvSpPr/>
            <p:nvPr/>
          </p:nvSpPr>
          <p:spPr>
            <a:xfrm>
              <a:off x="2973194" y="5718287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l317"/>
            <p:cNvSpPr/>
            <p:nvPr/>
          </p:nvSpPr>
          <p:spPr>
            <a:xfrm>
              <a:off x="3008303" y="5683178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l318"/>
            <p:cNvSpPr/>
            <p:nvPr/>
          </p:nvSpPr>
          <p:spPr>
            <a:xfrm>
              <a:off x="2997967" y="5693901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l319"/>
            <p:cNvSpPr/>
            <p:nvPr/>
          </p:nvSpPr>
          <p:spPr>
            <a:xfrm>
              <a:off x="2997967" y="5693901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l320"/>
            <p:cNvSpPr/>
            <p:nvPr/>
          </p:nvSpPr>
          <p:spPr>
            <a:xfrm>
              <a:off x="2987683" y="5718727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l321"/>
            <p:cNvSpPr/>
            <p:nvPr/>
          </p:nvSpPr>
          <p:spPr>
            <a:xfrm>
              <a:off x="3022792" y="5683617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l322"/>
            <p:cNvSpPr/>
            <p:nvPr/>
          </p:nvSpPr>
          <p:spPr>
            <a:xfrm>
              <a:off x="3012456" y="5694230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l323"/>
            <p:cNvSpPr/>
            <p:nvPr/>
          </p:nvSpPr>
          <p:spPr>
            <a:xfrm>
              <a:off x="3012456" y="5694230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l324"/>
            <p:cNvSpPr/>
            <p:nvPr/>
          </p:nvSpPr>
          <p:spPr>
            <a:xfrm>
              <a:off x="3002173" y="5719056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l325"/>
            <p:cNvSpPr/>
            <p:nvPr/>
          </p:nvSpPr>
          <p:spPr>
            <a:xfrm>
              <a:off x="3037282" y="5683947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l326"/>
            <p:cNvSpPr/>
            <p:nvPr/>
          </p:nvSpPr>
          <p:spPr>
            <a:xfrm>
              <a:off x="2615789" y="5745632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l327"/>
            <p:cNvSpPr/>
            <p:nvPr/>
          </p:nvSpPr>
          <p:spPr>
            <a:xfrm>
              <a:off x="2650899" y="5710523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l328"/>
            <p:cNvSpPr/>
            <p:nvPr/>
          </p:nvSpPr>
          <p:spPr>
            <a:xfrm>
              <a:off x="2635109" y="5746083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l329"/>
            <p:cNvSpPr/>
            <p:nvPr/>
          </p:nvSpPr>
          <p:spPr>
            <a:xfrm>
              <a:off x="2670218" y="5710974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l330"/>
            <p:cNvSpPr/>
            <p:nvPr/>
          </p:nvSpPr>
          <p:spPr>
            <a:xfrm>
              <a:off x="2644768" y="5746281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l331"/>
            <p:cNvSpPr/>
            <p:nvPr/>
          </p:nvSpPr>
          <p:spPr>
            <a:xfrm>
              <a:off x="2679877" y="5711172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l332"/>
            <p:cNvSpPr/>
            <p:nvPr/>
          </p:nvSpPr>
          <p:spPr>
            <a:xfrm>
              <a:off x="2649598" y="5746443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l333"/>
            <p:cNvSpPr/>
            <p:nvPr/>
          </p:nvSpPr>
          <p:spPr>
            <a:xfrm>
              <a:off x="2684707" y="5711334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l334"/>
            <p:cNvSpPr/>
            <p:nvPr/>
          </p:nvSpPr>
          <p:spPr>
            <a:xfrm>
              <a:off x="2654428" y="5746509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l335"/>
            <p:cNvSpPr/>
            <p:nvPr/>
          </p:nvSpPr>
          <p:spPr>
            <a:xfrm>
              <a:off x="2689537" y="5711400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l336"/>
            <p:cNvSpPr/>
            <p:nvPr/>
          </p:nvSpPr>
          <p:spPr>
            <a:xfrm>
              <a:off x="2654428" y="5746664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l337"/>
            <p:cNvSpPr/>
            <p:nvPr/>
          </p:nvSpPr>
          <p:spPr>
            <a:xfrm>
              <a:off x="2689537" y="5711554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l338"/>
            <p:cNvSpPr/>
            <p:nvPr/>
          </p:nvSpPr>
          <p:spPr>
            <a:xfrm>
              <a:off x="2659258" y="5746905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l339"/>
            <p:cNvSpPr/>
            <p:nvPr/>
          </p:nvSpPr>
          <p:spPr>
            <a:xfrm>
              <a:off x="2694367" y="5711796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l340"/>
            <p:cNvSpPr/>
            <p:nvPr/>
          </p:nvSpPr>
          <p:spPr>
            <a:xfrm>
              <a:off x="2659258" y="5747031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l341"/>
            <p:cNvSpPr/>
            <p:nvPr/>
          </p:nvSpPr>
          <p:spPr>
            <a:xfrm>
              <a:off x="2694367" y="5711922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l342"/>
            <p:cNvSpPr/>
            <p:nvPr/>
          </p:nvSpPr>
          <p:spPr>
            <a:xfrm>
              <a:off x="2664087" y="5747133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l343"/>
            <p:cNvSpPr/>
            <p:nvPr/>
          </p:nvSpPr>
          <p:spPr>
            <a:xfrm>
              <a:off x="2699197" y="5712024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l344"/>
            <p:cNvSpPr/>
            <p:nvPr/>
          </p:nvSpPr>
          <p:spPr>
            <a:xfrm>
              <a:off x="2673747" y="5747098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l345"/>
            <p:cNvSpPr/>
            <p:nvPr/>
          </p:nvSpPr>
          <p:spPr>
            <a:xfrm>
              <a:off x="2708856" y="5711989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l346"/>
            <p:cNvSpPr/>
            <p:nvPr/>
          </p:nvSpPr>
          <p:spPr>
            <a:xfrm>
              <a:off x="2688236" y="5747046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l347"/>
            <p:cNvSpPr/>
            <p:nvPr/>
          </p:nvSpPr>
          <p:spPr>
            <a:xfrm>
              <a:off x="2723346" y="5711937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l348"/>
            <p:cNvSpPr/>
            <p:nvPr/>
          </p:nvSpPr>
          <p:spPr>
            <a:xfrm>
              <a:off x="2702726" y="5747162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l349"/>
            <p:cNvSpPr/>
            <p:nvPr/>
          </p:nvSpPr>
          <p:spPr>
            <a:xfrm>
              <a:off x="2737835" y="5712053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l350"/>
            <p:cNvSpPr/>
            <p:nvPr/>
          </p:nvSpPr>
          <p:spPr>
            <a:xfrm>
              <a:off x="2726875" y="5747184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l351"/>
            <p:cNvSpPr/>
            <p:nvPr/>
          </p:nvSpPr>
          <p:spPr>
            <a:xfrm>
              <a:off x="2761984" y="5712075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l352"/>
            <p:cNvSpPr/>
            <p:nvPr/>
          </p:nvSpPr>
          <p:spPr>
            <a:xfrm>
              <a:off x="2751024" y="5747168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l353"/>
            <p:cNvSpPr/>
            <p:nvPr/>
          </p:nvSpPr>
          <p:spPr>
            <a:xfrm>
              <a:off x="2786133" y="5712059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l354"/>
            <p:cNvSpPr/>
            <p:nvPr/>
          </p:nvSpPr>
          <p:spPr>
            <a:xfrm>
              <a:off x="2780002" y="5747471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l355"/>
            <p:cNvSpPr/>
            <p:nvPr/>
          </p:nvSpPr>
          <p:spPr>
            <a:xfrm>
              <a:off x="2815112" y="5712362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l356"/>
            <p:cNvSpPr/>
            <p:nvPr/>
          </p:nvSpPr>
          <p:spPr>
            <a:xfrm>
              <a:off x="2808981" y="5747746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l357"/>
            <p:cNvSpPr/>
            <p:nvPr/>
          </p:nvSpPr>
          <p:spPr>
            <a:xfrm>
              <a:off x="2844090" y="5712637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l358"/>
            <p:cNvSpPr/>
            <p:nvPr/>
          </p:nvSpPr>
          <p:spPr>
            <a:xfrm>
              <a:off x="2842790" y="5748354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l359"/>
            <p:cNvSpPr/>
            <p:nvPr/>
          </p:nvSpPr>
          <p:spPr>
            <a:xfrm>
              <a:off x="2877899" y="5713245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l360"/>
            <p:cNvSpPr/>
            <p:nvPr/>
          </p:nvSpPr>
          <p:spPr>
            <a:xfrm>
              <a:off x="2876598" y="5748762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l361"/>
            <p:cNvSpPr/>
            <p:nvPr/>
          </p:nvSpPr>
          <p:spPr>
            <a:xfrm>
              <a:off x="2911707" y="5713653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l362"/>
            <p:cNvSpPr/>
            <p:nvPr/>
          </p:nvSpPr>
          <p:spPr>
            <a:xfrm>
              <a:off x="2905577" y="5750384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l363"/>
            <p:cNvSpPr/>
            <p:nvPr/>
          </p:nvSpPr>
          <p:spPr>
            <a:xfrm>
              <a:off x="2940686" y="5715275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l364"/>
            <p:cNvSpPr/>
            <p:nvPr/>
          </p:nvSpPr>
          <p:spPr>
            <a:xfrm>
              <a:off x="2934556" y="5751485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l365"/>
            <p:cNvSpPr/>
            <p:nvPr/>
          </p:nvSpPr>
          <p:spPr>
            <a:xfrm>
              <a:off x="2969665" y="5716376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l366"/>
            <p:cNvSpPr/>
            <p:nvPr/>
          </p:nvSpPr>
          <p:spPr>
            <a:xfrm>
              <a:off x="2958705" y="5751851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l367"/>
            <p:cNvSpPr/>
            <p:nvPr/>
          </p:nvSpPr>
          <p:spPr>
            <a:xfrm>
              <a:off x="2993814" y="5716741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l368"/>
            <p:cNvSpPr/>
            <p:nvPr/>
          </p:nvSpPr>
          <p:spPr>
            <a:xfrm>
              <a:off x="2982853" y="5752156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l369"/>
            <p:cNvSpPr/>
            <p:nvPr/>
          </p:nvSpPr>
          <p:spPr>
            <a:xfrm>
              <a:off x="3017963" y="5717047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l370"/>
            <p:cNvSpPr/>
            <p:nvPr/>
          </p:nvSpPr>
          <p:spPr>
            <a:xfrm>
              <a:off x="3007002" y="5752284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l371"/>
            <p:cNvSpPr/>
            <p:nvPr/>
          </p:nvSpPr>
          <p:spPr>
            <a:xfrm>
              <a:off x="3042112" y="5717175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l372"/>
            <p:cNvSpPr/>
            <p:nvPr/>
          </p:nvSpPr>
          <p:spPr>
            <a:xfrm>
              <a:off x="3031151" y="5752133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l373"/>
            <p:cNvSpPr/>
            <p:nvPr/>
          </p:nvSpPr>
          <p:spPr>
            <a:xfrm>
              <a:off x="3066261" y="5717024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l374"/>
            <p:cNvSpPr/>
            <p:nvPr/>
          </p:nvSpPr>
          <p:spPr>
            <a:xfrm>
              <a:off x="3055300" y="5752093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l375"/>
            <p:cNvSpPr/>
            <p:nvPr/>
          </p:nvSpPr>
          <p:spPr>
            <a:xfrm>
              <a:off x="3090409" y="5716983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l376"/>
            <p:cNvSpPr/>
            <p:nvPr/>
          </p:nvSpPr>
          <p:spPr>
            <a:xfrm>
              <a:off x="3079449" y="5752437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l377"/>
            <p:cNvSpPr/>
            <p:nvPr/>
          </p:nvSpPr>
          <p:spPr>
            <a:xfrm>
              <a:off x="3114558" y="5717328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l378"/>
            <p:cNvSpPr/>
            <p:nvPr/>
          </p:nvSpPr>
          <p:spPr>
            <a:xfrm>
              <a:off x="3098768" y="5752530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l379"/>
            <p:cNvSpPr/>
            <p:nvPr/>
          </p:nvSpPr>
          <p:spPr>
            <a:xfrm>
              <a:off x="3133878" y="5717421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l380"/>
            <p:cNvSpPr/>
            <p:nvPr/>
          </p:nvSpPr>
          <p:spPr>
            <a:xfrm>
              <a:off x="3118088" y="5752104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l381"/>
            <p:cNvSpPr/>
            <p:nvPr/>
          </p:nvSpPr>
          <p:spPr>
            <a:xfrm>
              <a:off x="3153197" y="5716994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l382"/>
            <p:cNvSpPr/>
            <p:nvPr/>
          </p:nvSpPr>
          <p:spPr>
            <a:xfrm>
              <a:off x="3137407" y="5751703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l383"/>
            <p:cNvSpPr/>
            <p:nvPr/>
          </p:nvSpPr>
          <p:spPr>
            <a:xfrm>
              <a:off x="3172516" y="5716594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l384"/>
            <p:cNvSpPr/>
            <p:nvPr/>
          </p:nvSpPr>
          <p:spPr>
            <a:xfrm>
              <a:off x="3156726" y="5751284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l385"/>
            <p:cNvSpPr/>
            <p:nvPr/>
          </p:nvSpPr>
          <p:spPr>
            <a:xfrm>
              <a:off x="3191835" y="5716175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l386"/>
            <p:cNvSpPr/>
            <p:nvPr/>
          </p:nvSpPr>
          <p:spPr>
            <a:xfrm>
              <a:off x="3050471" y="5616276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l387"/>
            <p:cNvSpPr/>
            <p:nvPr/>
          </p:nvSpPr>
          <p:spPr>
            <a:xfrm>
              <a:off x="3085580" y="5581167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8"/>
            <p:cNvSpPr/>
            <p:nvPr/>
          </p:nvSpPr>
          <p:spPr>
            <a:xfrm>
              <a:off x="3050471" y="5581167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l389"/>
            <p:cNvSpPr/>
            <p:nvPr/>
          </p:nvSpPr>
          <p:spPr>
            <a:xfrm>
              <a:off x="3079449" y="5629781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l390"/>
            <p:cNvSpPr/>
            <p:nvPr/>
          </p:nvSpPr>
          <p:spPr>
            <a:xfrm>
              <a:off x="3114558" y="5594671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1"/>
            <p:cNvSpPr/>
            <p:nvPr/>
          </p:nvSpPr>
          <p:spPr>
            <a:xfrm>
              <a:off x="3079449" y="5594671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l392"/>
            <p:cNvSpPr/>
            <p:nvPr/>
          </p:nvSpPr>
          <p:spPr>
            <a:xfrm>
              <a:off x="3103598" y="5646324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l393"/>
            <p:cNvSpPr/>
            <p:nvPr/>
          </p:nvSpPr>
          <p:spPr>
            <a:xfrm>
              <a:off x="3138707" y="5611215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4"/>
            <p:cNvSpPr/>
            <p:nvPr/>
          </p:nvSpPr>
          <p:spPr>
            <a:xfrm>
              <a:off x="3103598" y="5611215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l395"/>
            <p:cNvSpPr/>
            <p:nvPr/>
          </p:nvSpPr>
          <p:spPr>
            <a:xfrm>
              <a:off x="3132577" y="5660083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l396"/>
            <p:cNvSpPr/>
            <p:nvPr/>
          </p:nvSpPr>
          <p:spPr>
            <a:xfrm>
              <a:off x="3167686" y="5624973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7"/>
            <p:cNvSpPr/>
            <p:nvPr/>
          </p:nvSpPr>
          <p:spPr>
            <a:xfrm>
              <a:off x="3132577" y="5624973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l398"/>
            <p:cNvSpPr/>
            <p:nvPr/>
          </p:nvSpPr>
          <p:spPr>
            <a:xfrm>
              <a:off x="3166385" y="5671541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l399"/>
            <p:cNvSpPr/>
            <p:nvPr/>
          </p:nvSpPr>
          <p:spPr>
            <a:xfrm>
              <a:off x="3201495" y="5636431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0"/>
            <p:cNvSpPr/>
            <p:nvPr/>
          </p:nvSpPr>
          <p:spPr>
            <a:xfrm>
              <a:off x="3166385" y="5636431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l401"/>
            <p:cNvSpPr/>
            <p:nvPr/>
          </p:nvSpPr>
          <p:spPr>
            <a:xfrm>
              <a:off x="3200194" y="5686448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l402"/>
            <p:cNvSpPr/>
            <p:nvPr/>
          </p:nvSpPr>
          <p:spPr>
            <a:xfrm>
              <a:off x="3235303" y="5651339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3"/>
            <p:cNvSpPr/>
            <p:nvPr/>
          </p:nvSpPr>
          <p:spPr>
            <a:xfrm>
              <a:off x="3200194" y="5651339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l404"/>
            <p:cNvSpPr/>
            <p:nvPr/>
          </p:nvSpPr>
          <p:spPr>
            <a:xfrm>
              <a:off x="3229173" y="5694145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l405"/>
            <p:cNvSpPr/>
            <p:nvPr/>
          </p:nvSpPr>
          <p:spPr>
            <a:xfrm>
              <a:off x="3264282" y="5659035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6"/>
            <p:cNvSpPr/>
            <p:nvPr/>
          </p:nvSpPr>
          <p:spPr>
            <a:xfrm>
              <a:off x="3229173" y="5659035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l407"/>
            <p:cNvSpPr/>
            <p:nvPr/>
          </p:nvSpPr>
          <p:spPr>
            <a:xfrm>
              <a:off x="3253322" y="5713749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l408"/>
            <p:cNvSpPr/>
            <p:nvPr/>
          </p:nvSpPr>
          <p:spPr>
            <a:xfrm>
              <a:off x="3288431" y="5678640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09"/>
            <p:cNvSpPr/>
            <p:nvPr/>
          </p:nvSpPr>
          <p:spPr>
            <a:xfrm>
              <a:off x="3253322" y="5678640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l410"/>
            <p:cNvSpPr/>
            <p:nvPr/>
          </p:nvSpPr>
          <p:spPr>
            <a:xfrm>
              <a:off x="3282300" y="5729286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l411"/>
            <p:cNvSpPr/>
            <p:nvPr/>
          </p:nvSpPr>
          <p:spPr>
            <a:xfrm>
              <a:off x="3317410" y="5694177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2"/>
            <p:cNvSpPr/>
            <p:nvPr/>
          </p:nvSpPr>
          <p:spPr>
            <a:xfrm>
              <a:off x="3282300" y="5694177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l413"/>
            <p:cNvSpPr/>
            <p:nvPr/>
          </p:nvSpPr>
          <p:spPr>
            <a:xfrm>
              <a:off x="3311279" y="5737356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l414"/>
            <p:cNvSpPr/>
            <p:nvPr/>
          </p:nvSpPr>
          <p:spPr>
            <a:xfrm>
              <a:off x="3346388" y="5702247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5"/>
            <p:cNvSpPr/>
            <p:nvPr/>
          </p:nvSpPr>
          <p:spPr>
            <a:xfrm>
              <a:off x="3311279" y="5702247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l416"/>
            <p:cNvSpPr/>
            <p:nvPr/>
          </p:nvSpPr>
          <p:spPr>
            <a:xfrm>
              <a:off x="3345088" y="5741997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l417"/>
            <p:cNvSpPr/>
            <p:nvPr/>
          </p:nvSpPr>
          <p:spPr>
            <a:xfrm>
              <a:off x="3380197" y="5706888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8"/>
            <p:cNvSpPr/>
            <p:nvPr/>
          </p:nvSpPr>
          <p:spPr>
            <a:xfrm>
              <a:off x="3345088" y="5706888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l419"/>
            <p:cNvSpPr/>
            <p:nvPr/>
          </p:nvSpPr>
          <p:spPr>
            <a:xfrm>
              <a:off x="3378896" y="5744183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l420"/>
            <p:cNvSpPr/>
            <p:nvPr/>
          </p:nvSpPr>
          <p:spPr>
            <a:xfrm>
              <a:off x="3414005" y="5709074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1"/>
            <p:cNvSpPr/>
            <p:nvPr/>
          </p:nvSpPr>
          <p:spPr>
            <a:xfrm>
              <a:off x="3378896" y="5709074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l422"/>
            <p:cNvSpPr/>
            <p:nvPr/>
          </p:nvSpPr>
          <p:spPr>
            <a:xfrm>
              <a:off x="3407875" y="5744520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l423"/>
            <p:cNvSpPr/>
            <p:nvPr/>
          </p:nvSpPr>
          <p:spPr>
            <a:xfrm>
              <a:off x="3442984" y="5709411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4"/>
            <p:cNvSpPr/>
            <p:nvPr/>
          </p:nvSpPr>
          <p:spPr>
            <a:xfrm>
              <a:off x="3407875" y="5709411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l425"/>
            <p:cNvSpPr/>
            <p:nvPr/>
          </p:nvSpPr>
          <p:spPr>
            <a:xfrm>
              <a:off x="3432024" y="5746244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l426"/>
            <p:cNvSpPr/>
            <p:nvPr/>
          </p:nvSpPr>
          <p:spPr>
            <a:xfrm>
              <a:off x="3467133" y="5711135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7"/>
            <p:cNvSpPr/>
            <p:nvPr/>
          </p:nvSpPr>
          <p:spPr>
            <a:xfrm>
              <a:off x="3432024" y="5711135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l428"/>
            <p:cNvSpPr/>
            <p:nvPr/>
          </p:nvSpPr>
          <p:spPr>
            <a:xfrm>
              <a:off x="3461003" y="5748534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l429"/>
            <p:cNvSpPr/>
            <p:nvPr/>
          </p:nvSpPr>
          <p:spPr>
            <a:xfrm>
              <a:off x="3496112" y="5713425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0"/>
            <p:cNvSpPr/>
            <p:nvPr/>
          </p:nvSpPr>
          <p:spPr>
            <a:xfrm>
              <a:off x="3461003" y="5713425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l431"/>
            <p:cNvSpPr/>
            <p:nvPr/>
          </p:nvSpPr>
          <p:spPr>
            <a:xfrm>
              <a:off x="3485152" y="5749927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l432"/>
            <p:cNvSpPr/>
            <p:nvPr/>
          </p:nvSpPr>
          <p:spPr>
            <a:xfrm>
              <a:off x="3520261" y="5714818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3"/>
            <p:cNvSpPr/>
            <p:nvPr/>
          </p:nvSpPr>
          <p:spPr>
            <a:xfrm>
              <a:off x="3485152" y="5714818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l434"/>
            <p:cNvSpPr/>
            <p:nvPr/>
          </p:nvSpPr>
          <p:spPr>
            <a:xfrm>
              <a:off x="3509301" y="5751390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l435"/>
            <p:cNvSpPr/>
            <p:nvPr/>
          </p:nvSpPr>
          <p:spPr>
            <a:xfrm>
              <a:off x="3544410" y="5716281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6"/>
            <p:cNvSpPr/>
            <p:nvPr/>
          </p:nvSpPr>
          <p:spPr>
            <a:xfrm>
              <a:off x="3509301" y="5716281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l437"/>
            <p:cNvSpPr/>
            <p:nvPr/>
          </p:nvSpPr>
          <p:spPr>
            <a:xfrm>
              <a:off x="3528620" y="5752008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l438"/>
            <p:cNvSpPr/>
            <p:nvPr/>
          </p:nvSpPr>
          <p:spPr>
            <a:xfrm>
              <a:off x="3563729" y="5716899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39"/>
            <p:cNvSpPr/>
            <p:nvPr/>
          </p:nvSpPr>
          <p:spPr>
            <a:xfrm>
              <a:off x="3528620" y="5716899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l440"/>
            <p:cNvSpPr/>
            <p:nvPr/>
          </p:nvSpPr>
          <p:spPr>
            <a:xfrm>
              <a:off x="3552769" y="5751593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l441"/>
            <p:cNvSpPr/>
            <p:nvPr/>
          </p:nvSpPr>
          <p:spPr>
            <a:xfrm>
              <a:off x="3587878" y="5716484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2"/>
            <p:cNvSpPr/>
            <p:nvPr/>
          </p:nvSpPr>
          <p:spPr>
            <a:xfrm>
              <a:off x="3552769" y="5716484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l443"/>
            <p:cNvSpPr/>
            <p:nvPr/>
          </p:nvSpPr>
          <p:spPr>
            <a:xfrm>
              <a:off x="3576918" y="5750991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l444"/>
            <p:cNvSpPr/>
            <p:nvPr/>
          </p:nvSpPr>
          <p:spPr>
            <a:xfrm>
              <a:off x="3612027" y="5715882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5"/>
            <p:cNvSpPr/>
            <p:nvPr/>
          </p:nvSpPr>
          <p:spPr>
            <a:xfrm>
              <a:off x="3576918" y="5715882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l446"/>
            <p:cNvSpPr/>
            <p:nvPr/>
          </p:nvSpPr>
          <p:spPr>
            <a:xfrm>
              <a:off x="3605896" y="5751245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l447"/>
            <p:cNvSpPr/>
            <p:nvPr/>
          </p:nvSpPr>
          <p:spPr>
            <a:xfrm>
              <a:off x="3641005" y="5716136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8"/>
            <p:cNvSpPr/>
            <p:nvPr/>
          </p:nvSpPr>
          <p:spPr>
            <a:xfrm>
              <a:off x="3605896" y="5716136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l449"/>
            <p:cNvSpPr/>
            <p:nvPr/>
          </p:nvSpPr>
          <p:spPr>
            <a:xfrm>
              <a:off x="3625215" y="5751205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l450"/>
            <p:cNvSpPr/>
            <p:nvPr/>
          </p:nvSpPr>
          <p:spPr>
            <a:xfrm>
              <a:off x="3660325" y="5716096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1"/>
            <p:cNvSpPr/>
            <p:nvPr/>
          </p:nvSpPr>
          <p:spPr>
            <a:xfrm>
              <a:off x="3625215" y="5716096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l452"/>
            <p:cNvSpPr/>
            <p:nvPr/>
          </p:nvSpPr>
          <p:spPr>
            <a:xfrm>
              <a:off x="3644535" y="5749684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l453"/>
            <p:cNvSpPr/>
            <p:nvPr/>
          </p:nvSpPr>
          <p:spPr>
            <a:xfrm>
              <a:off x="3679644" y="5714575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4"/>
            <p:cNvSpPr/>
            <p:nvPr/>
          </p:nvSpPr>
          <p:spPr>
            <a:xfrm>
              <a:off x="3644535" y="5714575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l455"/>
            <p:cNvSpPr/>
            <p:nvPr/>
          </p:nvSpPr>
          <p:spPr>
            <a:xfrm>
              <a:off x="3663854" y="5748843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l456"/>
            <p:cNvSpPr/>
            <p:nvPr/>
          </p:nvSpPr>
          <p:spPr>
            <a:xfrm>
              <a:off x="3698963" y="5713734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7"/>
            <p:cNvSpPr/>
            <p:nvPr/>
          </p:nvSpPr>
          <p:spPr>
            <a:xfrm>
              <a:off x="3663854" y="5713734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l458"/>
            <p:cNvSpPr/>
            <p:nvPr/>
          </p:nvSpPr>
          <p:spPr>
            <a:xfrm>
              <a:off x="3678343" y="5748721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l459"/>
            <p:cNvSpPr/>
            <p:nvPr/>
          </p:nvSpPr>
          <p:spPr>
            <a:xfrm>
              <a:off x="3713452" y="5713612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0"/>
            <p:cNvSpPr/>
            <p:nvPr/>
          </p:nvSpPr>
          <p:spPr>
            <a:xfrm>
              <a:off x="3678343" y="5713612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l461"/>
            <p:cNvSpPr/>
            <p:nvPr/>
          </p:nvSpPr>
          <p:spPr>
            <a:xfrm>
              <a:off x="3697662" y="5748898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l462"/>
            <p:cNvSpPr/>
            <p:nvPr/>
          </p:nvSpPr>
          <p:spPr>
            <a:xfrm>
              <a:off x="3732771" y="5713788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3"/>
            <p:cNvSpPr/>
            <p:nvPr/>
          </p:nvSpPr>
          <p:spPr>
            <a:xfrm>
              <a:off x="3697662" y="5713788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l464"/>
            <p:cNvSpPr/>
            <p:nvPr/>
          </p:nvSpPr>
          <p:spPr>
            <a:xfrm>
              <a:off x="3712152" y="5747930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l465"/>
            <p:cNvSpPr/>
            <p:nvPr/>
          </p:nvSpPr>
          <p:spPr>
            <a:xfrm>
              <a:off x="3747261" y="5712821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6"/>
            <p:cNvSpPr/>
            <p:nvPr/>
          </p:nvSpPr>
          <p:spPr>
            <a:xfrm>
              <a:off x="3712152" y="5712821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l467"/>
            <p:cNvSpPr/>
            <p:nvPr/>
          </p:nvSpPr>
          <p:spPr>
            <a:xfrm>
              <a:off x="3726641" y="5747494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l468"/>
            <p:cNvSpPr/>
            <p:nvPr/>
          </p:nvSpPr>
          <p:spPr>
            <a:xfrm>
              <a:off x="3761750" y="5712385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69"/>
            <p:cNvSpPr/>
            <p:nvPr/>
          </p:nvSpPr>
          <p:spPr>
            <a:xfrm>
              <a:off x="3726641" y="5712385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l470"/>
            <p:cNvSpPr/>
            <p:nvPr/>
          </p:nvSpPr>
          <p:spPr>
            <a:xfrm>
              <a:off x="3745960" y="5748694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l471"/>
            <p:cNvSpPr/>
            <p:nvPr/>
          </p:nvSpPr>
          <p:spPr>
            <a:xfrm>
              <a:off x="3781069" y="5713585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2"/>
            <p:cNvSpPr/>
            <p:nvPr/>
          </p:nvSpPr>
          <p:spPr>
            <a:xfrm>
              <a:off x="3745960" y="5713585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l473"/>
            <p:cNvSpPr/>
            <p:nvPr/>
          </p:nvSpPr>
          <p:spPr>
            <a:xfrm>
              <a:off x="3760450" y="5747947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l474"/>
            <p:cNvSpPr/>
            <p:nvPr/>
          </p:nvSpPr>
          <p:spPr>
            <a:xfrm>
              <a:off x="3795559" y="5712838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5"/>
            <p:cNvSpPr/>
            <p:nvPr/>
          </p:nvSpPr>
          <p:spPr>
            <a:xfrm>
              <a:off x="3760450" y="5712838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t476"/>
            <p:cNvSpPr/>
            <p:nvPr/>
          </p:nvSpPr>
          <p:spPr>
            <a:xfrm>
              <a:off x="2307307" y="5002063"/>
              <a:ext cx="49651" cy="49651"/>
            </a:xfrm>
            <a:prstGeom prst="ellipse">
              <a:avLst/>
            </a:pr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l477"/>
            <p:cNvSpPr/>
            <p:nvPr/>
          </p:nvSpPr>
          <p:spPr>
            <a:xfrm>
              <a:off x="2307307" y="5002063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l478"/>
            <p:cNvSpPr/>
            <p:nvPr/>
          </p:nvSpPr>
          <p:spPr>
            <a:xfrm>
              <a:off x="2307307" y="5002063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t479"/>
            <p:cNvSpPr/>
            <p:nvPr/>
          </p:nvSpPr>
          <p:spPr>
            <a:xfrm>
              <a:off x="2331456" y="5155731"/>
              <a:ext cx="49651" cy="49651"/>
            </a:xfrm>
            <a:prstGeom prst="ellipse">
              <a:avLst/>
            </a:pr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l480"/>
            <p:cNvSpPr/>
            <p:nvPr/>
          </p:nvSpPr>
          <p:spPr>
            <a:xfrm>
              <a:off x="2331456" y="5155731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l481"/>
            <p:cNvSpPr/>
            <p:nvPr/>
          </p:nvSpPr>
          <p:spPr>
            <a:xfrm>
              <a:off x="2331456" y="5155731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t482"/>
            <p:cNvSpPr/>
            <p:nvPr/>
          </p:nvSpPr>
          <p:spPr>
            <a:xfrm>
              <a:off x="2355605" y="5254634"/>
              <a:ext cx="49651" cy="49651"/>
            </a:xfrm>
            <a:prstGeom prst="ellipse">
              <a:avLst/>
            </a:pr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l483"/>
            <p:cNvSpPr/>
            <p:nvPr/>
          </p:nvSpPr>
          <p:spPr>
            <a:xfrm>
              <a:off x="2355605" y="5254634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l484"/>
            <p:cNvSpPr/>
            <p:nvPr/>
          </p:nvSpPr>
          <p:spPr>
            <a:xfrm>
              <a:off x="2355605" y="5254634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t485"/>
            <p:cNvSpPr/>
            <p:nvPr/>
          </p:nvSpPr>
          <p:spPr>
            <a:xfrm>
              <a:off x="2384583" y="5333120"/>
              <a:ext cx="49651" cy="49651"/>
            </a:xfrm>
            <a:prstGeom prst="ellipse">
              <a:avLst/>
            </a:pr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l486"/>
            <p:cNvSpPr/>
            <p:nvPr/>
          </p:nvSpPr>
          <p:spPr>
            <a:xfrm>
              <a:off x="2384583" y="5333120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l487"/>
            <p:cNvSpPr/>
            <p:nvPr/>
          </p:nvSpPr>
          <p:spPr>
            <a:xfrm>
              <a:off x="2384583" y="5333120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t488"/>
            <p:cNvSpPr/>
            <p:nvPr/>
          </p:nvSpPr>
          <p:spPr>
            <a:xfrm>
              <a:off x="2413562" y="5408729"/>
              <a:ext cx="49651" cy="49651"/>
            </a:xfrm>
            <a:prstGeom prst="ellipse">
              <a:avLst/>
            </a:pr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l489"/>
            <p:cNvSpPr/>
            <p:nvPr/>
          </p:nvSpPr>
          <p:spPr>
            <a:xfrm>
              <a:off x="2413562" y="5408729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l490"/>
            <p:cNvSpPr/>
            <p:nvPr/>
          </p:nvSpPr>
          <p:spPr>
            <a:xfrm>
              <a:off x="2413562" y="5408729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t491"/>
            <p:cNvSpPr/>
            <p:nvPr/>
          </p:nvSpPr>
          <p:spPr>
            <a:xfrm>
              <a:off x="2437711" y="5472241"/>
              <a:ext cx="49651" cy="49651"/>
            </a:xfrm>
            <a:prstGeom prst="ellipse">
              <a:avLst/>
            </a:pr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l492"/>
            <p:cNvSpPr/>
            <p:nvPr/>
          </p:nvSpPr>
          <p:spPr>
            <a:xfrm>
              <a:off x="2437711" y="5472241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l493"/>
            <p:cNvSpPr/>
            <p:nvPr/>
          </p:nvSpPr>
          <p:spPr>
            <a:xfrm>
              <a:off x="2437711" y="5472241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t494"/>
            <p:cNvSpPr/>
            <p:nvPr/>
          </p:nvSpPr>
          <p:spPr>
            <a:xfrm>
              <a:off x="2461860" y="5545321"/>
              <a:ext cx="49651" cy="49651"/>
            </a:xfrm>
            <a:prstGeom prst="ellipse">
              <a:avLst/>
            </a:pr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l495"/>
            <p:cNvSpPr/>
            <p:nvPr/>
          </p:nvSpPr>
          <p:spPr>
            <a:xfrm>
              <a:off x="2461860" y="5545321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l496"/>
            <p:cNvSpPr/>
            <p:nvPr/>
          </p:nvSpPr>
          <p:spPr>
            <a:xfrm>
              <a:off x="2461860" y="5545321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t497"/>
            <p:cNvSpPr/>
            <p:nvPr/>
          </p:nvSpPr>
          <p:spPr>
            <a:xfrm>
              <a:off x="2490839" y="5611852"/>
              <a:ext cx="49651" cy="49651"/>
            </a:xfrm>
            <a:prstGeom prst="ellipse">
              <a:avLst/>
            </a:pr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l498"/>
            <p:cNvSpPr/>
            <p:nvPr/>
          </p:nvSpPr>
          <p:spPr>
            <a:xfrm>
              <a:off x="2490839" y="5611852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l499"/>
            <p:cNvSpPr/>
            <p:nvPr/>
          </p:nvSpPr>
          <p:spPr>
            <a:xfrm>
              <a:off x="2490839" y="5611852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t500"/>
            <p:cNvSpPr/>
            <p:nvPr/>
          </p:nvSpPr>
          <p:spPr>
            <a:xfrm>
              <a:off x="2514988" y="5665140"/>
              <a:ext cx="49651" cy="49651"/>
            </a:xfrm>
            <a:prstGeom prst="ellipse">
              <a:avLst/>
            </a:pr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l501"/>
            <p:cNvSpPr/>
            <p:nvPr/>
          </p:nvSpPr>
          <p:spPr>
            <a:xfrm>
              <a:off x="2514988" y="5665140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l502"/>
            <p:cNvSpPr/>
            <p:nvPr/>
          </p:nvSpPr>
          <p:spPr>
            <a:xfrm>
              <a:off x="2514988" y="5665140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t503"/>
            <p:cNvSpPr/>
            <p:nvPr/>
          </p:nvSpPr>
          <p:spPr>
            <a:xfrm>
              <a:off x="2539137" y="5688233"/>
              <a:ext cx="49651" cy="49651"/>
            </a:xfrm>
            <a:prstGeom prst="ellipse">
              <a:avLst/>
            </a:pr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l504"/>
            <p:cNvSpPr/>
            <p:nvPr/>
          </p:nvSpPr>
          <p:spPr>
            <a:xfrm>
              <a:off x="2539137" y="5688233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l505"/>
            <p:cNvSpPr/>
            <p:nvPr/>
          </p:nvSpPr>
          <p:spPr>
            <a:xfrm>
              <a:off x="2539137" y="5688233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t506"/>
            <p:cNvSpPr/>
            <p:nvPr/>
          </p:nvSpPr>
          <p:spPr>
            <a:xfrm>
              <a:off x="2563285" y="5702236"/>
              <a:ext cx="49651" cy="49651"/>
            </a:xfrm>
            <a:prstGeom prst="ellipse">
              <a:avLst/>
            </a:pr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l507"/>
            <p:cNvSpPr/>
            <p:nvPr/>
          </p:nvSpPr>
          <p:spPr>
            <a:xfrm>
              <a:off x="2563285" y="5702236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l508"/>
            <p:cNvSpPr/>
            <p:nvPr/>
          </p:nvSpPr>
          <p:spPr>
            <a:xfrm>
              <a:off x="2563285" y="5702236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t509"/>
            <p:cNvSpPr/>
            <p:nvPr/>
          </p:nvSpPr>
          <p:spPr>
            <a:xfrm>
              <a:off x="2587434" y="5711317"/>
              <a:ext cx="49651" cy="49651"/>
            </a:xfrm>
            <a:prstGeom prst="ellipse">
              <a:avLst/>
            </a:pr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l510"/>
            <p:cNvSpPr/>
            <p:nvPr/>
          </p:nvSpPr>
          <p:spPr>
            <a:xfrm>
              <a:off x="2587434" y="5711317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l511"/>
            <p:cNvSpPr/>
            <p:nvPr/>
          </p:nvSpPr>
          <p:spPr>
            <a:xfrm>
              <a:off x="2587434" y="5711317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t512"/>
            <p:cNvSpPr/>
            <p:nvPr/>
          </p:nvSpPr>
          <p:spPr>
            <a:xfrm>
              <a:off x="2606754" y="5716299"/>
              <a:ext cx="49651" cy="49651"/>
            </a:xfrm>
            <a:prstGeom prst="ellipse">
              <a:avLst/>
            </a:pr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l513"/>
            <p:cNvSpPr/>
            <p:nvPr/>
          </p:nvSpPr>
          <p:spPr>
            <a:xfrm>
              <a:off x="2606754" y="5716299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l514"/>
            <p:cNvSpPr/>
            <p:nvPr/>
          </p:nvSpPr>
          <p:spPr>
            <a:xfrm>
              <a:off x="2606754" y="5716299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t515"/>
            <p:cNvSpPr/>
            <p:nvPr/>
          </p:nvSpPr>
          <p:spPr>
            <a:xfrm>
              <a:off x="2626073" y="5719063"/>
              <a:ext cx="49651" cy="49651"/>
            </a:xfrm>
            <a:prstGeom prst="ellipse">
              <a:avLst/>
            </a:pr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l516"/>
            <p:cNvSpPr/>
            <p:nvPr/>
          </p:nvSpPr>
          <p:spPr>
            <a:xfrm>
              <a:off x="2626073" y="5719063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l517"/>
            <p:cNvSpPr/>
            <p:nvPr/>
          </p:nvSpPr>
          <p:spPr>
            <a:xfrm>
              <a:off x="2626073" y="5719063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t518"/>
            <p:cNvSpPr/>
            <p:nvPr/>
          </p:nvSpPr>
          <p:spPr>
            <a:xfrm>
              <a:off x="2640562" y="5721404"/>
              <a:ext cx="49651" cy="49651"/>
            </a:xfrm>
            <a:prstGeom prst="ellipse">
              <a:avLst/>
            </a:pr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l519"/>
            <p:cNvSpPr/>
            <p:nvPr/>
          </p:nvSpPr>
          <p:spPr>
            <a:xfrm>
              <a:off x="2640562" y="5721404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l520"/>
            <p:cNvSpPr/>
            <p:nvPr/>
          </p:nvSpPr>
          <p:spPr>
            <a:xfrm>
              <a:off x="2640562" y="5721404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t521"/>
            <p:cNvSpPr/>
            <p:nvPr/>
          </p:nvSpPr>
          <p:spPr>
            <a:xfrm>
              <a:off x="2664711" y="5722802"/>
              <a:ext cx="49651" cy="49651"/>
            </a:xfrm>
            <a:prstGeom prst="ellipse">
              <a:avLst/>
            </a:pr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l522"/>
            <p:cNvSpPr/>
            <p:nvPr/>
          </p:nvSpPr>
          <p:spPr>
            <a:xfrm>
              <a:off x="2664711" y="5722802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l523"/>
            <p:cNvSpPr/>
            <p:nvPr/>
          </p:nvSpPr>
          <p:spPr>
            <a:xfrm>
              <a:off x="2664711" y="5722802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t524"/>
            <p:cNvSpPr/>
            <p:nvPr/>
          </p:nvSpPr>
          <p:spPr>
            <a:xfrm>
              <a:off x="2688860" y="5723920"/>
              <a:ext cx="49651" cy="49651"/>
            </a:xfrm>
            <a:prstGeom prst="ellipse">
              <a:avLst/>
            </a:pr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l525"/>
            <p:cNvSpPr/>
            <p:nvPr/>
          </p:nvSpPr>
          <p:spPr>
            <a:xfrm>
              <a:off x="2688860" y="5723920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l526"/>
            <p:cNvSpPr/>
            <p:nvPr/>
          </p:nvSpPr>
          <p:spPr>
            <a:xfrm>
              <a:off x="2688860" y="5723920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t527"/>
            <p:cNvSpPr/>
            <p:nvPr/>
          </p:nvSpPr>
          <p:spPr>
            <a:xfrm>
              <a:off x="2713009" y="5724849"/>
              <a:ext cx="49651" cy="49651"/>
            </a:xfrm>
            <a:prstGeom prst="ellipse">
              <a:avLst/>
            </a:pr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l528"/>
            <p:cNvSpPr/>
            <p:nvPr/>
          </p:nvSpPr>
          <p:spPr>
            <a:xfrm>
              <a:off x="2713009" y="5724849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l529"/>
            <p:cNvSpPr/>
            <p:nvPr/>
          </p:nvSpPr>
          <p:spPr>
            <a:xfrm>
              <a:off x="2713009" y="5724849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t530"/>
            <p:cNvSpPr/>
            <p:nvPr/>
          </p:nvSpPr>
          <p:spPr>
            <a:xfrm>
              <a:off x="2741988" y="5725717"/>
              <a:ext cx="49651" cy="49651"/>
            </a:xfrm>
            <a:prstGeom prst="ellipse">
              <a:avLst/>
            </a:pr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l531"/>
            <p:cNvSpPr/>
            <p:nvPr/>
          </p:nvSpPr>
          <p:spPr>
            <a:xfrm>
              <a:off x="2741988" y="5725717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l532"/>
            <p:cNvSpPr/>
            <p:nvPr/>
          </p:nvSpPr>
          <p:spPr>
            <a:xfrm>
              <a:off x="2741988" y="5725717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t533"/>
            <p:cNvSpPr/>
            <p:nvPr/>
          </p:nvSpPr>
          <p:spPr>
            <a:xfrm>
              <a:off x="2761307" y="5726276"/>
              <a:ext cx="49651" cy="49651"/>
            </a:xfrm>
            <a:prstGeom prst="ellipse">
              <a:avLst/>
            </a:pr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l534"/>
            <p:cNvSpPr/>
            <p:nvPr/>
          </p:nvSpPr>
          <p:spPr>
            <a:xfrm>
              <a:off x="2761307" y="5726276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l535"/>
            <p:cNvSpPr/>
            <p:nvPr/>
          </p:nvSpPr>
          <p:spPr>
            <a:xfrm>
              <a:off x="2761307" y="5726276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t536"/>
            <p:cNvSpPr/>
            <p:nvPr/>
          </p:nvSpPr>
          <p:spPr>
            <a:xfrm>
              <a:off x="2785456" y="5726927"/>
              <a:ext cx="49651" cy="49651"/>
            </a:xfrm>
            <a:prstGeom prst="ellipse">
              <a:avLst/>
            </a:pr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l537"/>
            <p:cNvSpPr/>
            <p:nvPr/>
          </p:nvSpPr>
          <p:spPr>
            <a:xfrm>
              <a:off x="2785456" y="5726927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l538"/>
            <p:cNvSpPr/>
            <p:nvPr/>
          </p:nvSpPr>
          <p:spPr>
            <a:xfrm>
              <a:off x="2785456" y="5726927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t539"/>
            <p:cNvSpPr/>
            <p:nvPr/>
          </p:nvSpPr>
          <p:spPr>
            <a:xfrm>
              <a:off x="2809605" y="5728035"/>
              <a:ext cx="49651" cy="49651"/>
            </a:xfrm>
            <a:prstGeom prst="ellipse">
              <a:avLst/>
            </a:pr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l540"/>
            <p:cNvSpPr/>
            <p:nvPr/>
          </p:nvSpPr>
          <p:spPr>
            <a:xfrm>
              <a:off x="2809605" y="5728035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l541"/>
            <p:cNvSpPr/>
            <p:nvPr/>
          </p:nvSpPr>
          <p:spPr>
            <a:xfrm>
              <a:off x="2809605" y="5728035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t542"/>
            <p:cNvSpPr/>
            <p:nvPr/>
          </p:nvSpPr>
          <p:spPr>
            <a:xfrm>
              <a:off x="2833754" y="5728406"/>
              <a:ext cx="49651" cy="49651"/>
            </a:xfrm>
            <a:prstGeom prst="ellipse">
              <a:avLst/>
            </a:pr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l543"/>
            <p:cNvSpPr/>
            <p:nvPr/>
          </p:nvSpPr>
          <p:spPr>
            <a:xfrm>
              <a:off x="2833754" y="5728406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l544"/>
            <p:cNvSpPr/>
            <p:nvPr/>
          </p:nvSpPr>
          <p:spPr>
            <a:xfrm>
              <a:off x="2833754" y="5728406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t545"/>
            <p:cNvSpPr/>
            <p:nvPr/>
          </p:nvSpPr>
          <p:spPr>
            <a:xfrm>
              <a:off x="2857903" y="5728536"/>
              <a:ext cx="49651" cy="49651"/>
            </a:xfrm>
            <a:prstGeom prst="ellipse">
              <a:avLst/>
            </a:pr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l546"/>
            <p:cNvSpPr/>
            <p:nvPr/>
          </p:nvSpPr>
          <p:spPr>
            <a:xfrm>
              <a:off x="2857903" y="5728536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l547"/>
            <p:cNvSpPr/>
            <p:nvPr/>
          </p:nvSpPr>
          <p:spPr>
            <a:xfrm>
              <a:off x="2857903" y="5728536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t548"/>
            <p:cNvSpPr/>
            <p:nvPr/>
          </p:nvSpPr>
          <p:spPr>
            <a:xfrm>
              <a:off x="2882052" y="5728926"/>
              <a:ext cx="49651" cy="49651"/>
            </a:xfrm>
            <a:prstGeom prst="ellipse">
              <a:avLst/>
            </a:pr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l549"/>
            <p:cNvSpPr/>
            <p:nvPr/>
          </p:nvSpPr>
          <p:spPr>
            <a:xfrm>
              <a:off x="2882052" y="5728926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l550"/>
            <p:cNvSpPr/>
            <p:nvPr/>
          </p:nvSpPr>
          <p:spPr>
            <a:xfrm>
              <a:off x="2882052" y="5728926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t551"/>
            <p:cNvSpPr/>
            <p:nvPr/>
          </p:nvSpPr>
          <p:spPr>
            <a:xfrm>
              <a:off x="2906201" y="5729135"/>
              <a:ext cx="49651" cy="49651"/>
            </a:xfrm>
            <a:prstGeom prst="ellipse">
              <a:avLst/>
            </a:pr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l552"/>
            <p:cNvSpPr/>
            <p:nvPr/>
          </p:nvSpPr>
          <p:spPr>
            <a:xfrm>
              <a:off x="2906201" y="5729135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l553"/>
            <p:cNvSpPr/>
            <p:nvPr/>
          </p:nvSpPr>
          <p:spPr>
            <a:xfrm>
              <a:off x="2906201" y="5729135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t554"/>
            <p:cNvSpPr/>
            <p:nvPr/>
          </p:nvSpPr>
          <p:spPr>
            <a:xfrm>
              <a:off x="2930349" y="5728877"/>
              <a:ext cx="49651" cy="49651"/>
            </a:xfrm>
            <a:prstGeom prst="ellipse">
              <a:avLst/>
            </a:pr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l555"/>
            <p:cNvSpPr/>
            <p:nvPr/>
          </p:nvSpPr>
          <p:spPr>
            <a:xfrm>
              <a:off x="2930349" y="5728877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l556"/>
            <p:cNvSpPr/>
            <p:nvPr/>
          </p:nvSpPr>
          <p:spPr>
            <a:xfrm>
              <a:off x="2930349" y="5728877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t557"/>
            <p:cNvSpPr/>
            <p:nvPr/>
          </p:nvSpPr>
          <p:spPr>
            <a:xfrm>
              <a:off x="2949669" y="5728699"/>
              <a:ext cx="49651" cy="49651"/>
            </a:xfrm>
            <a:prstGeom prst="ellipse">
              <a:avLst/>
            </a:pr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l558"/>
            <p:cNvSpPr/>
            <p:nvPr/>
          </p:nvSpPr>
          <p:spPr>
            <a:xfrm>
              <a:off x="2949669" y="5728699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l559"/>
            <p:cNvSpPr/>
            <p:nvPr/>
          </p:nvSpPr>
          <p:spPr>
            <a:xfrm>
              <a:off x="2949669" y="5728699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t560"/>
            <p:cNvSpPr/>
            <p:nvPr/>
          </p:nvSpPr>
          <p:spPr>
            <a:xfrm>
              <a:off x="2973818" y="5727759"/>
              <a:ext cx="49651" cy="49651"/>
            </a:xfrm>
            <a:prstGeom prst="ellipse">
              <a:avLst/>
            </a:pr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l561"/>
            <p:cNvSpPr/>
            <p:nvPr/>
          </p:nvSpPr>
          <p:spPr>
            <a:xfrm>
              <a:off x="2973818" y="5727759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l562"/>
            <p:cNvSpPr/>
            <p:nvPr/>
          </p:nvSpPr>
          <p:spPr>
            <a:xfrm>
              <a:off x="2973818" y="5727759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t563"/>
            <p:cNvSpPr/>
            <p:nvPr/>
          </p:nvSpPr>
          <p:spPr>
            <a:xfrm>
              <a:off x="2988307" y="5726961"/>
              <a:ext cx="49651" cy="49651"/>
            </a:xfrm>
            <a:prstGeom prst="ellipse">
              <a:avLst/>
            </a:pr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l564"/>
            <p:cNvSpPr/>
            <p:nvPr/>
          </p:nvSpPr>
          <p:spPr>
            <a:xfrm>
              <a:off x="2988307" y="5726961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l565"/>
            <p:cNvSpPr/>
            <p:nvPr/>
          </p:nvSpPr>
          <p:spPr>
            <a:xfrm>
              <a:off x="2988307" y="5726961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l566"/>
            <p:cNvSpPr/>
            <p:nvPr/>
          </p:nvSpPr>
          <p:spPr>
            <a:xfrm>
              <a:off x="2123775" y="5498517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l567"/>
            <p:cNvSpPr/>
            <p:nvPr/>
          </p:nvSpPr>
          <p:spPr>
            <a:xfrm>
              <a:off x="2123775" y="5498517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l568"/>
            <p:cNvSpPr/>
            <p:nvPr/>
          </p:nvSpPr>
          <p:spPr>
            <a:xfrm>
              <a:off x="2167243" y="5504000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l569"/>
            <p:cNvSpPr/>
            <p:nvPr/>
          </p:nvSpPr>
          <p:spPr>
            <a:xfrm>
              <a:off x="2167243" y="5504000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l570"/>
            <p:cNvSpPr/>
            <p:nvPr/>
          </p:nvSpPr>
          <p:spPr>
            <a:xfrm>
              <a:off x="2205881" y="5509148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l571"/>
            <p:cNvSpPr/>
            <p:nvPr/>
          </p:nvSpPr>
          <p:spPr>
            <a:xfrm>
              <a:off x="2205881" y="5509148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l572"/>
            <p:cNvSpPr/>
            <p:nvPr/>
          </p:nvSpPr>
          <p:spPr>
            <a:xfrm>
              <a:off x="2249349" y="5514589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l573"/>
            <p:cNvSpPr/>
            <p:nvPr/>
          </p:nvSpPr>
          <p:spPr>
            <a:xfrm>
              <a:off x="2249349" y="5514589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l574"/>
            <p:cNvSpPr/>
            <p:nvPr/>
          </p:nvSpPr>
          <p:spPr>
            <a:xfrm>
              <a:off x="2297647" y="5522325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l575"/>
            <p:cNvSpPr/>
            <p:nvPr/>
          </p:nvSpPr>
          <p:spPr>
            <a:xfrm>
              <a:off x="2297647" y="5522325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l576"/>
            <p:cNvSpPr/>
            <p:nvPr/>
          </p:nvSpPr>
          <p:spPr>
            <a:xfrm>
              <a:off x="2341115" y="5528351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l577"/>
            <p:cNvSpPr/>
            <p:nvPr/>
          </p:nvSpPr>
          <p:spPr>
            <a:xfrm>
              <a:off x="2341115" y="5528351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l578"/>
            <p:cNvSpPr/>
            <p:nvPr/>
          </p:nvSpPr>
          <p:spPr>
            <a:xfrm>
              <a:off x="2389413" y="5536403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l579"/>
            <p:cNvSpPr/>
            <p:nvPr/>
          </p:nvSpPr>
          <p:spPr>
            <a:xfrm>
              <a:off x="2389413" y="5536403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l580"/>
            <p:cNvSpPr/>
            <p:nvPr/>
          </p:nvSpPr>
          <p:spPr>
            <a:xfrm>
              <a:off x="2432881" y="5544720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l581"/>
            <p:cNvSpPr/>
            <p:nvPr/>
          </p:nvSpPr>
          <p:spPr>
            <a:xfrm>
              <a:off x="2432881" y="5544720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l582"/>
            <p:cNvSpPr/>
            <p:nvPr/>
          </p:nvSpPr>
          <p:spPr>
            <a:xfrm>
              <a:off x="2476349" y="5551248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l583"/>
            <p:cNvSpPr/>
            <p:nvPr/>
          </p:nvSpPr>
          <p:spPr>
            <a:xfrm>
              <a:off x="2476349" y="5551248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l584"/>
            <p:cNvSpPr/>
            <p:nvPr/>
          </p:nvSpPr>
          <p:spPr>
            <a:xfrm>
              <a:off x="2514988" y="5556661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l585"/>
            <p:cNvSpPr/>
            <p:nvPr/>
          </p:nvSpPr>
          <p:spPr>
            <a:xfrm>
              <a:off x="2514988" y="5556661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l586"/>
            <p:cNvSpPr/>
            <p:nvPr/>
          </p:nvSpPr>
          <p:spPr>
            <a:xfrm>
              <a:off x="2558456" y="5561796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l587"/>
            <p:cNvSpPr/>
            <p:nvPr/>
          </p:nvSpPr>
          <p:spPr>
            <a:xfrm>
              <a:off x="2558456" y="5561796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l588"/>
            <p:cNvSpPr/>
            <p:nvPr/>
          </p:nvSpPr>
          <p:spPr>
            <a:xfrm>
              <a:off x="2597094" y="5565622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l589"/>
            <p:cNvSpPr/>
            <p:nvPr/>
          </p:nvSpPr>
          <p:spPr>
            <a:xfrm>
              <a:off x="2597094" y="5565622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l590"/>
            <p:cNvSpPr/>
            <p:nvPr/>
          </p:nvSpPr>
          <p:spPr>
            <a:xfrm>
              <a:off x="2640562" y="5567841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l591"/>
            <p:cNvSpPr/>
            <p:nvPr/>
          </p:nvSpPr>
          <p:spPr>
            <a:xfrm>
              <a:off x="2640562" y="5567841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l592"/>
            <p:cNvSpPr/>
            <p:nvPr/>
          </p:nvSpPr>
          <p:spPr>
            <a:xfrm>
              <a:off x="2679200" y="5569169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l593"/>
            <p:cNvSpPr/>
            <p:nvPr/>
          </p:nvSpPr>
          <p:spPr>
            <a:xfrm>
              <a:off x="2679200" y="5569169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l594"/>
            <p:cNvSpPr/>
            <p:nvPr/>
          </p:nvSpPr>
          <p:spPr>
            <a:xfrm>
              <a:off x="2722669" y="5573414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l595"/>
            <p:cNvSpPr/>
            <p:nvPr/>
          </p:nvSpPr>
          <p:spPr>
            <a:xfrm>
              <a:off x="2722669" y="5573414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l596"/>
            <p:cNvSpPr/>
            <p:nvPr/>
          </p:nvSpPr>
          <p:spPr>
            <a:xfrm>
              <a:off x="2766137" y="5579511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l597"/>
            <p:cNvSpPr/>
            <p:nvPr/>
          </p:nvSpPr>
          <p:spPr>
            <a:xfrm>
              <a:off x="2766137" y="5579511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l598"/>
            <p:cNvSpPr/>
            <p:nvPr/>
          </p:nvSpPr>
          <p:spPr>
            <a:xfrm>
              <a:off x="2814435" y="5588133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l599"/>
            <p:cNvSpPr/>
            <p:nvPr/>
          </p:nvSpPr>
          <p:spPr>
            <a:xfrm>
              <a:off x="2814435" y="5588133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l600"/>
            <p:cNvSpPr/>
            <p:nvPr/>
          </p:nvSpPr>
          <p:spPr>
            <a:xfrm>
              <a:off x="2862732" y="5594370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l601"/>
            <p:cNvSpPr/>
            <p:nvPr/>
          </p:nvSpPr>
          <p:spPr>
            <a:xfrm>
              <a:off x="2862732" y="5594370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l602"/>
            <p:cNvSpPr/>
            <p:nvPr/>
          </p:nvSpPr>
          <p:spPr>
            <a:xfrm>
              <a:off x="2906201" y="5597940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l603"/>
            <p:cNvSpPr/>
            <p:nvPr/>
          </p:nvSpPr>
          <p:spPr>
            <a:xfrm>
              <a:off x="2906201" y="5597940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l604"/>
            <p:cNvSpPr/>
            <p:nvPr/>
          </p:nvSpPr>
          <p:spPr>
            <a:xfrm>
              <a:off x="2949669" y="5601916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l605"/>
            <p:cNvSpPr/>
            <p:nvPr/>
          </p:nvSpPr>
          <p:spPr>
            <a:xfrm>
              <a:off x="2949669" y="5601916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l606"/>
            <p:cNvSpPr/>
            <p:nvPr/>
          </p:nvSpPr>
          <p:spPr>
            <a:xfrm>
              <a:off x="2997967" y="5607381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l607"/>
            <p:cNvSpPr/>
            <p:nvPr/>
          </p:nvSpPr>
          <p:spPr>
            <a:xfrm>
              <a:off x="2997967" y="5607381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l608"/>
            <p:cNvSpPr/>
            <p:nvPr/>
          </p:nvSpPr>
          <p:spPr>
            <a:xfrm>
              <a:off x="3041435" y="5610394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l609"/>
            <p:cNvSpPr/>
            <p:nvPr/>
          </p:nvSpPr>
          <p:spPr>
            <a:xfrm>
              <a:off x="3041435" y="5610394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l610"/>
            <p:cNvSpPr/>
            <p:nvPr/>
          </p:nvSpPr>
          <p:spPr>
            <a:xfrm>
              <a:off x="3075243" y="5613003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l611"/>
            <p:cNvSpPr/>
            <p:nvPr/>
          </p:nvSpPr>
          <p:spPr>
            <a:xfrm>
              <a:off x="3075243" y="5613003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l612"/>
            <p:cNvSpPr/>
            <p:nvPr/>
          </p:nvSpPr>
          <p:spPr>
            <a:xfrm>
              <a:off x="3113881" y="5615297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l613"/>
            <p:cNvSpPr/>
            <p:nvPr/>
          </p:nvSpPr>
          <p:spPr>
            <a:xfrm>
              <a:off x="3113881" y="5615297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l614"/>
            <p:cNvSpPr/>
            <p:nvPr/>
          </p:nvSpPr>
          <p:spPr>
            <a:xfrm>
              <a:off x="3152520" y="5617673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l615"/>
            <p:cNvSpPr/>
            <p:nvPr/>
          </p:nvSpPr>
          <p:spPr>
            <a:xfrm>
              <a:off x="3152520" y="5617673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l616"/>
            <p:cNvSpPr/>
            <p:nvPr/>
          </p:nvSpPr>
          <p:spPr>
            <a:xfrm>
              <a:off x="3162179" y="5618526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l617"/>
            <p:cNvSpPr/>
            <p:nvPr/>
          </p:nvSpPr>
          <p:spPr>
            <a:xfrm>
              <a:off x="3162179" y="5618526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l618"/>
            <p:cNvSpPr/>
            <p:nvPr/>
          </p:nvSpPr>
          <p:spPr>
            <a:xfrm>
              <a:off x="3176669" y="5620983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l619"/>
            <p:cNvSpPr/>
            <p:nvPr/>
          </p:nvSpPr>
          <p:spPr>
            <a:xfrm>
              <a:off x="3176669" y="5620983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l620"/>
            <p:cNvSpPr/>
            <p:nvPr/>
          </p:nvSpPr>
          <p:spPr>
            <a:xfrm>
              <a:off x="3224967" y="5625233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l621"/>
            <p:cNvSpPr/>
            <p:nvPr/>
          </p:nvSpPr>
          <p:spPr>
            <a:xfrm>
              <a:off x="3224967" y="5625233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l622"/>
            <p:cNvSpPr/>
            <p:nvPr/>
          </p:nvSpPr>
          <p:spPr>
            <a:xfrm>
              <a:off x="3268435" y="5628539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l623"/>
            <p:cNvSpPr/>
            <p:nvPr/>
          </p:nvSpPr>
          <p:spPr>
            <a:xfrm>
              <a:off x="3268435" y="5628539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l624"/>
            <p:cNvSpPr/>
            <p:nvPr/>
          </p:nvSpPr>
          <p:spPr>
            <a:xfrm>
              <a:off x="3302243" y="5632432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l625"/>
            <p:cNvSpPr/>
            <p:nvPr/>
          </p:nvSpPr>
          <p:spPr>
            <a:xfrm>
              <a:off x="3302243" y="5632432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t626"/>
            <p:cNvSpPr/>
            <p:nvPr/>
          </p:nvSpPr>
          <p:spPr>
            <a:xfrm>
              <a:off x="3249116" y="5698632"/>
              <a:ext cx="49651" cy="49651"/>
            </a:xfrm>
            <a:prstGeom prst="ellipse">
              <a:avLst/>
            </a:pr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l627"/>
            <p:cNvSpPr/>
            <p:nvPr/>
          </p:nvSpPr>
          <p:spPr>
            <a:xfrm>
              <a:off x="3249116" y="5723458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l628"/>
            <p:cNvSpPr/>
            <p:nvPr/>
          </p:nvSpPr>
          <p:spPr>
            <a:xfrm>
              <a:off x="3273941" y="5698632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t629"/>
            <p:cNvSpPr/>
            <p:nvPr/>
          </p:nvSpPr>
          <p:spPr>
            <a:xfrm>
              <a:off x="3282924" y="5699577"/>
              <a:ext cx="49651" cy="49651"/>
            </a:xfrm>
            <a:prstGeom prst="ellipse">
              <a:avLst/>
            </a:pr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l630"/>
            <p:cNvSpPr/>
            <p:nvPr/>
          </p:nvSpPr>
          <p:spPr>
            <a:xfrm>
              <a:off x="3282924" y="5724403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l631"/>
            <p:cNvSpPr/>
            <p:nvPr/>
          </p:nvSpPr>
          <p:spPr>
            <a:xfrm>
              <a:off x="3307750" y="5699577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t632"/>
            <p:cNvSpPr/>
            <p:nvPr/>
          </p:nvSpPr>
          <p:spPr>
            <a:xfrm>
              <a:off x="3331222" y="5700747"/>
              <a:ext cx="49651" cy="49651"/>
            </a:xfrm>
            <a:prstGeom prst="ellipse">
              <a:avLst/>
            </a:pr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l633"/>
            <p:cNvSpPr/>
            <p:nvPr/>
          </p:nvSpPr>
          <p:spPr>
            <a:xfrm>
              <a:off x="3331222" y="5725573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l634"/>
            <p:cNvSpPr/>
            <p:nvPr/>
          </p:nvSpPr>
          <p:spPr>
            <a:xfrm>
              <a:off x="3356048" y="5700747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t635"/>
            <p:cNvSpPr/>
            <p:nvPr/>
          </p:nvSpPr>
          <p:spPr>
            <a:xfrm>
              <a:off x="3355371" y="5700228"/>
              <a:ext cx="49651" cy="49651"/>
            </a:xfrm>
            <a:prstGeom prst="ellipse">
              <a:avLst/>
            </a:pr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l636"/>
            <p:cNvSpPr/>
            <p:nvPr/>
          </p:nvSpPr>
          <p:spPr>
            <a:xfrm>
              <a:off x="3355371" y="5725054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l637"/>
            <p:cNvSpPr/>
            <p:nvPr/>
          </p:nvSpPr>
          <p:spPr>
            <a:xfrm>
              <a:off x="3380197" y="5700228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t638"/>
            <p:cNvSpPr/>
            <p:nvPr/>
          </p:nvSpPr>
          <p:spPr>
            <a:xfrm>
              <a:off x="3355371" y="5700059"/>
              <a:ext cx="49651" cy="49651"/>
            </a:xfrm>
            <a:prstGeom prst="ellipse">
              <a:avLst/>
            </a:pr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l639"/>
            <p:cNvSpPr/>
            <p:nvPr/>
          </p:nvSpPr>
          <p:spPr>
            <a:xfrm>
              <a:off x="3355371" y="5724885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l640"/>
            <p:cNvSpPr/>
            <p:nvPr/>
          </p:nvSpPr>
          <p:spPr>
            <a:xfrm>
              <a:off x="3380197" y="5700059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t641"/>
            <p:cNvSpPr/>
            <p:nvPr/>
          </p:nvSpPr>
          <p:spPr>
            <a:xfrm>
              <a:off x="3369860" y="5700724"/>
              <a:ext cx="49651" cy="49651"/>
            </a:xfrm>
            <a:prstGeom prst="ellipse">
              <a:avLst/>
            </a:pr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l642"/>
            <p:cNvSpPr/>
            <p:nvPr/>
          </p:nvSpPr>
          <p:spPr>
            <a:xfrm>
              <a:off x="3369860" y="5725550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l643"/>
            <p:cNvSpPr/>
            <p:nvPr/>
          </p:nvSpPr>
          <p:spPr>
            <a:xfrm>
              <a:off x="3394686" y="5700724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t644"/>
            <p:cNvSpPr/>
            <p:nvPr/>
          </p:nvSpPr>
          <p:spPr>
            <a:xfrm>
              <a:off x="3379520" y="5701886"/>
              <a:ext cx="49651" cy="49651"/>
            </a:xfrm>
            <a:prstGeom prst="ellipse">
              <a:avLst/>
            </a:pr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l645"/>
            <p:cNvSpPr/>
            <p:nvPr/>
          </p:nvSpPr>
          <p:spPr>
            <a:xfrm>
              <a:off x="3379520" y="5726712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l646"/>
            <p:cNvSpPr/>
            <p:nvPr/>
          </p:nvSpPr>
          <p:spPr>
            <a:xfrm>
              <a:off x="3404346" y="5701886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t647"/>
            <p:cNvSpPr/>
            <p:nvPr/>
          </p:nvSpPr>
          <p:spPr>
            <a:xfrm>
              <a:off x="3384350" y="5702629"/>
              <a:ext cx="49651" cy="49651"/>
            </a:xfrm>
            <a:prstGeom prst="ellipse">
              <a:avLst/>
            </a:pr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l648"/>
            <p:cNvSpPr/>
            <p:nvPr/>
          </p:nvSpPr>
          <p:spPr>
            <a:xfrm>
              <a:off x="3384350" y="5727455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l649"/>
            <p:cNvSpPr/>
            <p:nvPr/>
          </p:nvSpPr>
          <p:spPr>
            <a:xfrm>
              <a:off x="3409176" y="5702629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t650"/>
            <p:cNvSpPr/>
            <p:nvPr/>
          </p:nvSpPr>
          <p:spPr>
            <a:xfrm>
              <a:off x="3389179" y="5703090"/>
              <a:ext cx="49651" cy="49651"/>
            </a:xfrm>
            <a:prstGeom prst="ellipse">
              <a:avLst/>
            </a:pr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l651"/>
            <p:cNvSpPr/>
            <p:nvPr/>
          </p:nvSpPr>
          <p:spPr>
            <a:xfrm>
              <a:off x="3389179" y="5727916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l652"/>
            <p:cNvSpPr/>
            <p:nvPr/>
          </p:nvSpPr>
          <p:spPr>
            <a:xfrm>
              <a:off x="3414005" y="5703090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t653"/>
            <p:cNvSpPr/>
            <p:nvPr/>
          </p:nvSpPr>
          <p:spPr>
            <a:xfrm>
              <a:off x="3398839" y="5701747"/>
              <a:ext cx="49651" cy="49651"/>
            </a:xfrm>
            <a:prstGeom prst="ellipse">
              <a:avLst/>
            </a:pr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l654"/>
            <p:cNvSpPr/>
            <p:nvPr/>
          </p:nvSpPr>
          <p:spPr>
            <a:xfrm>
              <a:off x="3398839" y="5726573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l655"/>
            <p:cNvSpPr/>
            <p:nvPr/>
          </p:nvSpPr>
          <p:spPr>
            <a:xfrm>
              <a:off x="3423665" y="5701747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t656"/>
            <p:cNvSpPr/>
            <p:nvPr/>
          </p:nvSpPr>
          <p:spPr>
            <a:xfrm>
              <a:off x="3398839" y="5703817"/>
              <a:ext cx="49651" cy="49651"/>
            </a:xfrm>
            <a:prstGeom prst="ellipse">
              <a:avLst/>
            </a:pr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l657"/>
            <p:cNvSpPr/>
            <p:nvPr/>
          </p:nvSpPr>
          <p:spPr>
            <a:xfrm>
              <a:off x="3398839" y="5728643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l658"/>
            <p:cNvSpPr/>
            <p:nvPr/>
          </p:nvSpPr>
          <p:spPr>
            <a:xfrm>
              <a:off x="3423665" y="5703817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t659"/>
            <p:cNvSpPr/>
            <p:nvPr/>
          </p:nvSpPr>
          <p:spPr>
            <a:xfrm>
              <a:off x="3408499" y="5706187"/>
              <a:ext cx="49651" cy="49651"/>
            </a:xfrm>
            <a:prstGeom prst="ellipse">
              <a:avLst/>
            </a:pr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l660"/>
            <p:cNvSpPr/>
            <p:nvPr/>
          </p:nvSpPr>
          <p:spPr>
            <a:xfrm>
              <a:off x="3408499" y="5731013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l661"/>
            <p:cNvSpPr/>
            <p:nvPr/>
          </p:nvSpPr>
          <p:spPr>
            <a:xfrm>
              <a:off x="3433325" y="5706187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t662"/>
            <p:cNvSpPr/>
            <p:nvPr/>
          </p:nvSpPr>
          <p:spPr>
            <a:xfrm>
              <a:off x="3422988" y="5706995"/>
              <a:ext cx="49651" cy="49651"/>
            </a:xfrm>
            <a:prstGeom prst="ellipse">
              <a:avLst/>
            </a:pr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l663"/>
            <p:cNvSpPr/>
            <p:nvPr/>
          </p:nvSpPr>
          <p:spPr>
            <a:xfrm>
              <a:off x="3422988" y="5731821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l664"/>
            <p:cNvSpPr/>
            <p:nvPr/>
          </p:nvSpPr>
          <p:spPr>
            <a:xfrm>
              <a:off x="3447814" y="5706995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t665"/>
            <p:cNvSpPr/>
            <p:nvPr/>
          </p:nvSpPr>
          <p:spPr>
            <a:xfrm>
              <a:off x="3442307" y="5708811"/>
              <a:ext cx="49651" cy="49651"/>
            </a:xfrm>
            <a:prstGeom prst="ellipse">
              <a:avLst/>
            </a:pr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l666"/>
            <p:cNvSpPr/>
            <p:nvPr/>
          </p:nvSpPr>
          <p:spPr>
            <a:xfrm>
              <a:off x="3442307" y="5733637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l667"/>
            <p:cNvSpPr/>
            <p:nvPr/>
          </p:nvSpPr>
          <p:spPr>
            <a:xfrm>
              <a:off x="3467133" y="5708811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t668"/>
            <p:cNvSpPr/>
            <p:nvPr/>
          </p:nvSpPr>
          <p:spPr>
            <a:xfrm>
              <a:off x="3476116" y="5711278"/>
              <a:ext cx="49651" cy="49651"/>
            </a:xfrm>
            <a:prstGeom prst="ellipse">
              <a:avLst/>
            </a:pr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l669"/>
            <p:cNvSpPr/>
            <p:nvPr/>
          </p:nvSpPr>
          <p:spPr>
            <a:xfrm>
              <a:off x="3476116" y="5736104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l670"/>
            <p:cNvSpPr/>
            <p:nvPr/>
          </p:nvSpPr>
          <p:spPr>
            <a:xfrm>
              <a:off x="3500942" y="5711278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t671"/>
            <p:cNvSpPr/>
            <p:nvPr/>
          </p:nvSpPr>
          <p:spPr>
            <a:xfrm>
              <a:off x="3509924" y="5712067"/>
              <a:ext cx="49651" cy="49651"/>
            </a:xfrm>
            <a:prstGeom prst="ellipse">
              <a:avLst/>
            </a:pr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l672"/>
            <p:cNvSpPr/>
            <p:nvPr/>
          </p:nvSpPr>
          <p:spPr>
            <a:xfrm>
              <a:off x="3509924" y="5736893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l673"/>
            <p:cNvSpPr/>
            <p:nvPr/>
          </p:nvSpPr>
          <p:spPr>
            <a:xfrm>
              <a:off x="3534750" y="5712067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t674"/>
            <p:cNvSpPr/>
            <p:nvPr/>
          </p:nvSpPr>
          <p:spPr>
            <a:xfrm>
              <a:off x="3538903" y="5714165"/>
              <a:ext cx="49651" cy="49651"/>
            </a:xfrm>
            <a:prstGeom prst="ellipse">
              <a:avLst/>
            </a:pr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l675"/>
            <p:cNvSpPr/>
            <p:nvPr/>
          </p:nvSpPr>
          <p:spPr>
            <a:xfrm>
              <a:off x="3538903" y="5738991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l676"/>
            <p:cNvSpPr/>
            <p:nvPr/>
          </p:nvSpPr>
          <p:spPr>
            <a:xfrm>
              <a:off x="3563729" y="5714165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t677"/>
            <p:cNvSpPr/>
            <p:nvPr/>
          </p:nvSpPr>
          <p:spPr>
            <a:xfrm>
              <a:off x="3563052" y="5715996"/>
              <a:ext cx="49651" cy="49651"/>
            </a:xfrm>
            <a:prstGeom prst="ellipse">
              <a:avLst/>
            </a:pr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l678"/>
            <p:cNvSpPr/>
            <p:nvPr/>
          </p:nvSpPr>
          <p:spPr>
            <a:xfrm>
              <a:off x="3563052" y="5740822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l679"/>
            <p:cNvSpPr/>
            <p:nvPr/>
          </p:nvSpPr>
          <p:spPr>
            <a:xfrm>
              <a:off x="3587878" y="5715996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t680"/>
            <p:cNvSpPr/>
            <p:nvPr/>
          </p:nvSpPr>
          <p:spPr>
            <a:xfrm>
              <a:off x="3592031" y="5715494"/>
              <a:ext cx="49651" cy="49651"/>
            </a:xfrm>
            <a:prstGeom prst="ellipse">
              <a:avLst/>
            </a:pr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l681"/>
            <p:cNvSpPr/>
            <p:nvPr/>
          </p:nvSpPr>
          <p:spPr>
            <a:xfrm>
              <a:off x="3592031" y="5740319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l682"/>
            <p:cNvSpPr/>
            <p:nvPr/>
          </p:nvSpPr>
          <p:spPr>
            <a:xfrm>
              <a:off x="3616857" y="5715494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t683"/>
            <p:cNvSpPr/>
            <p:nvPr/>
          </p:nvSpPr>
          <p:spPr>
            <a:xfrm>
              <a:off x="3621009" y="5716143"/>
              <a:ext cx="49651" cy="49651"/>
            </a:xfrm>
            <a:prstGeom prst="ellipse">
              <a:avLst/>
            </a:pr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l684"/>
            <p:cNvSpPr/>
            <p:nvPr/>
          </p:nvSpPr>
          <p:spPr>
            <a:xfrm>
              <a:off x="3621009" y="5740969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l685"/>
            <p:cNvSpPr/>
            <p:nvPr/>
          </p:nvSpPr>
          <p:spPr>
            <a:xfrm>
              <a:off x="3645835" y="5716143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t686"/>
            <p:cNvSpPr/>
            <p:nvPr/>
          </p:nvSpPr>
          <p:spPr>
            <a:xfrm>
              <a:off x="3645158" y="5715226"/>
              <a:ext cx="49651" cy="49651"/>
            </a:xfrm>
            <a:prstGeom prst="ellipse">
              <a:avLst/>
            </a:pr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l687"/>
            <p:cNvSpPr/>
            <p:nvPr/>
          </p:nvSpPr>
          <p:spPr>
            <a:xfrm>
              <a:off x="3645158" y="5740052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l688"/>
            <p:cNvSpPr/>
            <p:nvPr/>
          </p:nvSpPr>
          <p:spPr>
            <a:xfrm>
              <a:off x="3669984" y="5715226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t689"/>
            <p:cNvSpPr/>
            <p:nvPr/>
          </p:nvSpPr>
          <p:spPr>
            <a:xfrm>
              <a:off x="3659648" y="5713965"/>
              <a:ext cx="49651" cy="49651"/>
            </a:xfrm>
            <a:prstGeom prst="ellipse">
              <a:avLst/>
            </a:pr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l690"/>
            <p:cNvSpPr/>
            <p:nvPr/>
          </p:nvSpPr>
          <p:spPr>
            <a:xfrm>
              <a:off x="3659648" y="5738791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l691"/>
            <p:cNvSpPr/>
            <p:nvPr/>
          </p:nvSpPr>
          <p:spPr>
            <a:xfrm>
              <a:off x="3684474" y="5713965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t692"/>
            <p:cNvSpPr/>
            <p:nvPr/>
          </p:nvSpPr>
          <p:spPr>
            <a:xfrm>
              <a:off x="3674137" y="5713233"/>
              <a:ext cx="49651" cy="49651"/>
            </a:xfrm>
            <a:prstGeom prst="ellipse">
              <a:avLst/>
            </a:pr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l693"/>
            <p:cNvSpPr/>
            <p:nvPr/>
          </p:nvSpPr>
          <p:spPr>
            <a:xfrm>
              <a:off x="3674137" y="5738059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l694"/>
            <p:cNvSpPr/>
            <p:nvPr/>
          </p:nvSpPr>
          <p:spPr>
            <a:xfrm>
              <a:off x="3698963" y="5713233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t695"/>
            <p:cNvSpPr/>
            <p:nvPr/>
          </p:nvSpPr>
          <p:spPr>
            <a:xfrm>
              <a:off x="3693456" y="5712764"/>
              <a:ext cx="49651" cy="49651"/>
            </a:xfrm>
            <a:prstGeom prst="ellipse">
              <a:avLst/>
            </a:pr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l696"/>
            <p:cNvSpPr/>
            <p:nvPr/>
          </p:nvSpPr>
          <p:spPr>
            <a:xfrm>
              <a:off x="3693456" y="5737590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l697"/>
            <p:cNvSpPr/>
            <p:nvPr/>
          </p:nvSpPr>
          <p:spPr>
            <a:xfrm>
              <a:off x="3718282" y="5712764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t698"/>
            <p:cNvSpPr/>
            <p:nvPr/>
          </p:nvSpPr>
          <p:spPr>
            <a:xfrm>
              <a:off x="3717605" y="5712894"/>
              <a:ext cx="49651" cy="49651"/>
            </a:xfrm>
            <a:prstGeom prst="ellipse">
              <a:avLst/>
            </a:pr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l699"/>
            <p:cNvSpPr/>
            <p:nvPr/>
          </p:nvSpPr>
          <p:spPr>
            <a:xfrm>
              <a:off x="3717605" y="5737720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l700"/>
            <p:cNvSpPr/>
            <p:nvPr/>
          </p:nvSpPr>
          <p:spPr>
            <a:xfrm>
              <a:off x="3742431" y="5712894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t701"/>
            <p:cNvSpPr/>
            <p:nvPr/>
          </p:nvSpPr>
          <p:spPr>
            <a:xfrm>
              <a:off x="3736924" y="5713551"/>
              <a:ext cx="49651" cy="49651"/>
            </a:xfrm>
            <a:prstGeom prst="ellipse">
              <a:avLst/>
            </a:pr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l702"/>
            <p:cNvSpPr/>
            <p:nvPr/>
          </p:nvSpPr>
          <p:spPr>
            <a:xfrm>
              <a:off x="3736924" y="5738377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l703"/>
            <p:cNvSpPr/>
            <p:nvPr/>
          </p:nvSpPr>
          <p:spPr>
            <a:xfrm>
              <a:off x="3761750" y="5713551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t704"/>
            <p:cNvSpPr/>
            <p:nvPr/>
          </p:nvSpPr>
          <p:spPr>
            <a:xfrm>
              <a:off x="3756243" y="5714018"/>
              <a:ext cx="49651" cy="49651"/>
            </a:xfrm>
            <a:prstGeom prst="ellipse">
              <a:avLst/>
            </a:pr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l705"/>
            <p:cNvSpPr/>
            <p:nvPr/>
          </p:nvSpPr>
          <p:spPr>
            <a:xfrm>
              <a:off x="3756243" y="5738844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l706"/>
            <p:cNvSpPr/>
            <p:nvPr/>
          </p:nvSpPr>
          <p:spPr>
            <a:xfrm>
              <a:off x="3781069" y="5714018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t707"/>
            <p:cNvSpPr/>
            <p:nvPr/>
          </p:nvSpPr>
          <p:spPr>
            <a:xfrm>
              <a:off x="3770733" y="5715096"/>
              <a:ext cx="49651" cy="49651"/>
            </a:xfrm>
            <a:prstGeom prst="ellipse">
              <a:avLst/>
            </a:pr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l708"/>
            <p:cNvSpPr/>
            <p:nvPr/>
          </p:nvSpPr>
          <p:spPr>
            <a:xfrm>
              <a:off x="3770733" y="5739922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l709"/>
            <p:cNvSpPr/>
            <p:nvPr/>
          </p:nvSpPr>
          <p:spPr>
            <a:xfrm>
              <a:off x="3795559" y="5715096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t710"/>
            <p:cNvSpPr/>
            <p:nvPr/>
          </p:nvSpPr>
          <p:spPr>
            <a:xfrm>
              <a:off x="3785222" y="5715742"/>
              <a:ext cx="49651" cy="49651"/>
            </a:xfrm>
            <a:prstGeom prst="ellipse">
              <a:avLst/>
            </a:pr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l711"/>
            <p:cNvSpPr/>
            <p:nvPr/>
          </p:nvSpPr>
          <p:spPr>
            <a:xfrm>
              <a:off x="3785222" y="5740567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l712"/>
            <p:cNvSpPr/>
            <p:nvPr/>
          </p:nvSpPr>
          <p:spPr>
            <a:xfrm>
              <a:off x="3810048" y="5715742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t713"/>
            <p:cNvSpPr/>
            <p:nvPr/>
          </p:nvSpPr>
          <p:spPr>
            <a:xfrm>
              <a:off x="3794882" y="5717175"/>
              <a:ext cx="49651" cy="49651"/>
            </a:xfrm>
            <a:prstGeom prst="ellipse">
              <a:avLst/>
            </a:pr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l714"/>
            <p:cNvSpPr/>
            <p:nvPr/>
          </p:nvSpPr>
          <p:spPr>
            <a:xfrm>
              <a:off x="3794882" y="5742001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l715"/>
            <p:cNvSpPr/>
            <p:nvPr/>
          </p:nvSpPr>
          <p:spPr>
            <a:xfrm>
              <a:off x="3819708" y="5717175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t716"/>
            <p:cNvSpPr/>
            <p:nvPr/>
          </p:nvSpPr>
          <p:spPr>
            <a:xfrm>
              <a:off x="2432881" y="3119683"/>
              <a:ext cx="49651" cy="49651"/>
            </a:xfrm>
            <a:prstGeom prst="ellipse">
              <a:avLst/>
            </a:prstGeom>
            <a:ln w="9000" cap="rnd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t717"/>
            <p:cNvSpPr/>
            <p:nvPr/>
          </p:nvSpPr>
          <p:spPr>
            <a:xfrm>
              <a:off x="2457030" y="3099422"/>
              <a:ext cx="49651" cy="49651"/>
            </a:xfrm>
            <a:prstGeom prst="ellipse">
              <a:avLst/>
            </a:prstGeom>
            <a:ln w="9000" cap="rnd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t718"/>
            <p:cNvSpPr/>
            <p:nvPr/>
          </p:nvSpPr>
          <p:spPr>
            <a:xfrm>
              <a:off x="2481179" y="3066086"/>
              <a:ext cx="49651" cy="49651"/>
            </a:xfrm>
            <a:prstGeom prst="ellipse">
              <a:avLst/>
            </a:prstGeom>
            <a:ln w="9000" cap="rnd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t719"/>
            <p:cNvSpPr/>
            <p:nvPr/>
          </p:nvSpPr>
          <p:spPr>
            <a:xfrm>
              <a:off x="2500498" y="3027793"/>
              <a:ext cx="49651" cy="49651"/>
            </a:xfrm>
            <a:prstGeom prst="ellipse">
              <a:avLst/>
            </a:prstGeom>
            <a:ln w="9000" cap="rnd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t720"/>
            <p:cNvSpPr/>
            <p:nvPr/>
          </p:nvSpPr>
          <p:spPr>
            <a:xfrm>
              <a:off x="2519817" y="2979644"/>
              <a:ext cx="49651" cy="49651"/>
            </a:xfrm>
            <a:prstGeom prst="ellipse">
              <a:avLst/>
            </a:prstGeom>
            <a:ln w="9000" cap="rnd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t721"/>
            <p:cNvSpPr/>
            <p:nvPr/>
          </p:nvSpPr>
          <p:spPr>
            <a:xfrm>
              <a:off x="2543966" y="2914366"/>
              <a:ext cx="49651" cy="49651"/>
            </a:xfrm>
            <a:prstGeom prst="ellipse">
              <a:avLst/>
            </a:prstGeom>
            <a:ln w="9000" cap="rnd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t722"/>
            <p:cNvSpPr/>
            <p:nvPr/>
          </p:nvSpPr>
          <p:spPr>
            <a:xfrm>
              <a:off x="2563285" y="2838728"/>
              <a:ext cx="49651" cy="49651"/>
            </a:xfrm>
            <a:prstGeom prst="ellipse">
              <a:avLst/>
            </a:prstGeom>
            <a:ln w="9000" cap="rnd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t723"/>
            <p:cNvSpPr/>
            <p:nvPr/>
          </p:nvSpPr>
          <p:spPr>
            <a:xfrm>
              <a:off x="2582605" y="2754666"/>
              <a:ext cx="49651" cy="49651"/>
            </a:xfrm>
            <a:prstGeom prst="ellipse">
              <a:avLst/>
            </a:prstGeom>
            <a:ln w="9000" cap="rnd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t724"/>
            <p:cNvSpPr/>
            <p:nvPr/>
          </p:nvSpPr>
          <p:spPr>
            <a:xfrm>
              <a:off x="2606754" y="2636891"/>
              <a:ext cx="49651" cy="49651"/>
            </a:xfrm>
            <a:prstGeom prst="ellipse">
              <a:avLst/>
            </a:prstGeom>
            <a:ln w="9000" cap="rnd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t725"/>
            <p:cNvSpPr/>
            <p:nvPr/>
          </p:nvSpPr>
          <p:spPr>
            <a:xfrm>
              <a:off x="2626073" y="2492787"/>
              <a:ext cx="49651" cy="49651"/>
            </a:xfrm>
            <a:prstGeom prst="ellipse">
              <a:avLst/>
            </a:prstGeom>
            <a:ln w="9000" cap="rnd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t726"/>
            <p:cNvSpPr/>
            <p:nvPr/>
          </p:nvSpPr>
          <p:spPr>
            <a:xfrm>
              <a:off x="2650222" y="2313069"/>
              <a:ext cx="49651" cy="49651"/>
            </a:xfrm>
            <a:prstGeom prst="ellipse">
              <a:avLst/>
            </a:prstGeom>
            <a:ln w="9000" cap="rnd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t727"/>
            <p:cNvSpPr/>
            <p:nvPr/>
          </p:nvSpPr>
          <p:spPr>
            <a:xfrm>
              <a:off x="2674371" y="2154504"/>
              <a:ext cx="49651" cy="49651"/>
            </a:xfrm>
            <a:prstGeom prst="ellipse">
              <a:avLst/>
            </a:prstGeom>
            <a:ln w="9000" cap="rnd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t728"/>
            <p:cNvSpPr/>
            <p:nvPr/>
          </p:nvSpPr>
          <p:spPr>
            <a:xfrm>
              <a:off x="2698520" y="1960706"/>
              <a:ext cx="49651" cy="49651"/>
            </a:xfrm>
            <a:prstGeom prst="ellipse">
              <a:avLst/>
            </a:prstGeom>
            <a:ln w="9000" cap="rnd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t729"/>
            <p:cNvSpPr/>
            <p:nvPr/>
          </p:nvSpPr>
          <p:spPr>
            <a:xfrm>
              <a:off x="2722669" y="1753318"/>
              <a:ext cx="49651" cy="49651"/>
            </a:xfrm>
            <a:prstGeom prst="ellipse">
              <a:avLst/>
            </a:prstGeom>
            <a:ln w="9000" cap="rnd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t730"/>
            <p:cNvSpPr/>
            <p:nvPr/>
          </p:nvSpPr>
          <p:spPr>
            <a:xfrm>
              <a:off x="2746817" y="1487269"/>
              <a:ext cx="49651" cy="49651"/>
            </a:xfrm>
            <a:prstGeom prst="ellipse">
              <a:avLst/>
            </a:prstGeom>
            <a:ln w="9000" cap="rnd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t731"/>
            <p:cNvSpPr/>
            <p:nvPr/>
          </p:nvSpPr>
          <p:spPr>
            <a:xfrm>
              <a:off x="2770966" y="1187202"/>
              <a:ext cx="49651" cy="49651"/>
            </a:xfrm>
            <a:prstGeom prst="ellipse">
              <a:avLst/>
            </a:prstGeom>
            <a:ln w="9000" cap="rnd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t732"/>
            <p:cNvSpPr/>
            <p:nvPr/>
          </p:nvSpPr>
          <p:spPr>
            <a:xfrm>
              <a:off x="2795115" y="1241736"/>
              <a:ext cx="49651" cy="49651"/>
            </a:xfrm>
            <a:prstGeom prst="ellipse">
              <a:avLst/>
            </a:prstGeom>
            <a:ln w="9000" cap="rnd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t733"/>
            <p:cNvSpPr/>
            <p:nvPr/>
          </p:nvSpPr>
          <p:spPr>
            <a:xfrm>
              <a:off x="2819264" y="1381549"/>
              <a:ext cx="49651" cy="49651"/>
            </a:xfrm>
            <a:prstGeom prst="ellipse">
              <a:avLst/>
            </a:prstGeom>
            <a:ln w="9000" cap="rnd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t734"/>
            <p:cNvSpPr/>
            <p:nvPr/>
          </p:nvSpPr>
          <p:spPr>
            <a:xfrm>
              <a:off x="2843413" y="1544870"/>
              <a:ext cx="49651" cy="49651"/>
            </a:xfrm>
            <a:prstGeom prst="ellipse">
              <a:avLst/>
            </a:prstGeom>
            <a:ln w="9000" cap="rnd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t735"/>
            <p:cNvSpPr/>
            <p:nvPr/>
          </p:nvSpPr>
          <p:spPr>
            <a:xfrm>
              <a:off x="2867562" y="1644041"/>
              <a:ext cx="49651" cy="49651"/>
            </a:xfrm>
            <a:prstGeom prst="ellipse">
              <a:avLst/>
            </a:prstGeom>
            <a:ln w="9000" cap="rnd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t736"/>
            <p:cNvSpPr/>
            <p:nvPr/>
          </p:nvSpPr>
          <p:spPr>
            <a:xfrm>
              <a:off x="2896541" y="1724130"/>
              <a:ext cx="49651" cy="49651"/>
            </a:xfrm>
            <a:prstGeom prst="ellipse">
              <a:avLst/>
            </a:prstGeom>
            <a:ln w="9000" cap="rnd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t737"/>
            <p:cNvSpPr/>
            <p:nvPr/>
          </p:nvSpPr>
          <p:spPr>
            <a:xfrm>
              <a:off x="2920690" y="2018208"/>
              <a:ext cx="49651" cy="49651"/>
            </a:xfrm>
            <a:prstGeom prst="ellipse">
              <a:avLst/>
            </a:prstGeom>
            <a:ln w="9000" cap="rnd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t738"/>
            <p:cNvSpPr/>
            <p:nvPr/>
          </p:nvSpPr>
          <p:spPr>
            <a:xfrm>
              <a:off x="2940009" y="2222925"/>
              <a:ext cx="49651" cy="49651"/>
            </a:xfrm>
            <a:prstGeom prst="ellipse">
              <a:avLst/>
            </a:prstGeom>
            <a:ln w="9000" cap="rnd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t739"/>
            <p:cNvSpPr/>
            <p:nvPr/>
          </p:nvSpPr>
          <p:spPr>
            <a:xfrm>
              <a:off x="2964158" y="2430062"/>
              <a:ext cx="49651" cy="49651"/>
            </a:xfrm>
            <a:prstGeom prst="ellipse">
              <a:avLst/>
            </a:prstGeom>
            <a:ln w="9000" cap="rnd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t740"/>
            <p:cNvSpPr/>
            <p:nvPr/>
          </p:nvSpPr>
          <p:spPr>
            <a:xfrm>
              <a:off x="2988307" y="2635567"/>
              <a:ext cx="49651" cy="49651"/>
            </a:xfrm>
            <a:prstGeom prst="ellipse">
              <a:avLst/>
            </a:prstGeom>
            <a:ln w="9000" cap="rnd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t741"/>
            <p:cNvSpPr/>
            <p:nvPr/>
          </p:nvSpPr>
          <p:spPr>
            <a:xfrm>
              <a:off x="3012456" y="2847683"/>
              <a:ext cx="49651" cy="49651"/>
            </a:xfrm>
            <a:prstGeom prst="ellipse">
              <a:avLst/>
            </a:prstGeom>
            <a:ln w="9000" cap="rnd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t742"/>
            <p:cNvSpPr/>
            <p:nvPr/>
          </p:nvSpPr>
          <p:spPr>
            <a:xfrm>
              <a:off x="3031775" y="2829759"/>
              <a:ext cx="49651" cy="49651"/>
            </a:xfrm>
            <a:prstGeom prst="ellipse">
              <a:avLst/>
            </a:prstGeom>
            <a:ln w="9000" cap="rnd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t743"/>
            <p:cNvSpPr/>
            <p:nvPr/>
          </p:nvSpPr>
          <p:spPr>
            <a:xfrm>
              <a:off x="3060754" y="2857494"/>
              <a:ext cx="49651" cy="49651"/>
            </a:xfrm>
            <a:prstGeom prst="ellipse">
              <a:avLst/>
            </a:prstGeom>
            <a:ln w="9000" cap="rnd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t744"/>
            <p:cNvSpPr/>
            <p:nvPr/>
          </p:nvSpPr>
          <p:spPr>
            <a:xfrm>
              <a:off x="3089733" y="2910810"/>
              <a:ext cx="49651" cy="49651"/>
            </a:xfrm>
            <a:prstGeom prst="ellipse">
              <a:avLst/>
            </a:prstGeom>
            <a:ln w="9000" cap="rnd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t745"/>
            <p:cNvSpPr/>
            <p:nvPr/>
          </p:nvSpPr>
          <p:spPr>
            <a:xfrm>
              <a:off x="3109052" y="2942939"/>
              <a:ext cx="49651" cy="49651"/>
            </a:xfrm>
            <a:prstGeom prst="ellipse">
              <a:avLst/>
            </a:prstGeom>
            <a:ln w="9000" cap="rnd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6"/>
            <p:cNvSpPr/>
            <p:nvPr/>
          </p:nvSpPr>
          <p:spPr>
            <a:xfrm>
              <a:off x="3660698" y="5703235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ln w="9000" cap="rnd">
              <a:solidFill>
                <a:srgbClr val="4817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7"/>
            <p:cNvSpPr/>
            <p:nvPr/>
          </p:nvSpPr>
          <p:spPr>
            <a:xfrm>
              <a:off x="3689677" y="5706141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ln w="9000" cap="rnd">
              <a:solidFill>
                <a:srgbClr val="4817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8"/>
            <p:cNvSpPr/>
            <p:nvPr/>
          </p:nvSpPr>
          <p:spPr>
            <a:xfrm>
              <a:off x="3718656" y="5708718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ln w="9000" cap="rnd">
              <a:solidFill>
                <a:srgbClr val="4817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49"/>
            <p:cNvSpPr/>
            <p:nvPr/>
          </p:nvSpPr>
          <p:spPr>
            <a:xfrm>
              <a:off x="3747634" y="5711626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ln w="9000" cap="rnd">
              <a:solidFill>
                <a:srgbClr val="4817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0"/>
            <p:cNvSpPr/>
            <p:nvPr/>
          </p:nvSpPr>
          <p:spPr>
            <a:xfrm>
              <a:off x="3771783" y="5714424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ln w="9000" cap="rnd">
              <a:solidFill>
                <a:srgbClr val="4817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1"/>
            <p:cNvSpPr/>
            <p:nvPr/>
          </p:nvSpPr>
          <p:spPr>
            <a:xfrm>
              <a:off x="3800762" y="5717342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ln w="9000" cap="rnd">
              <a:solidFill>
                <a:srgbClr val="4817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2"/>
            <p:cNvSpPr/>
            <p:nvPr/>
          </p:nvSpPr>
          <p:spPr>
            <a:xfrm>
              <a:off x="3824911" y="5719141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ln w="9000" cap="rnd">
              <a:solidFill>
                <a:srgbClr val="4817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3"/>
            <p:cNvSpPr/>
            <p:nvPr/>
          </p:nvSpPr>
          <p:spPr>
            <a:xfrm>
              <a:off x="3844230" y="5719783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ln w="9000" cap="rnd">
              <a:solidFill>
                <a:srgbClr val="4817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4"/>
            <p:cNvSpPr/>
            <p:nvPr/>
          </p:nvSpPr>
          <p:spPr>
            <a:xfrm>
              <a:off x="3863549" y="5720226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ln w="9000" cap="rnd">
              <a:solidFill>
                <a:srgbClr val="4817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5"/>
            <p:cNvSpPr/>
            <p:nvPr/>
          </p:nvSpPr>
          <p:spPr>
            <a:xfrm>
              <a:off x="3882869" y="5720745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ln w="9000" cap="rnd">
              <a:solidFill>
                <a:srgbClr val="4817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6"/>
            <p:cNvSpPr/>
            <p:nvPr/>
          </p:nvSpPr>
          <p:spPr>
            <a:xfrm>
              <a:off x="3897358" y="5720890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ln w="9000" cap="rnd">
              <a:solidFill>
                <a:srgbClr val="4817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7"/>
            <p:cNvSpPr/>
            <p:nvPr/>
          </p:nvSpPr>
          <p:spPr>
            <a:xfrm>
              <a:off x="3911847" y="5721022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ln w="9000" cap="rnd">
              <a:solidFill>
                <a:srgbClr val="4817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8"/>
            <p:cNvSpPr/>
            <p:nvPr/>
          </p:nvSpPr>
          <p:spPr>
            <a:xfrm>
              <a:off x="3931166" y="5721211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ln w="9000" cap="rnd">
              <a:solidFill>
                <a:srgbClr val="4817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59"/>
            <p:cNvSpPr/>
            <p:nvPr/>
          </p:nvSpPr>
          <p:spPr>
            <a:xfrm>
              <a:off x="3945656" y="5721594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ln w="9000" cap="rnd">
              <a:solidFill>
                <a:srgbClr val="4817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0"/>
            <p:cNvSpPr/>
            <p:nvPr/>
          </p:nvSpPr>
          <p:spPr>
            <a:xfrm>
              <a:off x="3964975" y="5722195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ln w="9000" cap="rnd">
              <a:solidFill>
                <a:srgbClr val="4817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1"/>
            <p:cNvSpPr/>
            <p:nvPr/>
          </p:nvSpPr>
          <p:spPr>
            <a:xfrm>
              <a:off x="3979464" y="5722343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ln w="9000" cap="rnd">
              <a:solidFill>
                <a:srgbClr val="4817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2"/>
            <p:cNvSpPr/>
            <p:nvPr/>
          </p:nvSpPr>
          <p:spPr>
            <a:xfrm>
              <a:off x="3993954" y="5722467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ln w="9000" cap="rnd">
              <a:solidFill>
                <a:srgbClr val="4817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3"/>
            <p:cNvSpPr/>
            <p:nvPr/>
          </p:nvSpPr>
          <p:spPr>
            <a:xfrm>
              <a:off x="4008443" y="5722258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ln w="9000" cap="rnd">
              <a:solidFill>
                <a:srgbClr val="4817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4"/>
            <p:cNvSpPr/>
            <p:nvPr/>
          </p:nvSpPr>
          <p:spPr>
            <a:xfrm>
              <a:off x="4022932" y="5722235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ln w="9000" cap="rnd">
              <a:solidFill>
                <a:srgbClr val="4817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5"/>
            <p:cNvSpPr/>
            <p:nvPr/>
          </p:nvSpPr>
          <p:spPr>
            <a:xfrm>
              <a:off x="4032592" y="5722153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ln w="9000" cap="rnd">
              <a:solidFill>
                <a:srgbClr val="4817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6"/>
            <p:cNvSpPr/>
            <p:nvPr/>
          </p:nvSpPr>
          <p:spPr>
            <a:xfrm>
              <a:off x="4047081" y="5722597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ln w="9000" cap="rnd">
              <a:solidFill>
                <a:srgbClr val="4817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7"/>
            <p:cNvSpPr/>
            <p:nvPr/>
          </p:nvSpPr>
          <p:spPr>
            <a:xfrm>
              <a:off x="4061571" y="5723150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ln w="9000" cap="rnd">
              <a:solidFill>
                <a:srgbClr val="4817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8"/>
            <p:cNvSpPr/>
            <p:nvPr/>
          </p:nvSpPr>
          <p:spPr>
            <a:xfrm>
              <a:off x="4076060" y="5723754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ln w="9000" cap="rnd">
              <a:solidFill>
                <a:srgbClr val="4817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69"/>
            <p:cNvSpPr/>
            <p:nvPr/>
          </p:nvSpPr>
          <p:spPr>
            <a:xfrm>
              <a:off x="4090549" y="5723791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ln w="9000" cap="rnd">
              <a:solidFill>
                <a:srgbClr val="4817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0"/>
            <p:cNvSpPr/>
            <p:nvPr/>
          </p:nvSpPr>
          <p:spPr>
            <a:xfrm>
              <a:off x="4105039" y="5723930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ln w="9000" cap="rnd">
              <a:solidFill>
                <a:srgbClr val="4817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1"/>
            <p:cNvSpPr/>
            <p:nvPr/>
          </p:nvSpPr>
          <p:spPr>
            <a:xfrm>
              <a:off x="4119528" y="5723903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ln w="9000" cap="rnd">
              <a:solidFill>
                <a:srgbClr val="4817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2"/>
            <p:cNvSpPr/>
            <p:nvPr/>
          </p:nvSpPr>
          <p:spPr>
            <a:xfrm>
              <a:off x="4134018" y="5723781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ln w="9000" cap="rnd">
              <a:solidFill>
                <a:srgbClr val="4817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3"/>
            <p:cNvSpPr/>
            <p:nvPr/>
          </p:nvSpPr>
          <p:spPr>
            <a:xfrm>
              <a:off x="4148507" y="5723736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ln w="9000" cap="rnd">
              <a:solidFill>
                <a:srgbClr val="4817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4"/>
            <p:cNvSpPr/>
            <p:nvPr/>
          </p:nvSpPr>
          <p:spPr>
            <a:xfrm>
              <a:off x="4162996" y="5723581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ln w="9000" cap="rnd">
              <a:solidFill>
                <a:srgbClr val="4817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5"/>
            <p:cNvSpPr/>
            <p:nvPr/>
          </p:nvSpPr>
          <p:spPr>
            <a:xfrm>
              <a:off x="4172656" y="5723443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ln w="9000" cap="rnd">
              <a:solidFill>
                <a:srgbClr val="4817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6"/>
            <p:cNvSpPr/>
            <p:nvPr/>
          </p:nvSpPr>
          <p:spPr>
            <a:xfrm>
              <a:off x="3680017" y="5661408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solidFill>
              <a:srgbClr val="D8E21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8" name="pg777"/>
            <p:cNvSpPr/>
            <p:nvPr/>
          </p:nvSpPr>
          <p:spPr>
            <a:xfrm>
              <a:off x="3689677" y="5672689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solidFill>
              <a:srgbClr val="D8E21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9" name="pg778"/>
            <p:cNvSpPr/>
            <p:nvPr/>
          </p:nvSpPr>
          <p:spPr>
            <a:xfrm>
              <a:off x="3708996" y="5678676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solidFill>
              <a:srgbClr val="D8E21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0" name="pg779"/>
            <p:cNvSpPr/>
            <p:nvPr/>
          </p:nvSpPr>
          <p:spPr>
            <a:xfrm>
              <a:off x="3723485" y="5681246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solidFill>
              <a:srgbClr val="D8E21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1" name="pg780"/>
            <p:cNvSpPr/>
            <p:nvPr/>
          </p:nvSpPr>
          <p:spPr>
            <a:xfrm>
              <a:off x="3742805" y="5684109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solidFill>
              <a:srgbClr val="D8E21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2" name="pg781"/>
            <p:cNvSpPr/>
            <p:nvPr/>
          </p:nvSpPr>
          <p:spPr>
            <a:xfrm>
              <a:off x="3757294" y="5685664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solidFill>
              <a:srgbClr val="D8E21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3" name="pg782"/>
            <p:cNvSpPr/>
            <p:nvPr/>
          </p:nvSpPr>
          <p:spPr>
            <a:xfrm>
              <a:off x="3771783" y="5690610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solidFill>
              <a:srgbClr val="D8E21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4" name="pg783"/>
            <p:cNvSpPr/>
            <p:nvPr/>
          </p:nvSpPr>
          <p:spPr>
            <a:xfrm>
              <a:off x="3781443" y="5696267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solidFill>
              <a:srgbClr val="D8E21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5" name="pg784"/>
            <p:cNvSpPr/>
            <p:nvPr/>
          </p:nvSpPr>
          <p:spPr>
            <a:xfrm>
              <a:off x="3791103" y="5701786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solidFill>
              <a:srgbClr val="D8E21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6" name="pg785"/>
            <p:cNvSpPr/>
            <p:nvPr/>
          </p:nvSpPr>
          <p:spPr>
            <a:xfrm>
              <a:off x="3805592" y="5706831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solidFill>
              <a:srgbClr val="D8E21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7" name="pg786"/>
            <p:cNvSpPr/>
            <p:nvPr/>
          </p:nvSpPr>
          <p:spPr>
            <a:xfrm>
              <a:off x="3820081" y="5711480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solidFill>
              <a:srgbClr val="D8E21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8" name="pg787"/>
            <p:cNvSpPr/>
            <p:nvPr/>
          </p:nvSpPr>
          <p:spPr>
            <a:xfrm>
              <a:off x="3844230" y="5713391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solidFill>
              <a:srgbClr val="D8E21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9" name="pg788"/>
            <p:cNvSpPr/>
            <p:nvPr/>
          </p:nvSpPr>
          <p:spPr>
            <a:xfrm>
              <a:off x="3863549" y="5715513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solidFill>
              <a:srgbClr val="D8E21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0" name="pg789"/>
            <p:cNvSpPr/>
            <p:nvPr/>
          </p:nvSpPr>
          <p:spPr>
            <a:xfrm>
              <a:off x="3873209" y="5716216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solidFill>
              <a:srgbClr val="D8E21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1" name="pg790"/>
            <p:cNvSpPr/>
            <p:nvPr/>
          </p:nvSpPr>
          <p:spPr>
            <a:xfrm>
              <a:off x="3887698" y="5717773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solidFill>
              <a:srgbClr val="D8E21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2" name="pg791"/>
            <p:cNvSpPr/>
            <p:nvPr/>
          </p:nvSpPr>
          <p:spPr>
            <a:xfrm>
              <a:off x="3892528" y="5718393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solidFill>
              <a:srgbClr val="D8E21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3" name="pg792"/>
            <p:cNvSpPr/>
            <p:nvPr/>
          </p:nvSpPr>
          <p:spPr>
            <a:xfrm>
              <a:off x="3887698" y="5719358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solidFill>
              <a:srgbClr val="D8E21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4" name="pg793"/>
            <p:cNvSpPr/>
            <p:nvPr/>
          </p:nvSpPr>
          <p:spPr>
            <a:xfrm>
              <a:off x="3902188" y="5719198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solidFill>
              <a:srgbClr val="D8E21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5" name="pg794"/>
            <p:cNvSpPr/>
            <p:nvPr/>
          </p:nvSpPr>
          <p:spPr>
            <a:xfrm>
              <a:off x="3926337" y="5718137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solidFill>
              <a:srgbClr val="D8E21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6" name="pg795"/>
            <p:cNvSpPr/>
            <p:nvPr/>
          </p:nvSpPr>
          <p:spPr>
            <a:xfrm>
              <a:off x="3955315" y="5717601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solidFill>
              <a:srgbClr val="D8E21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7" name="pg796"/>
            <p:cNvSpPr/>
            <p:nvPr/>
          </p:nvSpPr>
          <p:spPr>
            <a:xfrm>
              <a:off x="3984294" y="5717335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solidFill>
              <a:srgbClr val="D8E21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8" name="pg797"/>
            <p:cNvSpPr/>
            <p:nvPr/>
          </p:nvSpPr>
          <p:spPr>
            <a:xfrm>
              <a:off x="3998783" y="5715732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solidFill>
              <a:srgbClr val="D8E21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9" name="pg798"/>
            <p:cNvSpPr/>
            <p:nvPr/>
          </p:nvSpPr>
          <p:spPr>
            <a:xfrm>
              <a:off x="4018103" y="5714942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solidFill>
              <a:srgbClr val="D8E21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0" name="pg799"/>
            <p:cNvSpPr/>
            <p:nvPr/>
          </p:nvSpPr>
          <p:spPr>
            <a:xfrm>
              <a:off x="4032592" y="5714753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solidFill>
              <a:srgbClr val="D8E21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1" name="pg800"/>
            <p:cNvSpPr/>
            <p:nvPr/>
          </p:nvSpPr>
          <p:spPr>
            <a:xfrm>
              <a:off x="4047081" y="5714240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solidFill>
              <a:srgbClr val="D8E21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2" name="pg801"/>
            <p:cNvSpPr/>
            <p:nvPr/>
          </p:nvSpPr>
          <p:spPr>
            <a:xfrm>
              <a:off x="4061571" y="5713373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solidFill>
              <a:srgbClr val="D8E21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3" name="pg802"/>
            <p:cNvSpPr/>
            <p:nvPr/>
          </p:nvSpPr>
          <p:spPr>
            <a:xfrm>
              <a:off x="4080890" y="5712514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solidFill>
              <a:srgbClr val="D8E21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4" name="pg803"/>
            <p:cNvSpPr/>
            <p:nvPr/>
          </p:nvSpPr>
          <p:spPr>
            <a:xfrm>
              <a:off x="4095379" y="5711459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solidFill>
              <a:srgbClr val="D8E21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5" name="pg804"/>
            <p:cNvSpPr/>
            <p:nvPr/>
          </p:nvSpPr>
          <p:spPr>
            <a:xfrm>
              <a:off x="4105039" y="5710715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solidFill>
              <a:srgbClr val="D8E21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6" name="pg805"/>
            <p:cNvSpPr/>
            <p:nvPr/>
          </p:nvSpPr>
          <p:spPr>
            <a:xfrm>
              <a:off x="4109869" y="5711015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solidFill>
              <a:srgbClr val="D8E21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7" name="pt806"/>
            <p:cNvSpPr/>
            <p:nvPr/>
          </p:nvSpPr>
          <p:spPr>
            <a:xfrm>
              <a:off x="1964392" y="4911975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8" name="pt807"/>
            <p:cNvSpPr/>
            <p:nvPr/>
          </p:nvSpPr>
          <p:spPr>
            <a:xfrm>
              <a:off x="1964392" y="4911975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9" name="pt808"/>
            <p:cNvSpPr/>
            <p:nvPr/>
          </p:nvSpPr>
          <p:spPr>
            <a:xfrm>
              <a:off x="2007860" y="4930713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0" name="pt809"/>
            <p:cNvSpPr/>
            <p:nvPr/>
          </p:nvSpPr>
          <p:spPr>
            <a:xfrm>
              <a:off x="2007860" y="4930713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1" name="pt810"/>
            <p:cNvSpPr/>
            <p:nvPr/>
          </p:nvSpPr>
          <p:spPr>
            <a:xfrm>
              <a:off x="2051328" y="4945402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2" name="pt811"/>
            <p:cNvSpPr/>
            <p:nvPr/>
          </p:nvSpPr>
          <p:spPr>
            <a:xfrm>
              <a:off x="2051328" y="4945402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3" name="pt812"/>
            <p:cNvSpPr/>
            <p:nvPr/>
          </p:nvSpPr>
          <p:spPr>
            <a:xfrm>
              <a:off x="2094796" y="4955879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4" name="pt813"/>
            <p:cNvSpPr/>
            <p:nvPr/>
          </p:nvSpPr>
          <p:spPr>
            <a:xfrm>
              <a:off x="2094796" y="4955879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5" name="pt814"/>
            <p:cNvSpPr/>
            <p:nvPr/>
          </p:nvSpPr>
          <p:spPr>
            <a:xfrm>
              <a:off x="2138264" y="4966837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6" name="pt815"/>
            <p:cNvSpPr/>
            <p:nvPr/>
          </p:nvSpPr>
          <p:spPr>
            <a:xfrm>
              <a:off x="2138264" y="4966837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7" name="pt816"/>
            <p:cNvSpPr/>
            <p:nvPr/>
          </p:nvSpPr>
          <p:spPr>
            <a:xfrm>
              <a:off x="2186562" y="4980580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8" name="pt817"/>
            <p:cNvSpPr/>
            <p:nvPr/>
          </p:nvSpPr>
          <p:spPr>
            <a:xfrm>
              <a:off x="2186562" y="4980580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9" name="pt818"/>
            <p:cNvSpPr/>
            <p:nvPr/>
          </p:nvSpPr>
          <p:spPr>
            <a:xfrm>
              <a:off x="2230030" y="4989639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0" name="pt819"/>
            <p:cNvSpPr/>
            <p:nvPr/>
          </p:nvSpPr>
          <p:spPr>
            <a:xfrm>
              <a:off x="2230030" y="4989639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1" name="pt820"/>
            <p:cNvSpPr/>
            <p:nvPr/>
          </p:nvSpPr>
          <p:spPr>
            <a:xfrm>
              <a:off x="2273498" y="4997236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2" name="pt821"/>
            <p:cNvSpPr/>
            <p:nvPr/>
          </p:nvSpPr>
          <p:spPr>
            <a:xfrm>
              <a:off x="2273498" y="4997236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3" name="pt822"/>
            <p:cNvSpPr/>
            <p:nvPr/>
          </p:nvSpPr>
          <p:spPr>
            <a:xfrm>
              <a:off x="2316966" y="5005803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4" name="pt823"/>
            <p:cNvSpPr/>
            <p:nvPr/>
          </p:nvSpPr>
          <p:spPr>
            <a:xfrm>
              <a:off x="2316966" y="5005803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5" name="pt824"/>
            <p:cNvSpPr/>
            <p:nvPr/>
          </p:nvSpPr>
          <p:spPr>
            <a:xfrm>
              <a:off x="2365264" y="5010845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6" name="pt825"/>
            <p:cNvSpPr/>
            <p:nvPr/>
          </p:nvSpPr>
          <p:spPr>
            <a:xfrm>
              <a:off x="2365264" y="5010845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7" name="pt826"/>
            <p:cNvSpPr/>
            <p:nvPr/>
          </p:nvSpPr>
          <p:spPr>
            <a:xfrm>
              <a:off x="2408732" y="5015229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8" name="pt827"/>
            <p:cNvSpPr/>
            <p:nvPr/>
          </p:nvSpPr>
          <p:spPr>
            <a:xfrm>
              <a:off x="2408732" y="5015229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9" name="pt828"/>
            <p:cNvSpPr/>
            <p:nvPr/>
          </p:nvSpPr>
          <p:spPr>
            <a:xfrm>
              <a:off x="2452200" y="5022686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0" name="pt829"/>
            <p:cNvSpPr/>
            <p:nvPr/>
          </p:nvSpPr>
          <p:spPr>
            <a:xfrm>
              <a:off x="2452200" y="5022686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1" name="pt830"/>
            <p:cNvSpPr/>
            <p:nvPr/>
          </p:nvSpPr>
          <p:spPr>
            <a:xfrm>
              <a:off x="2495668" y="5028692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2" name="pt831"/>
            <p:cNvSpPr/>
            <p:nvPr/>
          </p:nvSpPr>
          <p:spPr>
            <a:xfrm>
              <a:off x="2495668" y="5028692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3" name="pt832"/>
            <p:cNvSpPr/>
            <p:nvPr/>
          </p:nvSpPr>
          <p:spPr>
            <a:xfrm>
              <a:off x="2534307" y="5022166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4" name="pt833"/>
            <p:cNvSpPr/>
            <p:nvPr/>
          </p:nvSpPr>
          <p:spPr>
            <a:xfrm>
              <a:off x="2534307" y="5022166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5" name="pt834"/>
            <p:cNvSpPr/>
            <p:nvPr/>
          </p:nvSpPr>
          <p:spPr>
            <a:xfrm>
              <a:off x="2577775" y="5018603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6" name="pt835"/>
            <p:cNvSpPr/>
            <p:nvPr/>
          </p:nvSpPr>
          <p:spPr>
            <a:xfrm>
              <a:off x="2577775" y="5018603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7" name="pt836"/>
            <p:cNvSpPr/>
            <p:nvPr/>
          </p:nvSpPr>
          <p:spPr>
            <a:xfrm>
              <a:off x="2621243" y="5023271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8" name="pt837"/>
            <p:cNvSpPr/>
            <p:nvPr/>
          </p:nvSpPr>
          <p:spPr>
            <a:xfrm>
              <a:off x="2621243" y="5023271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9" name="pt838"/>
            <p:cNvSpPr/>
            <p:nvPr/>
          </p:nvSpPr>
          <p:spPr>
            <a:xfrm>
              <a:off x="2669541" y="5031920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0" name="pt839"/>
            <p:cNvSpPr/>
            <p:nvPr/>
          </p:nvSpPr>
          <p:spPr>
            <a:xfrm>
              <a:off x="2669541" y="5031920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1" name="pt840"/>
            <p:cNvSpPr/>
            <p:nvPr/>
          </p:nvSpPr>
          <p:spPr>
            <a:xfrm>
              <a:off x="2713009" y="5035571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2" name="pt841"/>
            <p:cNvSpPr/>
            <p:nvPr/>
          </p:nvSpPr>
          <p:spPr>
            <a:xfrm>
              <a:off x="2713009" y="5035571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3" name="pt842"/>
            <p:cNvSpPr/>
            <p:nvPr/>
          </p:nvSpPr>
          <p:spPr>
            <a:xfrm>
              <a:off x="2756477" y="5045552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4" name="pt843"/>
            <p:cNvSpPr/>
            <p:nvPr/>
          </p:nvSpPr>
          <p:spPr>
            <a:xfrm>
              <a:off x="2756477" y="5045552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5" name="pt844"/>
            <p:cNvSpPr/>
            <p:nvPr/>
          </p:nvSpPr>
          <p:spPr>
            <a:xfrm>
              <a:off x="2799945" y="5056771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6" name="pt845"/>
            <p:cNvSpPr/>
            <p:nvPr/>
          </p:nvSpPr>
          <p:spPr>
            <a:xfrm>
              <a:off x="2799945" y="5056771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7" name="pt846"/>
            <p:cNvSpPr/>
            <p:nvPr/>
          </p:nvSpPr>
          <p:spPr>
            <a:xfrm>
              <a:off x="2838583" y="5068567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8" name="pt847"/>
            <p:cNvSpPr/>
            <p:nvPr/>
          </p:nvSpPr>
          <p:spPr>
            <a:xfrm>
              <a:off x="2838583" y="5068567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9" name="pt848"/>
            <p:cNvSpPr/>
            <p:nvPr/>
          </p:nvSpPr>
          <p:spPr>
            <a:xfrm>
              <a:off x="2877222" y="5087657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0" name="pt849"/>
            <p:cNvSpPr/>
            <p:nvPr/>
          </p:nvSpPr>
          <p:spPr>
            <a:xfrm>
              <a:off x="2877222" y="5087657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1" name="pt850"/>
            <p:cNvSpPr/>
            <p:nvPr/>
          </p:nvSpPr>
          <p:spPr>
            <a:xfrm>
              <a:off x="2915860" y="5105038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2" name="pt851"/>
            <p:cNvSpPr/>
            <p:nvPr/>
          </p:nvSpPr>
          <p:spPr>
            <a:xfrm>
              <a:off x="2915860" y="5105038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3" name="pt852"/>
            <p:cNvSpPr/>
            <p:nvPr/>
          </p:nvSpPr>
          <p:spPr>
            <a:xfrm>
              <a:off x="2954498" y="5112677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4" name="pt853"/>
            <p:cNvSpPr/>
            <p:nvPr/>
          </p:nvSpPr>
          <p:spPr>
            <a:xfrm>
              <a:off x="2954498" y="5112677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5" name="pt854"/>
            <p:cNvSpPr/>
            <p:nvPr/>
          </p:nvSpPr>
          <p:spPr>
            <a:xfrm>
              <a:off x="2988307" y="5121776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6" name="pt855"/>
            <p:cNvSpPr/>
            <p:nvPr/>
          </p:nvSpPr>
          <p:spPr>
            <a:xfrm>
              <a:off x="2988307" y="5121776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7" name="pt856"/>
            <p:cNvSpPr/>
            <p:nvPr/>
          </p:nvSpPr>
          <p:spPr>
            <a:xfrm>
              <a:off x="3022115" y="5136004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8" name="pt857"/>
            <p:cNvSpPr/>
            <p:nvPr/>
          </p:nvSpPr>
          <p:spPr>
            <a:xfrm>
              <a:off x="3022115" y="5136004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9" name="pt858"/>
            <p:cNvSpPr/>
            <p:nvPr/>
          </p:nvSpPr>
          <p:spPr>
            <a:xfrm>
              <a:off x="3055924" y="5160090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0" name="pt859"/>
            <p:cNvSpPr/>
            <p:nvPr/>
          </p:nvSpPr>
          <p:spPr>
            <a:xfrm>
              <a:off x="3055924" y="5160090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1" name="pt860"/>
            <p:cNvSpPr/>
            <p:nvPr/>
          </p:nvSpPr>
          <p:spPr>
            <a:xfrm>
              <a:off x="3089733" y="5184170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2" name="pt861"/>
            <p:cNvSpPr/>
            <p:nvPr/>
          </p:nvSpPr>
          <p:spPr>
            <a:xfrm>
              <a:off x="3089733" y="5184170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3" name="pt862"/>
            <p:cNvSpPr/>
            <p:nvPr/>
          </p:nvSpPr>
          <p:spPr>
            <a:xfrm>
              <a:off x="3123541" y="5206791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4" name="pt863"/>
            <p:cNvSpPr/>
            <p:nvPr/>
          </p:nvSpPr>
          <p:spPr>
            <a:xfrm>
              <a:off x="3123541" y="5206791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5" name="pt864"/>
            <p:cNvSpPr/>
            <p:nvPr/>
          </p:nvSpPr>
          <p:spPr>
            <a:xfrm>
              <a:off x="3152520" y="5218518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6" name="pt865"/>
            <p:cNvSpPr/>
            <p:nvPr/>
          </p:nvSpPr>
          <p:spPr>
            <a:xfrm>
              <a:off x="3152520" y="5218518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7" name="pg866"/>
            <p:cNvSpPr/>
            <p:nvPr/>
          </p:nvSpPr>
          <p:spPr>
            <a:xfrm>
              <a:off x="1814668" y="4953724"/>
              <a:ext cx="49651" cy="49651"/>
            </a:xfrm>
            <a:custGeom>
              <a:avLst/>
              <a:pathLst>
                <a:path w="49651" h="49651">
                  <a:moveTo>
                    <a:pt x="0" y="24825"/>
                  </a:moveTo>
                  <a:lnTo>
                    <a:pt x="24825" y="0"/>
                  </a:lnTo>
                  <a:lnTo>
                    <a:pt x="49651" y="24825"/>
                  </a:lnTo>
                  <a:lnTo>
                    <a:pt x="24825" y="49651"/>
                  </a:lnTo>
                  <a:close/>
                </a:path>
              </a:pathLst>
            </a:custGeom>
            <a:solidFill>
              <a:srgbClr val="FDE7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8" name="pg867"/>
            <p:cNvSpPr/>
            <p:nvPr/>
          </p:nvSpPr>
          <p:spPr>
            <a:xfrm>
              <a:off x="1824328" y="4939228"/>
              <a:ext cx="49651" cy="49651"/>
            </a:xfrm>
            <a:custGeom>
              <a:avLst/>
              <a:pathLst>
                <a:path w="49651" h="49651">
                  <a:moveTo>
                    <a:pt x="0" y="24825"/>
                  </a:moveTo>
                  <a:lnTo>
                    <a:pt x="24825" y="0"/>
                  </a:lnTo>
                  <a:lnTo>
                    <a:pt x="49651" y="24825"/>
                  </a:lnTo>
                  <a:lnTo>
                    <a:pt x="24825" y="49651"/>
                  </a:lnTo>
                  <a:close/>
                </a:path>
              </a:pathLst>
            </a:custGeom>
            <a:solidFill>
              <a:srgbClr val="FDE7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9" name="pg868"/>
            <p:cNvSpPr/>
            <p:nvPr/>
          </p:nvSpPr>
          <p:spPr>
            <a:xfrm>
              <a:off x="1838817" y="4933308"/>
              <a:ext cx="49651" cy="49651"/>
            </a:xfrm>
            <a:custGeom>
              <a:avLst/>
              <a:pathLst>
                <a:path w="49651" h="49651">
                  <a:moveTo>
                    <a:pt x="0" y="24825"/>
                  </a:moveTo>
                  <a:lnTo>
                    <a:pt x="24825" y="0"/>
                  </a:lnTo>
                  <a:lnTo>
                    <a:pt x="49651" y="24825"/>
                  </a:lnTo>
                  <a:lnTo>
                    <a:pt x="24825" y="49651"/>
                  </a:lnTo>
                  <a:close/>
                </a:path>
              </a:pathLst>
            </a:custGeom>
            <a:solidFill>
              <a:srgbClr val="FDE7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0" name="pg869"/>
            <p:cNvSpPr/>
            <p:nvPr/>
          </p:nvSpPr>
          <p:spPr>
            <a:xfrm>
              <a:off x="1853306" y="4929297"/>
              <a:ext cx="49651" cy="49651"/>
            </a:xfrm>
            <a:custGeom>
              <a:avLst/>
              <a:pathLst>
                <a:path w="49651" h="49651">
                  <a:moveTo>
                    <a:pt x="0" y="24825"/>
                  </a:moveTo>
                  <a:lnTo>
                    <a:pt x="24825" y="0"/>
                  </a:lnTo>
                  <a:lnTo>
                    <a:pt x="49651" y="24825"/>
                  </a:lnTo>
                  <a:lnTo>
                    <a:pt x="24825" y="49651"/>
                  </a:lnTo>
                  <a:close/>
                </a:path>
              </a:pathLst>
            </a:custGeom>
            <a:solidFill>
              <a:srgbClr val="FDE7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1" name="pg870"/>
            <p:cNvSpPr/>
            <p:nvPr/>
          </p:nvSpPr>
          <p:spPr>
            <a:xfrm>
              <a:off x="1867796" y="4929503"/>
              <a:ext cx="49651" cy="49651"/>
            </a:xfrm>
            <a:custGeom>
              <a:avLst/>
              <a:pathLst>
                <a:path w="49651" h="49651">
                  <a:moveTo>
                    <a:pt x="0" y="24825"/>
                  </a:moveTo>
                  <a:lnTo>
                    <a:pt x="24825" y="0"/>
                  </a:lnTo>
                  <a:lnTo>
                    <a:pt x="49651" y="24825"/>
                  </a:lnTo>
                  <a:lnTo>
                    <a:pt x="24825" y="49651"/>
                  </a:lnTo>
                  <a:close/>
                </a:path>
              </a:pathLst>
            </a:custGeom>
            <a:solidFill>
              <a:srgbClr val="FDE7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2" name="pg871"/>
            <p:cNvSpPr/>
            <p:nvPr/>
          </p:nvSpPr>
          <p:spPr>
            <a:xfrm>
              <a:off x="1882285" y="4931159"/>
              <a:ext cx="49651" cy="49651"/>
            </a:xfrm>
            <a:custGeom>
              <a:avLst/>
              <a:pathLst>
                <a:path w="49651" h="49651">
                  <a:moveTo>
                    <a:pt x="0" y="24825"/>
                  </a:moveTo>
                  <a:lnTo>
                    <a:pt x="24825" y="0"/>
                  </a:lnTo>
                  <a:lnTo>
                    <a:pt x="49651" y="24825"/>
                  </a:lnTo>
                  <a:lnTo>
                    <a:pt x="24825" y="49651"/>
                  </a:lnTo>
                  <a:close/>
                </a:path>
              </a:pathLst>
            </a:custGeom>
            <a:solidFill>
              <a:srgbClr val="FDE7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3" name="pg872"/>
            <p:cNvSpPr/>
            <p:nvPr/>
          </p:nvSpPr>
          <p:spPr>
            <a:xfrm>
              <a:off x="1896775" y="4919139"/>
              <a:ext cx="49651" cy="49651"/>
            </a:xfrm>
            <a:custGeom>
              <a:avLst/>
              <a:pathLst>
                <a:path w="49651" h="49651">
                  <a:moveTo>
                    <a:pt x="0" y="24825"/>
                  </a:moveTo>
                  <a:lnTo>
                    <a:pt x="24825" y="0"/>
                  </a:lnTo>
                  <a:lnTo>
                    <a:pt x="49651" y="24825"/>
                  </a:lnTo>
                  <a:lnTo>
                    <a:pt x="24825" y="49651"/>
                  </a:lnTo>
                  <a:close/>
                </a:path>
              </a:pathLst>
            </a:custGeom>
            <a:solidFill>
              <a:srgbClr val="FDE7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4" name="pg873"/>
            <p:cNvSpPr/>
            <p:nvPr/>
          </p:nvSpPr>
          <p:spPr>
            <a:xfrm>
              <a:off x="1911264" y="4920374"/>
              <a:ext cx="49651" cy="49651"/>
            </a:xfrm>
            <a:custGeom>
              <a:avLst/>
              <a:pathLst>
                <a:path w="49651" h="49651">
                  <a:moveTo>
                    <a:pt x="0" y="24825"/>
                  </a:moveTo>
                  <a:lnTo>
                    <a:pt x="24825" y="0"/>
                  </a:lnTo>
                  <a:lnTo>
                    <a:pt x="49651" y="24825"/>
                  </a:lnTo>
                  <a:lnTo>
                    <a:pt x="24825" y="49651"/>
                  </a:lnTo>
                  <a:close/>
                </a:path>
              </a:pathLst>
            </a:custGeom>
            <a:solidFill>
              <a:srgbClr val="FDE7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5" name="pg874"/>
            <p:cNvSpPr/>
            <p:nvPr/>
          </p:nvSpPr>
          <p:spPr>
            <a:xfrm>
              <a:off x="1920924" y="4891529"/>
              <a:ext cx="49651" cy="49651"/>
            </a:xfrm>
            <a:custGeom>
              <a:avLst/>
              <a:pathLst>
                <a:path w="49651" h="49651">
                  <a:moveTo>
                    <a:pt x="0" y="24825"/>
                  </a:moveTo>
                  <a:lnTo>
                    <a:pt x="24825" y="0"/>
                  </a:lnTo>
                  <a:lnTo>
                    <a:pt x="49651" y="24825"/>
                  </a:lnTo>
                  <a:lnTo>
                    <a:pt x="24825" y="49651"/>
                  </a:lnTo>
                  <a:close/>
                </a:path>
              </a:pathLst>
            </a:custGeom>
            <a:solidFill>
              <a:srgbClr val="FDE7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6" name="pg875"/>
            <p:cNvSpPr/>
            <p:nvPr/>
          </p:nvSpPr>
          <p:spPr>
            <a:xfrm>
              <a:off x="1935413" y="4874819"/>
              <a:ext cx="49651" cy="49651"/>
            </a:xfrm>
            <a:custGeom>
              <a:avLst/>
              <a:pathLst>
                <a:path w="49651" h="49651">
                  <a:moveTo>
                    <a:pt x="0" y="24825"/>
                  </a:moveTo>
                  <a:lnTo>
                    <a:pt x="24825" y="0"/>
                  </a:lnTo>
                  <a:lnTo>
                    <a:pt x="49651" y="24825"/>
                  </a:lnTo>
                  <a:lnTo>
                    <a:pt x="24825" y="49651"/>
                  </a:lnTo>
                  <a:close/>
                </a:path>
              </a:pathLst>
            </a:custGeom>
            <a:solidFill>
              <a:srgbClr val="FDE7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7" name="pg876"/>
            <p:cNvSpPr/>
            <p:nvPr/>
          </p:nvSpPr>
          <p:spPr>
            <a:xfrm>
              <a:off x="1945072" y="4864155"/>
              <a:ext cx="49651" cy="49651"/>
            </a:xfrm>
            <a:custGeom>
              <a:avLst/>
              <a:pathLst>
                <a:path w="49651" h="49651">
                  <a:moveTo>
                    <a:pt x="0" y="24825"/>
                  </a:moveTo>
                  <a:lnTo>
                    <a:pt x="24825" y="0"/>
                  </a:lnTo>
                  <a:lnTo>
                    <a:pt x="49651" y="24825"/>
                  </a:lnTo>
                  <a:lnTo>
                    <a:pt x="24825" y="49651"/>
                  </a:lnTo>
                  <a:close/>
                </a:path>
              </a:pathLst>
            </a:custGeom>
            <a:solidFill>
              <a:srgbClr val="FDE7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8" name="pg877"/>
            <p:cNvSpPr/>
            <p:nvPr/>
          </p:nvSpPr>
          <p:spPr>
            <a:xfrm>
              <a:off x="1954732" y="4876839"/>
              <a:ext cx="49651" cy="49651"/>
            </a:xfrm>
            <a:custGeom>
              <a:avLst/>
              <a:pathLst>
                <a:path w="49651" h="49651">
                  <a:moveTo>
                    <a:pt x="0" y="24825"/>
                  </a:moveTo>
                  <a:lnTo>
                    <a:pt x="24825" y="0"/>
                  </a:lnTo>
                  <a:lnTo>
                    <a:pt x="49651" y="24825"/>
                  </a:lnTo>
                  <a:lnTo>
                    <a:pt x="24825" y="49651"/>
                  </a:lnTo>
                  <a:close/>
                </a:path>
              </a:pathLst>
            </a:custGeom>
            <a:solidFill>
              <a:srgbClr val="FDE7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9" name="pg878"/>
            <p:cNvSpPr/>
            <p:nvPr/>
          </p:nvSpPr>
          <p:spPr>
            <a:xfrm>
              <a:off x="1959562" y="4886541"/>
              <a:ext cx="49651" cy="49651"/>
            </a:xfrm>
            <a:custGeom>
              <a:avLst/>
              <a:pathLst>
                <a:path w="49651" h="49651">
                  <a:moveTo>
                    <a:pt x="0" y="24825"/>
                  </a:moveTo>
                  <a:lnTo>
                    <a:pt x="24825" y="0"/>
                  </a:lnTo>
                  <a:lnTo>
                    <a:pt x="49651" y="24825"/>
                  </a:lnTo>
                  <a:lnTo>
                    <a:pt x="24825" y="49651"/>
                  </a:lnTo>
                  <a:close/>
                </a:path>
              </a:pathLst>
            </a:custGeom>
            <a:solidFill>
              <a:srgbClr val="FDE7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0" name="pg879"/>
            <p:cNvSpPr/>
            <p:nvPr/>
          </p:nvSpPr>
          <p:spPr>
            <a:xfrm>
              <a:off x="1964392" y="4916140"/>
              <a:ext cx="49651" cy="49651"/>
            </a:xfrm>
            <a:custGeom>
              <a:avLst/>
              <a:pathLst>
                <a:path w="49651" h="49651">
                  <a:moveTo>
                    <a:pt x="0" y="24825"/>
                  </a:moveTo>
                  <a:lnTo>
                    <a:pt x="24825" y="0"/>
                  </a:lnTo>
                  <a:lnTo>
                    <a:pt x="49651" y="24825"/>
                  </a:lnTo>
                  <a:lnTo>
                    <a:pt x="24825" y="49651"/>
                  </a:lnTo>
                  <a:close/>
                </a:path>
              </a:pathLst>
            </a:custGeom>
            <a:solidFill>
              <a:srgbClr val="FDE7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1" name="pg880"/>
            <p:cNvSpPr/>
            <p:nvPr/>
          </p:nvSpPr>
          <p:spPr>
            <a:xfrm>
              <a:off x="1974051" y="4932493"/>
              <a:ext cx="49651" cy="49651"/>
            </a:xfrm>
            <a:custGeom>
              <a:avLst/>
              <a:pathLst>
                <a:path w="49651" h="49651">
                  <a:moveTo>
                    <a:pt x="0" y="24825"/>
                  </a:moveTo>
                  <a:lnTo>
                    <a:pt x="24825" y="0"/>
                  </a:lnTo>
                  <a:lnTo>
                    <a:pt x="49651" y="24825"/>
                  </a:lnTo>
                  <a:lnTo>
                    <a:pt x="24825" y="49651"/>
                  </a:lnTo>
                  <a:close/>
                </a:path>
              </a:pathLst>
            </a:custGeom>
            <a:solidFill>
              <a:srgbClr val="FDE7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2" name="pg881"/>
            <p:cNvSpPr/>
            <p:nvPr/>
          </p:nvSpPr>
          <p:spPr>
            <a:xfrm>
              <a:off x="1978881" y="4921419"/>
              <a:ext cx="49651" cy="49651"/>
            </a:xfrm>
            <a:custGeom>
              <a:avLst/>
              <a:pathLst>
                <a:path w="49651" h="49651">
                  <a:moveTo>
                    <a:pt x="0" y="24825"/>
                  </a:moveTo>
                  <a:lnTo>
                    <a:pt x="24825" y="0"/>
                  </a:lnTo>
                  <a:lnTo>
                    <a:pt x="49651" y="24825"/>
                  </a:lnTo>
                  <a:lnTo>
                    <a:pt x="24825" y="49651"/>
                  </a:lnTo>
                  <a:close/>
                </a:path>
              </a:pathLst>
            </a:custGeom>
            <a:solidFill>
              <a:srgbClr val="FDE7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3" name="pg882"/>
            <p:cNvSpPr/>
            <p:nvPr/>
          </p:nvSpPr>
          <p:spPr>
            <a:xfrm>
              <a:off x="1988541" y="4926005"/>
              <a:ext cx="49651" cy="49651"/>
            </a:xfrm>
            <a:custGeom>
              <a:avLst/>
              <a:pathLst>
                <a:path w="49651" h="49651">
                  <a:moveTo>
                    <a:pt x="0" y="24825"/>
                  </a:moveTo>
                  <a:lnTo>
                    <a:pt x="24825" y="0"/>
                  </a:lnTo>
                  <a:lnTo>
                    <a:pt x="49651" y="24825"/>
                  </a:lnTo>
                  <a:lnTo>
                    <a:pt x="24825" y="49651"/>
                  </a:lnTo>
                  <a:close/>
                </a:path>
              </a:pathLst>
            </a:custGeom>
            <a:solidFill>
              <a:srgbClr val="FDE7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4" name="pg883"/>
            <p:cNvSpPr/>
            <p:nvPr/>
          </p:nvSpPr>
          <p:spPr>
            <a:xfrm>
              <a:off x="1998200" y="4931032"/>
              <a:ext cx="49651" cy="49651"/>
            </a:xfrm>
            <a:custGeom>
              <a:avLst/>
              <a:pathLst>
                <a:path w="49651" h="49651">
                  <a:moveTo>
                    <a:pt x="0" y="24825"/>
                  </a:moveTo>
                  <a:lnTo>
                    <a:pt x="24825" y="0"/>
                  </a:lnTo>
                  <a:lnTo>
                    <a:pt x="49651" y="24825"/>
                  </a:lnTo>
                  <a:lnTo>
                    <a:pt x="24825" y="49651"/>
                  </a:lnTo>
                  <a:close/>
                </a:path>
              </a:pathLst>
            </a:custGeom>
            <a:solidFill>
              <a:srgbClr val="FDE7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5" name="pg884"/>
            <p:cNvSpPr/>
            <p:nvPr/>
          </p:nvSpPr>
          <p:spPr>
            <a:xfrm>
              <a:off x="2003030" y="4955000"/>
              <a:ext cx="49651" cy="49651"/>
            </a:xfrm>
            <a:custGeom>
              <a:avLst/>
              <a:pathLst>
                <a:path w="49651" h="49651">
                  <a:moveTo>
                    <a:pt x="0" y="24825"/>
                  </a:moveTo>
                  <a:lnTo>
                    <a:pt x="24825" y="0"/>
                  </a:lnTo>
                  <a:lnTo>
                    <a:pt x="49651" y="24825"/>
                  </a:lnTo>
                  <a:lnTo>
                    <a:pt x="24825" y="49651"/>
                  </a:lnTo>
                  <a:close/>
                </a:path>
              </a:pathLst>
            </a:custGeom>
            <a:solidFill>
              <a:srgbClr val="FDE7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6" name="pg885"/>
            <p:cNvSpPr/>
            <p:nvPr/>
          </p:nvSpPr>
          <p:spPr>
            <a:xfrm>
              <a:off x="2012690" y="4984097"/>
              <a:ext cx="49651" cy="49651"/>
            </a:xfrm>
            <a:custGeom>
              <a:avLst/>
              <a:pathLst>
                <a:path w="49651" h="49651">
                  <a:moveTo>
                    <a:pt x="0" y="24825"/>
                  </a:moveTo>
                  <a:lnTo>
                    <a:pt x="24825" y="0"/>
                  </a:lnTo>
                  <a:lnTo>
                    <a:pt x="49651" y="24825"/>
                  </a:lnTo>
                  <a:lnTo>
                    <a:pt x="24825" y="49651"/>
                  </a:lnTo>
                  <a:close/>
                </a:path>
              </a:pathLst>
            </a:custGeom>
            <a:solidFill>
              <a:srgbClr val="FDE7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7" name="pg886"/>
            <p:cNvSpPr/>
            <p:nvPr/>
          </p:nvSpPr>
          <p:spPr>
            <a:xfrm>
              <a:off x="2022349" y="4974116"/>
              <a:ext cx="49651" cy="49651"/>
            </a:xfrm>
            <a:custGeom>
              <a:avLst/>
              <a:pathLst>
                <a:path w="49651" h="49651">
                  <a:moveTo>
                    <a:pt x="0" y="24825"/>
                  </a:moveTo>
                  <a:lnTo>
                    <a:pt x="24825" y="0"/>
                  </a:lnTo>
                  <a:lnTo>
                    <a:pt x="49651" y="24825"/>
                  </a:lnTo>
                  <a:lnTo>
                    <a:pt x="24825" y="49651"/>
                  </a:lnTo>
                  <a:close/>
                </a:path>
              </a:pathLst>
            </a:custGeom>
            <a:solidFill>
              <a:srgbClr val="FDE7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8" name="pg887"/>
            <p:cNvSpPr/>
            <p:nvPr/>
          </p:nvSpPr>
          <p:spPr>
            <a:xfrm>
              <a:off x="2032009" y="4962488"/>
              <a:ext cx="49651" cy="49651"/>
            </a:xfrm>
            <a:custGeom>
              <a:avLst/>
              <a:pathLst>
                <a:path w="49651" h="49651">
                  <a:moveTo>
                    <a:pt x="0" y="24825"/>
                  </a:moveTo>
                  <a:lnTo>
                    <a:pt x="24825" y="0"/>
                  </a:lnTo>
                  <a:lnTo>
                    <a:pt x="49651" y="24825"/>
                  </a:lnTo>
                  <a:lnTo>
                    <a:pt x="24825" y="49651"/>
                  </a:lnTo>
                  <a:close/>
                </a:path>
              </a:pathLst>
            </a:custGeom>
            <a:solidFill>
              <a:srgbClr val="FDE7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9" name="pg888"/>
            <p:cNvSpPr/>
            <p:nvPr/>
          </p:nvSpPr>
          <p:spPr>
            <a:xfrm>
              <a:off x="2046498" y="4960501"/>
              <a:ext cx="49651" cy="49651"/>
            </a:xfrm>
            <a:custGeom>
              <a:avLst/>
              <a:pathLst>
                <a:path w="49651" h="49651">
                  <a:moveTo>
                    <a:pt x="0" y="24825"/>
                  </a:moveTo>
                  <a:lnTo>
                    <a:pt x="24825" y="0"/>
                  </a:lnTo>
                  <a:lnTo>
                    <a:pt x="49651" y="24825"/>
                  </a:lnTo>
                  <a:lnTo>
                    <a:pt x="24825" y="49651"/>
                  </a:lnTo>
                  <a:close/>
                </a:path>
              </a:pathLst>
            </a:custGeom>
            <a:solidFill>
              <a:srgbClr val="FDE7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0" name="pg889"/>
            <p:cNvSpPr/>
            <p:nvPr/>
          </p:nvSpPr>
          <p:spPr>
            <a:xfrm>
              <a:off x="2056158" y="4973386"/>
              <a:ext cx="49651" cy="49651"/>
            </a:xfrm>
            <a:custGeom>
              <a:avLst/>
              <a:pathLst>
                <a:path w="49651" h="49651">
                  <a:moveTo>
                    <a:pt x="0" y="24825"/>
                  </a:moveTo>
                  <a:lnTo>
                    <a:pt x="24825" y="0"/>
                  </a:lnTo>
                  <a:lnTo>
                    <a:pt x="49651" y="24825"/>
                  </a:lnTo>
                  <a:lnTo>
                    <a:pt x="24825" y="49651"/>
                  </a:lnTo>
                  <a:close/>
                </a:path>
              </a:pathLst>
            </a:custGeom>
            <a:solidFill>
              <a:srgbClr val="FDE7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1" name="pg890"/>
            <p:cNvSpPr/>
            <p:nvPr/>
          </p:nvSpPr>
          <p:spPr>
            <a:xfrm>
              <a:off x="2070647" y="4968579"/>
              <a:ext cx="49651" cy="49651"/>
            </a:xfrm>
            <a:custGeom>
              <a:avLst/>
              <a:pathLst>
                <a:path w="49651" h="49651">
                  <a:moveTo>
                    <a:pt x="0" y="24825"/>
                  </a:moveTo>
                  <a:lnTo>
                    <a:pt x="24825" y="0"/>
                  </a:lnTo>
                  <a:lnTo>
                    <a:pt x="49651" y="24825"/>
                  </a:lnTo>
                  <a:lnTo>
                    <a:pt x="24825" y="49651"/>
                  </a:lnTo>
                  <a:close/>
                </a:path>
              </a:pathLst>
            </a:custGeom>
            <a:solidFill>
              <a:srgbClr val="FDE7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2" name="pg891"/>
            <p:cNvSpPr/>
            <p:nvPr/>
          </p:nvSpPr>
          <p:spPr>
            <a:xfrm>
              <a:off x="2089966" y="4956903"/>
              <a:ext cx="49651" cy="49651"/>
            </a:xfrm>
            <a:custGeom>
              <a:avLst/>
              <a:pathLst>
                <a:path w="49651" h="49651">
                  <a:moveTo>
                    <a:pt x="0" y="24825"/>
                  </a:moveTo>
                  <a:lnTo>
                    <a:pt x="24825" y="0"/>
                  </a:lnTo>
                  <a:lnTo>
                    <a:pt x="49651" y="24825"/>
                  </a:lnTo>
                  <a:lnTo>
                    <a:pt x="24825" y="49651"/>
                  </a:lnTo>
                  <a:close/>
                </a:path>
              </a:pathLst>
            </a:custGeom>
            <a:solidFill>
              <a:srgbClr val="FDE7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3" name="pg892"/>
            <p:cNvSpPr/>
            <p:nvPr/>
          </p:nvSpPr>
          <p:spPr>
            <a:xfrm>
              <a:off x="2104455" y="4959791"/>
              <a:ext cx="49651" cy="49651"/>
            </a:xfrm>
            <a:custGeom>
              <a:avLst/>
              <a:pathLst>
                <a:path w="49651" h="49651">
                  <a:moveTo>
                    <a:pt x="0" y="24825"/>
                  </a:moveTo>
                  <a:lnTo>
                    <a:pt x="24825" y="0"/>
                  </a:lnTo>
                  <a:lnTo>
                    <a:pt x="49651" y="24825"/>
                  </a:lnTo>
                  <a:lnTo>
                    <a:pt x="24825" y="49651"/>
                  </a:lnTo>
                  <a:close/>
                </a:path>
              </a:pathLst>
            </a:custGeom>
            <a:solidFill>
              <a:srgbClr val="FDE7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4" name="pg893"/>
            <p:cNvSpPr/>
            <p:nvPr/>
          </p:nvSpPr>
          <p:spPr>
            <a:xfrm>
              <a:off x="2118945" y="4936177"/>
              <a:ext cx="49651" cy="49651"/>
            </a:xfrm>
            <a:custGeom>
              <a:avLst/>
              <a:pathLst>
                <a:path w="49651" h="49651">
                  <a:moveTo>
                    <a:pt x="0" y="24825"/>
                  </a:moveTo>
                  <a:lnTo>
                    <a:pt x="24825" y="0"/>
                  </a:lnTo>
                  <a:lnTo>
                    <a:pt x="49651" y="24825"/>
                  </a:lnTo>
                  <a:lnTo>
                    <a:pt x="24825" y="49651"/>
                  </a:lnTo>
                  <a:close/>
                </a:path>
              </a:pathLst>
            </a:custGeom>
            <a:solidFill>
              <a:srgbClr val="FDE7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5" name="pg894"/>
            <p:cNvSpPr/>
            <p:nvPr/>
          </p:nvSpPr>
          <p:spPr>
            <a:xfrm>
              <a:off x="2133434" y="4939602"/>
              <a:ext cx="49651" cy="49651"/>
            </a:xfrm>
            <a:custGeom>
              <a:avLst/>
              <a:pathLst>
                <a:path w="49651" h="49651">
                  <a:moveTo>
                    <a:pt x="0" y="24825"/>
                  </a:moveTo>
                  <a:lnTo>
                    <a:pt x="24825" y="0"/>
                  </a:lnTo>
                  <a:lnTo>
                    <a:pt x="49651" y="24825"/>
                  </a:lnTo>
                  <a:lnTo>
                    <a:pt x="24825" y="49651"/>
                  </a:lnTo>
                  <a:close/>
                </a:path>
              </a:pathLst>
            </a:custGeom>
            <a:solidFill>
              <a:srgbClr val="FDE7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6" name="pg895"/>
            <p:cNvSpPr/>
            <p:nvPr/>
          </p:nvSpPr>
          <p:spPr>
            <a:xfrm>
              <a:off x="2147924" y="4920312"/>
              <a:ext cx="49651" cy="49651"/>
            </a:xfrm>
            <a:custGeom>
              <a:avLst/>
              <a:pathLst>
                <a:path w="49651" h="49651">
                  <a:moveTo>
                    <a:pt x="0" y="24825"/>
                  </a:moveTo>
                  <a:lnTo>
                    <a:pt x="24825" y="0"/>
                  </a:lnTo>
                  <a:lnTo>
                    <a:pt x="49651" y="24825"/>
                  </a:lnTo>
                  <a:lnTo>
                    <a:pt x="24825" y="49651"/>
                  </a:lnTo>
                  <a:close/>
                </a:path>
              </a:pathLst>
            </a:custGeom>
            <a:solidFill>
              <a:srgbClr val="FDE7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7" name="pg896"/>
            <p:cNvSpPr/>
            <p:nvPr/>
          </p:nvSpPr>
          <p:spPr>
            <a:xfrm>
              <a:off x="1466300" y="3919794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g897"/>
            <p:cNvSpPr/>
            <p:nvPr/>
          </p:nvSpPr>
          <p:spPr>
            <a:xfrm>
              <a:off x="1466300" y="3919794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g898"/>
            <p:cNvSpPr/>
            <p:nvPr/>
          </p:nvSpPr>
          <p:spPr>
            <a:xfrm>
              <a:off x="1495278" y="3932402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g899"/>
            <p:cNvSpPr/>
            <p:nvPr/>
          </p:nvSpPr>
          <p:spPr>
            <a:xfrm>
              <a:off x="1495278" y="3932402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g900"/>
            <p:cNvSpPr/>
            <p:nvPr/>
          </p:nvSpPr>
          <p:spPr>
            <a:xfrm>
              <a:off x="1524257" y="3924004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g901"/>
            <p:cNvSpPr/>
            <p:nvPr/>
          </p:nvSpPr>
          <p:spPr>
            <a:xfrm>
              <a:off x="1524257" y="3924004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g902"/>
            <p:cNvSpPr/>
            <p:nvPr/>
          </p:nvSpPr>
          <p:spPr>
            <a:xfrm>
              <a:off x="1553236" y="3918535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pg903"/>
            <p:cNvSpPr/>
            <p:nvPr/>
          </p:nvSpPr>
          <p:spPr>
            <a:xfrm>
              <a:off x="1553236" y="3918535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g904"/>
            <p:cNvSpPr/>
            <p:nvPr/>
          </p:nvSpPr>
          <p:spPr>
            <a:xfrm>
              <a:off x="1582215" y="3911257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g905"/>
            <p:cNvSpPr/>
            <p:nvPr/>
          </p:nvSpPr>
          <p:spPr>
            <a:xfrm>
              <a:off x="1582215" y="3911257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pg906"/>
            <p:cNvSpPr/>
            <p:nvPr/>
          </p:nvSpPr>
          <p:spPr>
            <a:xfrm>
              <a:off x="1616023" y="3889959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pg907"/>
            <p:cNvSpPr/>
            <p:nvPr/>
          </p:nvSpPr>
          <p:spPr>
            <a:xfrm>
              <a:off x="1616023" y="3889959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pg908"/>
            <p:cNvSpPr/>
            <p:nvPr/>
          </p:nvSpPr>
          <p:spPr>
            <a:xfrm>
              <a:off x="1649832" y="3945879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g909"/>
            <p:cNvSpPr/>
            <p:nvPr/>
          </p:nvSpPr>
          <p:spPr>
            <a:xfrm>
              <a:off x="1649832" y="3945879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" name="pg910"/>
            <p:cNvSpPr/>
            <p:nvPr/>
          </p:nvSpPr>
          <p:spPr>
            <a:xfrm>
              <a:off x="1678810" y="4007905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" name="pg911"/>
            <p:cNvSpPr/>
            <p:nvPr/>
          </p:nvSpPr>
          <p:spPr>
            <a:xfrm>
              <a:off x="1678810" y="4007905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" name="pg912"/>
            <p:cNvSpPr/>
            <p:nvPr/>
          </p:nvSpPr>
          <p:spPr>
            <a:xfrm>
              <a:off x="1712619" y="4012091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pg913"/>
            <p:cNvSpPr/>
            <p:nvPr/>
          </p:nvSpPr>
          <p:spPr>
            <a:xfrm>
              <a:off x="1712619" y="4012091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" name="pg914"/>
            <p:cNvSpPr/>
            <p:nvPr/>
          </p:nvSpPr>
          <p:spPr>
            <a:xfrm>
              <a:off x="1746427" y="4055657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" name="pg915"/>
            <p:cNvSpPr/>
            <p:nvPr/>
          </p:nvSpPr>
          <p:spPr>
            <a:xfrm>
              <a:off x="1746427" y="4055657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g916"/>
            <p:cNvSpPr/>
            <p:nvPr/>
          </p:nvSpPr>
          <p:spPr>
            <a:xfrm>
              <a:off x="1780236" y="4071463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g917"/>
            <p:cNvSpPr/>
            <p:nvPr/>
          </p:nvSpPr>
          <p:spPr>
            <a:xfrm>
              <a:off x="1780236" y="4071463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pg918"/>
            <p:cNvSpPr/>
            <p:nvPr/>
          </p:nvSpPr>
          <p:spPr>
            <a:xfrm>
              <a:off x="1814044" y="4090534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" name="pg919"/>
            <p:cNvSpPr/>
            <p:nvPr/>
          </p:nvSpPr>
          <p:spPr>
            <a:xfrm>
              <a:off x="1814044" y="4090534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pg920"/>
            <p:cNvSpPr/>
            <p:nvPr/>
          </p:nvSpPr>
          <p:spPr>
            <a:xfrm>
              <a:off x="1843023" y="4172097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" name="pg921"/>
            <p:cNvSpPr/>
            <p:nvPr/>
          </p:nvSpPr>
          <p:spPr>
            <a:xfrm>
              <a:off x="1843023" y="4172097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g922"/>
            <p:cNvSpPr/>
            <p:nvPr/>
          </p:nvSpPr>
          <p:spPr>
            <a:xfrm>
              <a:off x="1876832" y="4208557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g923"/>
            <p:cNvSpPr/>
            <p:nvPr/>
          </p:nvSpPr>
          <p:spPr>
            <a:xfrm>
              <a:off x="1876832" y="4208557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g924"/>
            <p:cNvSpPr/>
            <p:nvPr/>
          </p:nvSpPr>
          <p:spPr>
            <a:xfrm>
              <a:off x="1910640" y="4166881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g925"/>
            <p:cNvSpPr/>
            <p:nvPr/>
          </p:nvSpPr>
          <p:spPr>
            <a:xfrm>
              <a:off x="1910640" y="4166881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g926"/>
            <p:cNvSpPr/>
            <p:nvPr/>
          </p:nvSpPr>
          <p:spPr>
            <a:xfrm>
              <a:off x="1949279" y="4144485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g927"/>
            <p:cNvSpPr/>
            <p:nvPr/>
          </p:nvSpPr>
          <p:spPr>
            <a:xfrm>
              <a:off x="1949279" y="4144485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g928"/>
            <p:cNvSpPr/>
            <p:nvPr/>
          </p:nvSpPr>
          <p:spPr>
            <a:xfrm>
              <a:off x="1987917" y="4146772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g929"/>
            <p:cNvSpPr/>
            <p:nvPr/>
          </p:nvSpPr>
          <p:spPr>
            <a:xfrm>
              <a:off x="1987917" y="4146772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pg930"/>
            <p:cNvSpPr/>
            <p:nvPr/>
          </p:nvSpPr>
          <p:spPr>
            <a:xfrm>
              <a:off x="2031385" y="4174899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pg931"/>
            <p:cNvSpPr/>
            <p:nvPr/>
          </p:nvSpPr>
          <p:spPr>
            <a:xfrm>
              <a:off x="2031385" y="4174899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" name="pg932"/>
            <p:cNvSpPr/>
            <p:nvPr/>
          </p:nvSpPr>
          <p:spPr>
            <a:xfrm>
              <a:off x="2070023" y="4194195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" name="pg933"/>
            <p:cNvSpPr/>
            <p:nvPr/>
          </p:nvSpPr>
          <p:spPr>
            <a:xfrm>
              <a:off x="2070023" y="4194195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" name="pg934"/>
            <p:cNvSpPr/>
            <p:nvPr/>
          </p:nvSpPr>
          <p:spPr>
            <a:xfrm>
              <a:off x="2113491" y="4218768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pg935"/>
            <p:cNvSpPr/>
            <p:nvPr/>
          </p:nvSpPr>
          <p:spPr>
            <a:xfrm>
              <a:off x="2113491" y="4218768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pg936"/>
            <p:cNvSpPr/>
            <p:nvPr/>
          </p:nvSpPr>
          <p:spPr>
            <a:xfrm>
              <a:off x="2156960" y="4260790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" name="pg937"/>
            <p:cNvSpPr/>
            <p:nvPr/>
          </p:nvSpPr>
          <p:spPr>
            <a:xfrm>
              <a:off x="2156960" y="4260790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pg938"/>
            <p:cNvSpPr/>
            <p:nvPr/>
          </p:nvSpPr>
          <p:spPr>
            <a:xfrm>
              <a:off x="2200428" y="4279810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pg939"/>
            <p:cNvSpPr/>
            <p:nvPr/>
          </p:nvSpPr>
          <p:spPr>
            <a:xfrm>
              <a:off x="2200428" y="4279810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pg940"/>
            <p:cNvSpPr/>
            <p:nvPr/>
          </p:nvSpPr>
          <p:spPr>
            <a:xfrm>
              <a:off x="2248726" y="4283560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pg941"/>
            <p:cNvSpPr/>
            <p:nvPr/>
          </p:nvSpPr>
          <p:spPr>
            <a:xfrm>
              <a:off x="2248726" y="4283560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pg942"/>
            <p:cNvSpPr/>
            <p:nvPr/>
          </p:nvSpPr>
          <p:spPr>
            <a:xfrm>
              <a:off x="2297023" y="4327846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pg943"/>
            <p:cNvSpPr/>
            <p:nvPr/>
          </p:nvSpPr>
          <p:spPr>
            <a:xfrm>
              <a:off x="2297023" y="4327846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" name="pg944"/>
            <p:cNvSpPr/>
            <p:nvPr/>
          </p:nvSpPr>
          <p:spPr>
            <a:xfrm>
              <a:off x="2345321" y="4388548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" name="pg945"/>
            <p:cNvSpPr/>
            <p:nvPr/>
          </p:nvSpPr>
          <p:spPr>
            <a:xfrm>
              <a:off x="2345321" y="4388548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" name="pg946"/>
            <p:cNvSpPr/>
            <p:nvPr/>
          </p:nvSpPr>
          <p:spPr>
            <a:xfrm>
              <a:off x="2393619" y="4430866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" name="pg947"/>
            <p:cNvSpPr/>
            <p:nvPr/>
          </p:nvSpPr>
          <p:spPr>
            <a:xfrm>
              <a:off x="2393619" y="4430866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" name="pg948"/>
            <p:cNvSpPr/>
            <p:nvPr/>
          </p:nvSpPr>
          <p:spPr>
            <a:xfrm>
              <a:off x="2441917" y="4442858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" name="pg949"/>
            <p:cNvSpPr/>
            <p:nvPr/>
          </p:nvSpPr>
          <p:spPr>
            <a:xfrm>
              <a:off x="2441917" y="4442858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" name="pg950"/>
            <p:cNvSpPr/>
            <p:nvPr/>
          </p:nvSpPr>
          <p:spPr>
            <a:xfrm>
              <a:off x="2490215" y="4430863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" name="pg951"/>
            <p:cNvSpPr/>
            <p:nvPr/>
          </p:nvSpPr>
          <p:spPr>
            <a:xfrm>
              <a:off x="2490215" y="4430863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" name="pg952"/>
            <p:cNvSpPr/>
            <p:nvPr/>
          </p:nvSpPr>
          <p:spPr>
            <a:xfrm>
              <a:off x="2538513" y="4471784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" name="pg953"/>
            <p:cNvSpPr/>
            <p:nvPr/>
          </p:nvSpPr>
          <p:spPr>
            <a:xfrm>
              <a:off x="2538513" y="4471784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" name="pg954"/>
            <p:cNvSpPr/>
            <p:nvPr/>
          </p:nvSpPr>
          <p:spPr>
            <a:xfrm>
              <a:off x="2577151" y="4485484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" name="pg955"/>
            <p:cNvSpPr/>
            <p:nvPr/>
          </p:nvSpPr>
          <p:spPr>
            <a:xfrm>
              <a:off x="2577151" y="4485484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" name="pg956"/>
            <p:cNvSpPr/>
            <p:nvPr/>
          </p:nvSpPr>
          <p:spPr>
            <a:xfrm>
              <a:off x="2153804" y="4445881"/>
              <a:ext cx="66869" cy="57910"/>
            </a:xfrm>
            <a:custGeom>
              <a:avLst/>
              <a:pathLst>
                <a:path w="66869" h="57910">
                  <a:moveTo>
                    <a:pt x="33434" y="57910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355E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" name="pg957"/>
            <p:cNvSpPr/>
            <p:nvPr/>
          </p:nvSpPr>
          <p:spPr>
            <a:xfrm>
              <a:off x="2192442" y="4464126"/>
              <a:ext cx="66869" cy="57910"/>
            </a:xfrm>
            <a:custGeom>
              <a:avLst/>
              <a:pathLst>
                <a:path w="66869" h="57910">
                  <a:moveTo>
                    <a:pt x="33434" y="57910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355E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9" name="pg958"/>
            <p:cNvSpPr/>
            <p:nvPr/>
          </p:nvSpPr>
          <p:spPr>
            <a:xfrm>
              <a:off x="2231081" y="4484078"/>
              <a:ext cx="66869" cy="57910"/>
            </a:xfrm>
            <a:custGeom>
              <a:avLst/>
              <a:pathLst>
                <a:path w="66869" h="57910">
                  <a:moveTo>
                    <a:pt x="33434" y="57910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355E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0" name="pg959"/>
            <p:cNvSpPr/>
            <p:nvPr/>
          </p:nvSpPr>
          <p:spPr>
            <a:xfrm>
              <a:off x="2269719" y="4503589"/>
              <a:ext cx="66869" cy="57910"/>
            </a:xfrm>
            <a:custGeom>
              <a:avLst/>
              <a:pathLst>
                <a:path w="66869" h="57910">
                  <a:moveTo>
                    <a:pt x="33434" y="57910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355E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1" name="pg960"/>
            <p:cNvSpPr/>
            <p:nvPr/>
          </p:nvSpPr>
          <p:spPr>
            <a:xfrm>
              <a:off x="2313187" y="4531188"/>
              <a:ext cx="66869" cy="57910"/>
            </a:xfrm>
            <a:custGeom>
              <a:avLst/>
              <a:pathLst>
                <a:path w="66869" h="57910">
                  <a:moveTo>
                    <a:pt x="33434" y="57910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355E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2" name="pg961"/>
            <p:cNvSpPr/>
            <p:nvPr/>
          </p:nvSpPr>
          <p:spPr>
            <a:xfrm>
              <a:off x="2351825" y="4558022"/>
              <a:ext cx="66869" cy="57910"/>
            </a:xfrm>
            <a:custGeom>
              <a:avLst/>
              <a:pathLst>
                <a:path w="66869" h="57910">
                  <a:moveTo>
                    <a:pt x="33434" y="57910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355E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3" name="pg962"/>
            <p:cNvSpPr/>
            <p:nvPr/>
          </p:nvSpPr>
          <p:spPr>
            <a:xfrm>
              <a:off x="2390464" y="4593737"/>
              <a:ext cx="66869" cy="57910"/>
            </a:xfrm>
            <a:custGeom>
              <a:avLst/>
              <a:pathLst>
                <a:path w="66869" h="57910">
                  <a:moveTo>
                    <a:pt x="33434" y="57910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355E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4" name="pg963"/>
            <p:cNvSpPr/>
            <p:nvPr/>
          </p:nvSpPr>
          <p:spPr>
            <a:xfrm>
              <a:off x="2429102" y="4629655"/>
              <a:ext cx="66869" cy="57910"/>
            </a:xfrm>
            <a:custGeom>
              <a:avLst/>
              <a:pathLst>
                <a:path w="66869" h="57910">
                  <a:moveTo>
                    <a:pt x="33434" y="57910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355E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5" name="pg964"/>
            <p:cNvSpPr/>
            <p:nvPr/>
          </p:nvSpPr>
          <p:spPr>
            <a:xfrm>
              <a:off x="2453251" y="4659176"/>
              <a:ext cx="66869" cy="57910"/>
            </a:xfrm>
            <a:custGeom>
              <a:avLst/>
              <a:pathLst>
                <a:path w="66869" h="57910">
                  <a:moveTo>
                    <a:pt x="33434" y="57910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355E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6" name="pg965"/>
            <p:cNvSpPr/>
            <p:nvPr/>
          </p:nvSpPr>
          <p:spPr>
            <a:xfrm>
              <a:off x="2482230" y="4681318"/>
              <a:ext cx="66869" cy="57910"/>
            </a:xfrm>
            <a:custGeom>
              <a:avLst/>
              <a:pathLst>
                <a:path w="66869" h="57910">
                  <a:moveTo>
                    <a:pt x="33434" y="57910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355E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7" name="pg966"/>
            <p:cNvSpPr/>
            <p:nvPr/>
          </p:nvSpPr>
          <p:spPr>
            <a:xfrm>
              <a:off x="2506379" y="4704707"/>
              <a:ext cx="66869" cy="57910"/>
            </a:xfrm>
            <a:custGeom>
              <a:avLst/>
              <a:pathLst>
                <a:path w="66869" h="57910">
                  <a:moveTo>
                    <a:pt x="33434" y="57910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355E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8" name="pg967"/>
            <p:cNvSpPr/>
            <p:nvPr/>
          </p:nvSpPr>
          <p:spPr>
            <a:xfrm>
              <a:off x="2530528" y="4714281"/>
              <a:ext cx="66869" cy="57910"/>
            </a:xfrm>
            <a:custGeom>
              <a:avLst/>
              <a:pathLst>
                <a:path w="66869" h="57910">
                  <a:moveTo>
                    <a:pt x="33434" y="57910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355E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9" name="pg968"/>
            <p:cNvSpPr/>
            <p:nvPr/>
          </p:nvSpPr>
          <p:spPr>
            <a:xfrm>
              <a:off x="2554676" y="4728176"/>
              <a:ext cx="66869" cy="57910"/>
            </a:xfrm>
            <a:custGeom>
              <a:avLst/>
              <a:pathLst>
                <a:path w="66869" h="57910">
                  <a:moveTo>
                    <a:pt x="33434" y="57910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355E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0" name="pg969"/>
            <p:cNvSpPr/>
            <p:nvPr/>
          </p:nvSpPr>
          <p:spPr>
            <a:xfrm>
              <a:off x="2578825" y="4740218"/>
              <a:ext cx="66869" cy="57910"/>
            </a:xfrm>
            <a:custGeom>
              <a:avLst/>
              <a:pathLst>
                <a:path w="66869" h="57910">
                  <a:moveTo>
                    <a:pt x="33434" y="57910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355E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1" name="pg970"/>
            <p:cNvSpPr/>
            <p:nvPr/>
          </p:nvSpPr>
          <p:spPr>
            <a:xfrm>
              <a:off x="2602974" y="4755546"/>
              <a:ext cx="66869" cy="57910"/>
            </a:xfrm>
            <a:custGeom>
              <a:avLst/>
              <a:pathLst>
                <a:path w="66869" h="57910">
                  <a:moveTo>
                    <a:pt x="33434" y="57910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355E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2" name="pg971"/>
            <p:cNvSpPr/>
            <p:nvPr/>
          </p:nvSpPr>
          <p:spPr>
            <a:xfrm>
              <a:off x="2631953" y="4766244"/>
              <a:ext cx="66869" cy="57910"/>
            </a:xfrm>
            <a:custGeom>
              <a:avLst/>
              <a:pathLst>
                <a:path w="66869" h="57910">
                  <a:moveTo>
                    <a:pt x="33434" y="57910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355E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3" name="pg972"/>
            <p:cNvSpPr/>
            <p:nvPr/>
          </p:nvSpPr>
          <p:spPr>
            <a:xfrm>
              <a:off x="2656102" y="4782237"/>
              <a:ext cx="66869" cy="57910"/>
            </a:xfrm>
            <a:custGeom>
              <a:avLst/>
              <a:pathLst>
                <a:path w="66869" h="57910">
                  <a:moveTo>
                    <a:pt x="33434" y="57910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355E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4" name="pg973"/>
            <p:cNvSpPr/>
            <p:nvPr/>
          </p:nvSpPr>
          <p:spPr>
            <a:xfrm>
              <a:off x="2689911" y="4798843"/>
              <a:ext cx="66869" cy="57910"/>
            </a:xfrm>
            <a:custGeom>
              <a:avLst/>
              <a:pathLst>
                <a:path w="66869" h="57910">
                  <a:moveTo>
                    <a:pt x="33434" y="57910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355E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5" name="pg974"/>
            <p:cNvSpPr/>
            <p:nvPr/>
          </p:nvSpPr>
          <p:spPr>
            <a:xfrm>
              <a:off x="2718889" y="4812055"/>
              <a:ext cx="66869" cy="57910"/>
            </a:xfrm>
            <a:custGeom>
              <a:avLst/>
              <a:pathLst>
                <a:path w="66869" h="57910">
                  <a:moveTo>
                    <a:pt x="33434" y="57910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355E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6" name="pg975"/>
            <p:cNvSpPr/>
            <p:nvPr/>
          </p:nvSpPr>
          <p:spPr>
            <a:xfrm>
              <a:off x="2747868" y="4828923"/>
              <a:ext cx="66869" cy="57910"/>
            </a:xfrm>
            <a:custGeom>
              <a:avLst/>
              <a:pathLst>
                <a:path w="66869" h="57910">
                  <a:moveTo>
                    <a:pt x="33434" y="57910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355E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7" name="pg976"/>
            <p:cNvSpPr/>
            <p:nvPr/>
          </p:nvSpPr>
          <p:spPr>
            <a:xfrm>
              <a:off x="2781677" y="4846501"/>
              <a:ext cx="66869" cy="57910"/>
            </a:xfrm>
            <a:custGeom>
              <a:avLst/>
              <a:pathLst>
                <a:path w="66869" h="57910">
                  <a:moveTo>
                    <a:pt x="33434" y="57910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355E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8" name="pg977"/>
            <p:cNvSpPr/>
            <p:nvPr/>
          </p:nvSpPr>
          <p:spPr>
            <a:xfrm>
              <a:off x="2815485" y="4867308"/>
              <a:ext cx="66869" cy="57910"/>
            </a:xfrm>
            <a:custGeom>
              <a:avLst/>
              <a:pathLst>
                <a:path w="66869" h="57910">
                  <a:moveTo>
                    <a:pt x="33434" y="57910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355E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9" name="pg978"/>
            <p:cNvSpPr/>
            <p:nvPr/>
          </p:nvSpPr>
          <p:spPr>
            <a:xfrm>
              <a:off x="2849294" y="4895555"/>
              <a:ext cx="66869" cy="57910"/>
            </a:xfrm>
            <a:custGeom>
              <a:avLst/>
              <a:pathLst>
                <a:path w="66869" h="57910">
                  <a:moveTo>
                    <a:pt x="33434" y="57910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355E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0" name="pg979"/>
            <p:cNvSpPr/>
            <p:nvPr/>
          </p:nvSpPr>
          <p:spPr>
            <a:xfrm>
              <a:off x="2883102" y="4919826"/>
              <a:ext cx="66869" cy="57910"/>
            </a:xfrm>
            <a:custGeom>
              <a:avLst/>
              <a:pathLst>
                <a:path w="66869" h="57910">
                  <a:moveTo>
                    <a:pt x="33434" y="57910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355E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1" name="pg980"/>
            <p:cNvSpPr/>
            <p:nvPr/>
          </p:nvSpPr>
          <p:spPr>
            <a:xfrm>
              <a:off x="2912081" y="4940937"/>
              <a:ext cx="66869" cy="57910"/>
            </a:xfrm>
            <a:custGeom>
              <a:avLst/>
              <a:pathLst>
                <a:path w="66869" h="57910">
                  <a:moveTo>
                    <a:pt x="33434" y="57910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355E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2" name="pg981"/>
            <p:cNvSpPr/>
            <p:nvPr/>
          </p:nvSpPr>
          <p:spPr>
            <a:xfrm>
              <a:off x="2945889" y="4959992"/>
              <a:ext cx="66869" cy="57910"/>
            </a:xfrm>
            <a:custGeom>
              <a:avLst/>
              <a:pathLst>
                <a:path w="66869" h="57910">
                  <a:moveTo>
                    <a:pt x="33434" y="57910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355E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3" name="pg982"/>
            <p:cNvSpPr/>
            <p:nvPr/>
          </p:nvSpPr>
          <p:spPr>
            <a:xfrm>
              <a:off x="2979698" y="4982368"/>
              <a:ext cx="66869" cy="57910"/>
            </a:xfrm>
            <a:custGeom>
              <a:avLst/>
              <a:pathLst>
                <a:path w="66869" h="57910">
                  <a:moveTo>
                    <a:pt x="33434" y="57910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355E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4" name="pg983"/>
            <p:cNvSpPr/>
            <p:nvPr/>
          </p:nvSpPr>
          <p:spPr>
            <a:xfrm>
              <a:off x="3008677" y="5004028"/>
              <a:ext cx="66869" cy="57910"/>
            </a:xfrm>
            <a:custGeom>
              <a:avLst/>
              <a:pathLst>
                <a:path w="66869" h="57910">
                  <a:moveTo>
                    <a:pt x="33434" y="57910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355E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5" name="pg984"/>
            <p:cNvSpPr/>
            <p:nvPr/>
          </p:nvSpPr>
          <p:spPr>
            <a:xfrm>
              <a:off x="3042485" y="5018511"/>
              <a:ext cx="66869" cy="57910"/>
            </a:xfrm>
            <a:custGeom>
              <a:avLst/>
              <a:pathLst>
                <a:path w="66869" h="57910">
                  <a:moveTo>
                    <a:pt x="33434" y="57910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355E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6" name="pg985"/>
            <p:cNvSpPr/>
            <p:nvPr/>
          </p:nvSpPr>
          <p:spPr>
            <a:xfrm>
              <a:off x="3066634" y="5033973"/>
              <a:ext cx="66869" cy="57910"/>
            </a:xfrm>
            <a:custGeom>
              <a:avLst/>
              <a:pathLst>
                <a:path w="66869" h="57910">
                  <a:moveTo>
                    <a:pt x="33434" y="57910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355E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7" name="pg986"/>
            <p:cNvSpPr/>
            <p:nvPr/>
          </p:nvSpPr>
          <p:spPr>
            <a:xfrm>
              <a:off x="2785456" y="5744526"/>
              <a:ext cx="49651" cy="49651"/>
            </a:xfrm>
            <a:custGeom>
              <a:avLst/>
              <a:pathLst>
                <a:path w="49651" h="49651">
                  <a:moveTo>
                    <a:pt x="24825" y="0"/>
                  </a:moveTo>
                  <a:lnTo>
                    <a:pt x="49651" y="49651"/>
                  </a:lnTo>
                  <a:lnTo>
                    <a:pt x="0" y="49651"/>
                  </a:lnTo>
                  <a:close/>
                </a:path>
              </a:pathLst>
            </a:cu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8" name="rc987"/>
            <p:cNvSpPr/>
            <p:nvPr/>
          </p:nvSpPr>
          <p:spPr>
            <a:xfrm>
              <a:off x="2785456" y="5744526"/>
              <a:ext cx="49651" cy="49651"/>
            </a:xfrm>
            <a:prstGeom prst="rect">
              <a:avLst/>
            </a:pr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9" name="pg988"/>
            <p:cNvSpPr/>
            <p:nvPr/>
          </p:nvSpPr>
          <p:spPr>
            <a:xfrm>
              <a:off x="2809605" y="5743805"/>
              <a:ext cx="49651" cy="49651"/>
            </a:xfrm>
            <a:custGeom>
              <a:avLst/>
              <a:pathLst>
                <a:path w="49651" h="49651">
                  <a:moveTo>
                    <a:pt x="24825" y="0"/>
                  </a:moveTo>
                  <a:lnTo>
                    <a:pt x="49651" y="49651"/>
                  </a:lnTo>
                  <a:lnTo>
                    <a:pt x="0" y="49651"/>
                  </a:lnTo>
                  <a:close/>
                </a:path>
              </a:pathLst>
            </a:cu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0" name="rc989"/>
            <p:cNvSpPr/>
            <p:nvPr/>
          </p:nvSpPr>
          <p:spPr>
            <a:xfrm>
              <a:off x="2809605" y="5743805"/>
              <a:ext cx="49651" cy="49651"/>
            </a:xfrm>
            <a:prstGeom prst="rect">
              <a:avLst/>
            </a:pr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1" name="pg990"/>
            <p:cNvSpPr/>
            <p:nvPr/>
          </p:nvSpPr>
          <p:spPr>
            <a:xfrm>
              <a:off x="2848243" y="5744071"/>
              <a:ext cx="49651" cy="49651"/>
            </a:xfrm>
            <a:custGeom>
              <a:avLst/>
              <a:pathLst>
                <a:path w="49651" h="49651">
                  <a:moveTo>
                    <a:pt x="24825" y="0"/>
                  </a:moveTo>
                  <a:lnTo>
                    <a:pt x="49651" y="49651"/>
                  </a:lnTo>
                  <a:lnTo>
                    <a:pt x="0" y="49651"/>
                  </a:lnTo>
                  <a:close/>
                </a:path>
              </a:pathLst>
            </a:cu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2" name="rc991"/>
            <p:cNvSpPr/>
            <p:nvPr/>
          </p:nvSpPr>
          <p:spPr>
            <a:xfrm>
              <a:off x="2848243" y="5744071"/>
              <a:ext cx="49651" cy="49651"/>
            </a:xfrm>
            <a:prstGeom prst="rect">
              <a:avLst/>
            </a:pr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3" name="pg992"/>
            <p:cNvSpPr/>
            <p:nvPr/>
          </p:nvSpPr>
          <p:spPr>
            <a:xfrm>
              <a:off x="2872392" y="5744579"/>
              <a:ext cx="49651" cy="49651"/>
            </a:xfrm>
            <a:custGeom>
              <a:avLst/>
              <a:pathLst>
                <a:path w="49651" h="49651">
                  <a:moveTo>
                    <a:pt x="24825" y="0"/>
                  </a:moveTo>
                  <a:lnTo>
                    <a:pt x="49651" y="49651"/>
                  </a:lnTo>
                  <a:lnTo>
                    <a:pt x="0" y="49651"/>
                  </a:lnTo>
                  <a:close/>
                </a:path>
              </a:pathLst>
            </a:cu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4" name="rc993"/>
            <p:cNvSpPr/>
            <p:nvPr/>
          </p:nvSpPr>
          <p:spPr>
            <a:xfrm>
              <a:off x="2872392" y="5744579"/>
              <a:ext cx="49651" cy="49651"/>
            </a:xfrm>
            <a:prstGeom prst="rect">
              <a:avLst/>
            </a:pr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5" name="pg994"/>
            <p:cNvSpPr/>
            <p:nvPr/>
          </p:nvSpPr>
          <p:spPr>
            <a:xfrm>
              <a:off x="2901371" y="5744189"/>
              <a:ext cx="49651" cy="49651"/>
            </a:xfrm>
            <a:custGeom>
              <a:avLst/>
              <a:pathLst>
                <a:path w="49651" h="49651">
                  <a:moveTo>
                    <a:pt x="24825" y="0"/>
                  </a:moveTo>
                  <a:lnTo>
                    <a:pt x="49651" y="49651"/>
                  </a:lnTo>
                  <a:lnTo>
                    <a:pt x="0" y="49651"/>
                  </a:lnTo>
                  <a:close/>
                </a:path>
              </a:pathLst>
            </a:cu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6" name="rc995"/>
            <p:cNvSpPr/>
            <p:nvPr/>
          </p:nvSpPr>
          <p:spPr>
            <a:xfrm>
              <a:off x="2901371" y="5744189"/>
              <a:ext cx="49651" cy="49651"/>
            </a:xfrm>
            <a:prstGeom prst="rect">
              <a:avLst/>
            </a:pr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7" name="pg996"/>
            <p:cNvSpPr/>
            <p:nvPr/>
          </p:nvSpPr>
          <p:spPr>
            <a:xfrm>
              <a:off x="2930349" y="5744480"/>
              <a:ext cx="49651" cy="49651"/>
            </a:xfrm>
            <a:custGeom>
              <a:avLst/>
              <a:pathLst>
                <a:path w="49651" h="49651">
                  <a:moveTo>
                    <a:pt x="24825" y="0"/>
                  </a:moveTo>
                  <a:lnTo>
                    <a:pt x="49651" y="49651"/>
                  </a:lnTo>
                  <a:lnTo>
                    <a:pt x="0" y="49651"/>
                  </a:lnTo>
                  <a:close/>
                </a:path>
              </a:pathLst>
            </a:cu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8" name="rc997"/>
            <p:cNvSpPr/>
            <p:nvPr/>
          </p:nvSpPr>
          <p:spPr>
            <a:xfrm>
              <a:off x="2930349" y="5744480"/>
              <a:ext cx="49651" cy="49651"/>
            </a:xfrm>
            <a:prstGeom prst="rect">
              <a:avLst/>
            </a:pr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9" name="pg998"/>
            <p:cNvSpPr/>
            <p:nvPr/>
          </p:nvSpPr>
          <p:spPr>
            <a:xfrm>
              <a:off x="2959328" y="5743316"/>
              <a:ext cx="49651" cy="49651"/>
            </a:xfrm>
            <a:custGeom>
              <a:avLst/>
              <a:pathLst>
                <a:path w="49651" h="49651">
                  <a:moveTo>
                    <a:pt x="24825" y="0"/>
                  </a:moveTo>
                  <a:lnTo>
                    <a:pt x="49651" y="49651"/>
                  </a:lnTo>
                  <a:lnTo>
                    <a:pt x="0" y="49651"/>
                  </a:lnTo>
                  <a:close/>
                </a:path>
              </a:pathLst>
            </a:cu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0" name="rc999"/>
            <p:cNvSpPr/>
            <p:nvPr/>
          </p:nvSpPr>
          <p:spPr>
            <a:xfrm>
              <a:off x="2959328" y="5743316"/>
              <a:ext cx="49651" cy="49651"/>
            </a:xfrm>
            <a:prstGeom prst="rect">
              <a:avLst/>
            </a:pr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1" name="pg1000"/>
            <p:cNvSpPr/>
            <p:nvPr/>
          </p:nvSpPr>
          <p:spPr>
            <a:xfrm>
              <a:off x="2983477" y="5741884"/>
              <a:ext cx="49651" cy="49651"/>
            </a:xfrm>
            <a:custGeom>
              <a:avLst/>
              <a:pathLst>
                <a:path w="49651" h="49651">
                  <a:moveTo>
                    <a:pt x="24825" y="0"/>
                  </a:moveTo>
                  <a:lnTo>
                    <a:pt x="49651" y="49651"/>
                  </a:lnTo>
                  <a:lnTo>
                    <a:pt x="0" y="49651"/>
                  </a:lnTo>
                  <a:close/>
                </a:path>
              </a:pathLst>
            </a:cu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2" name="rc1001"/>
            <p:cNvSpPr/>
            <p:nvPr/>
          </p:nvSpPr>
          <p:spPr>
            <a:xfrm>
              <a:off x="2983477" y="5741884"/>
              <a:ext cx="49651" cy="49651"/>
            </a:xfrm>
            <a:prstGeom prst="rect">
              <a:avLst/>
            </a:pr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3" name="pg1002"/>
            <p:cNvSpPr/>
            <p:nvPr/>
          </p:nvSpPr>
          <p:spPr>
            <a:xfrm>
              <a:off x="3007626" y="5739404"/>
              <a:ext cx="49651" cy="49651"/>
            </a:xfrm>
            <a:custGeom>
              <a:avLst/>
              <a:pathLst>
                <a:path w="49651" h="49651">
                  <a:moveTo>
                    <a:pt x="24825" y="0"/>
                  </a:moveTo>
                  <a:lnTo>
                    <a:pt x="49651" y="49651"/>
                  </a:lnTo>
                  <a:lnTo>
                    <a:pt x="0" y="49651"/>
                  </a:lnTo>
                  <a:close/>
                </a:path>
              </a:pathLst>
            </a:cu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4" name="rc1003"/>
            <p:cNvSpPr/>
            <p:nvPr/>
          </p:nvSpPr>
          <p:spPr>
            <a:xfrm>
              <a:off x="3007626" y="5739404"/>
              <a:ext cx="49651" cy="49651"/>
            </a:xfrm>
            <a:prstGeom prst="rect">
              <a:avLst/>
            </a:pr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5" name="pg1004"/>
            <p:cNvSpPr/>
            <p:nvPr/>
          </p:nvSpPr>
          <p:spPr>
            <a:xfrm>
              <a:off x="3026945" y="5739807"/>
              <a:ext cx="49651" cy="49651"/>
            </a:xfrm>
            <a:custGeom>
              <a:avLst/>
              <a:pathLst>
                <a:path w="49651" h="49651">
                  <a:moveTo>
                    <a:pt x="24825" y="0"/>
                  </a:moveTo>
                  <a:lnTo>
                    <a:pt x="49651" y="49651"/>
                  </a:lnTo>
                  <a:lnTo>
                    <a:pt x="0" y="49651"/>
                  </a:lnTo>
                  <a:close/>
                </a:path>
              </a:pathLst>
            </a:cu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6" name="rc1005"/>
            <p:cNvSpPr/>
            <p:nvPr/>
          </p:nvSpPr>
          <p:spPr>
            <a:xfrm>
              <a:off x="3026945" y="5739807"/>
              <a:ext cx="49651" cy="49651"/>
            </a:xfrm>
            <a:prstGeom prst="rect">
              <a:avLst/>
            </a:pr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7" name="pg1006"/>
            <p:cNvSpPr/>
            <p:nvPr/>
          </p:nvSpPr>
          <p:spPr>
            <a:xfrm>
              <a:off x="3055924" y="5742088"/>
              <a:ext cx="49651" cy="49651"/>
            </a:xfrm>
            <a:custGeom>
              <a:avLst/>
              <a:pathLst>
                <a:path w="49651" h="49651">
                  <a:moveTo>
                    <a:pt x="24825" y="0"/>
                  </a:moveTo>
                  <a:lnTo>
                    <a:pt x="49651" y="49651"/>
                  </a:lnTo>
                  <a:lnTo>
                    <a:pt x="0" y="49651"/>
                  </a:lnTo>
                  <a:close/>
                </a:path>
              </a:pathLst>
            </a:cu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8" name="rc1007"/>
            <p:cNvSpPr/>
            <p:nvPr/>
          </p:nvSpPr>
          <p:spPr>
            <a:xfrm>
              <a:off x="3055924" y="5742088"/>
              <a:ext cx="49651" cy="49651"/>
            </a:xfrm>
            <a:prstGeom prst="rect">
              <a:avLst/>
            </a:pr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9" name="pg1008"/>
            <p:cNvSpPr/>
            <p:nvPr/>
          </p:nvSpPr>
          <p:spPr>
            <a:xfrm>
              <a:off x="3075243" y="5744470"/>
              <a:ext cx="49651" cy="49651"/>
            </a:xfrm>
            <a:custGeom>
              <a:avLst/>
              <a:pathLst>
                <a:path w="49651" h="49651">
                  <a:moveTo>
                    <a:pt x="24825" y="0"/>
                  </a:moveTo>
                  <a:lnTo>
                    <a:pt x="49651" y="49651"/>
                  </a:lnTo>
                  <a:lnTo>
                    <a:pt x="0" y="49651"/>
                  </a:lnTo>
                  <a:close/>
                </a:path>
              </a:pathLst>
            </a:cu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0" name="rc1009"/>
            <p:cNvSpPr/>
            <p:nvPr/>
          </p:nvSpPr>
          <p:spPr>
            <a:xfrm>
              <a:off x="3075243" y="5744470"/>
              <a:ext cx="49651" cy="49651"/>
            </a:xfrm>
            <a:prstGeom prst="rect">
              <a:avLst/>
            </a:pr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1" name="pg1010"/>
            <p:cNvSpPr/>
            <p:nvPr/>
          </p:nvSpPr>
          <p:spPr>
            <a:xfrm>
              <a:off x="3094562" y="5745045"/>
              <a:ext cx="49651" cy="49651"/>
            </a:xfrm>
            <a:custGeom>
              <a:avLst/>
              <a:pathLst>
                <a:path w="49651" h="49651">
                  <a:moveTo>
                    <a:pt x="24825" y="0"/>
                  </a:moveTo>
                  <a:lnTo>
                    <a:pt x="49651" y="49651"/>
                  </a:lnTo>
                  <a:lnTo>
                    <a:pt x="0" y="49651"/>
                  </a:lnTo>
                  <a:close/>
                </a:path>
              </a:pathLst>
            </a:cu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2" name="rc1011"/>
            <p:cNvSpPr/>
            <p:nvPr/>
          </p:nvSpPr>
          <p:spPr>
            <a:xfrm>
              <a:off x="3094562" y="5745045"/>
              <a:ext cx="49651" cy="49651"/>
            </a:xfrm>
            <a:prstGeom prst="rect">
              <a:avLst/>
            </a:pr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3" name="pg1012"/>
            <p:cNvSpPr/>
            <p:nvPr/>
          </p:nvSpPr>
          <p:spPr>
            <a:xfrm>
              <a:off x="3109052" y="5745845"/>
              <a:ext cx="49651" cy="49651"/>
            </a:xfrm>
            <a:custGeom>
              <a:avLst/>
              <a:pathLst>
                <a:path w="49651" h="49651">
                  <a:moveTo>
                    <a:pt x="24825" y="0"/>
                  </a:moveTo>
                  <a:lnTo>
                    <a:pt x="49651" y="49651"/>
                  </a:lnTo>
                  <a:lnTo>
                    <a:pt x="0" y="49651"/>
                  </a:lnTo>
                  <a:close/>
                </a:path>
              </a:pathLst>
            </a:cu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4" name="rc1013"/>
            <p:cNvSpPr/>
            <p:nvPr/>
          </p:nvSpPr>
          <p:spPr>
            <a:xfrm>
              <a:off x="3109052" y="5745845"/>
              <a:ext cx="49651" cy="49651"/>
            </a:xfrm>
            <a:prstGeom prst="rect">
              <a:avLst/>
            </a:pr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5" name="pg1014"/>
            <p:cNvSpPr/>
            <p:nvPr/>
          </p:nvSpPr>
          <p:spPr>
            <a:xfrm>
              <a:off x="3118711" y="5745974"/>
              <a:ext cx="49651" cy="49651"/>
            </a:xfrm>
            <a:custGeom>
              <a:avLst/>
              <a:pathLst>
                <a:path w="49651" h="49651">
                  <a:moveTo>
                    <a:pt x="24825" y="0"/>
                  </a:moveTo>
                  <a:lnTo>
                    <a:pt x="49651" y="49651"/>
                  </a:lnTo>
                  <a:lnTo>
                    <a:pt x="0" y="49651"/>
                  </a:lnTo>
                  <a:close/>
                </a:path>
              </a:pathLst>
            </a:cu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6" name="rc1015"/>
            <p:cNvSpPr/>
            <p:nvPr/>
          </p:nvSpPr>
          <p:spPr>
            <a:xfrm>
              <a:off x="3118711" y="5745974"/>
              <a:ext cx="49651" cy="49651"/>
            </a:xfrm>
            <a:prstGeom prst="rect">
              <a:avLst/>
            </a:pr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7" name="pg1016"/>
            <p:cNvSpPr/>
            <p:nvPr/>
          </p:nvSpPr>
          <p:spPr>
            <a:xfrm>
              <a:off x="3142860" y="5746526"/>
              <a:ext cx="49651" cy="49651"/>
            </a:xfrm>
            <a:custGeom>
              <a:avLst/>
              <a:pathLst>
                <a:path w="49651" h="49651">
                  <a:moveTo>
                    <a:pt x="24825" y="0"/>
                  </a:moveTo>
                  <a:lnTo>
                    <a:pt x="49651" y="49651"/>
                  </a:lnTo>
                  <a:lnTo>
                    <a:pt x="0" y="49651"/>
                  </a:lnTo>
                  <a:close/>
                </a:path>
              </a:pathLst>
            </a:cu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8" name="rc1017"/>
            <p:cNvSpPr/>
            <p:nvPr/>
          </p:nvSpPr>
          <p:spPr>
            <a:xfrm>
              <a:off x="3142860" y="5746526"/>
              <a:ext cx="49651" cy="49651"/>
            </a:xfrm>
            <a:prstGeom prst="rect">
              <a:avLst/>
            </a:pr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9" name="pg1018"/>
            <p:cNvSpPr/>
            <p:nvPr/>
          </p:nvSpPr>
          <p:spPr>
            <a:xfrm>
              <a:off x="3167009" y="5746529"/>
              <a:ext cx="49651" cy="49651"/>
            </a:xfrm>
            <a:custGeom>
              <a:avLst/>
              <a:pathLst>
                <a:path w="49651" h="49651">
                  <a:moveTo>
                    <a:pt x="24825" y="0"/>
                  </a:moveTo>
                  <a:lnTo>
                    <a:pt x="49651" y="49651"/>
                  </a:lnTo>
                  <a:lnTo>
                    <a:pt x="0" y="49651"/>
                  </a:lnTo>
                  <a:close/>
                </a:path>
              </a:pathLst>
            </a:cu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0" name="rc1019"/>
            <p:cNvSpPr/>
            <p:nvPr/>
          </p:nvSpPr>
          <p:spPr>
            <a:xfrm>
              <a:off x="3167009" y="5746529"/>
              <a:ext cx="49651" cy="49651"/>
            </a:xfrm>
            <a:prstGeom prst="rect">
              <a:avLst/>
            </a:pr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1" name="pg1020"/>
            <p:cNvSpPr/>
            <p:nvPr/>
          </p:nvSpPr>
          <p:spPr>
            <a:xfrm>
              <a:off x="3171839" y="5746075"/>
              <a:ext cx="49651" cy="49651"/>
            </a:xfrm>
            <a:custGeom>
              <a:avLst/>
              <a:pathLst>
                <a:path w="49651" h="49651">
                  <a:moveTo>
                    <a:pt x="24825" y="0"/>
                  </a:moveTo>
                  <a:lnTo>
                    <a:pt x="49651" y="49651"/>
                  </a:lnTo>
                  <a:lnTo>
                    <a:pt x="0" y="49651"/>
                  </a:lnTo>
                  <a:close/>
                </a:path>
              </a:pathLst>
            </a:cu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2" name="rc1021"/>
            <p:cNvSpPr/>
            <p:nvPr/>
          </p:nvSpPr>
          <p:spPr>
            <a:xfrm>
              <a:off x="3171839" y="5746075"/>
              <a:ext cx="49651" cy="49651"/>
            </a:xfrm>
            <a:prstGeom prst="rect">
              <a:avLst/>
            </a:pr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3" name="pg1022"/>
            <p:cNvSpPr/>
            <p:nvPr/>
          </p:nvSpPr>
          <p:spPr>
            <a:xfrm>
              <a:off x="3186328" y="5746030"/>
              <a:ext cx="49651" cy="49651"/>
            </a:xfrm>
            <a:custGeom>
              <a:avLst/>
              <a:pathLst>
                <a:path w="49651" h="49651">
                  <a:moveTo>
                    <a:pt x="24825" y="0"/>
                  </a:moveTo>
                  <a:lnTo>
                    <a:pt x="49651" y="49651"/>
                  </a:lnTo>
                  <a:lnTo>
                    <a:pt x="0" y="49651"/>
                  </a:lnTo>
                  <a:close/>
                </a:path>
              </a:pathLst>
            </a:cu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4" name="rc1023"/>
            <p:cNvSpPr/>
            <p:nvPr/>
          </p:nvSpPr>
          <p:spPr>
            <a:xfrm>
              <a:off x="3186328" y="5746030"/>
              <a:ext cx="49651" cy="49651"/>
            </a:xfrm>
            <a:prstGeom prst="rect">
              <a:avLst/>
            </a:pr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5" name="pg1024"/>
            <p:cNvSpPr/>
            <p:nvPr/>
          </p:nvSpPr>
          <p:spPr>
            <a:xfrm>
              <a:off x="3205647" y="5746300"/>
              <a:ext cx="49651" cy="49651"/>
            </a:xfrm>
            <a:custGeom>
              <a:avLst/>
              <a:pathLst>
                <a:path w="49651" h="49651">
                  <a:moveTo>
                    <a:pt x="24825" y="0"/>
                  </a:moveTo>
                  <a:lnTo>
                    <a:pt x="49651" y="49651"/>
                  </a:lnTo>
                  <a:lnTo>
                    <a:pt x="0" y="49651"/>
                  </a:lnTo>
                  <a:close/>
                </a:path>
              </a:pathLst>
            </a:cu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6" name="rc1025"/>
            <p:cNvSpPr/>
            <p:nvPr/>
          </p:nvSpPr>
          <p:spPr>
            <a:xfrm>
              <a:off x="3205647" y="5746300"/>
              <a:ext cx="49651" cy="49651"/>
            </a:xfrm>
            <a:prstGeom prst="rect">
              <a:avLst/>
            </a:pr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7" name="pg1026"/>
            <p:cNvSpPr/>
            <p:nvPr/>
          </p:nvSpPr>
          <p:spPr>
            <a:xfrm>
              <a:off x="3229796" y="5746104"/>
              <a:ext cx="49651" cy="49651"/>
            </a:xfrm>
            <a:custGeom>
              <a:avLst/>
              <a:pathLst>
                <a:path w="49651" h="49651">
                  <a:moveTo>
                    <a:pt x="24825" y="0"/>
                  </a:moveTo>
                  <a:lnTo>
                    <a:pt x="49651" y="49651"/>
                  </a:lnTo>
                  <a:lnTo>
                    <a:pt x="0" y="49651"/>
                  </a:lnTo>
                  <a:close/>
                </a:path>
              </a:pathLst>
            </a:cu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8" name="rc1027"/>
            <p:cNvSpPr/>
            <p:nvPr/>
          </p:nvSpPr>
          <p:spPr>
            <a:xfrm>
              <a:off x="3229796" y="5746104"/>
              <a:ext cx="49651" cy="49651"/>
            </a:xfrm>
            <a:prstGeom prst="rect">
              <a:avLst/>
            </a:pr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9" name="pg1028"/>
            <p:cNvSpPr/>
            <p:nvPr/>
          </p:nvSpPr>
          <p:spPr>
            <a:xfrm>
              <a:off x="3253945" y="5747009"/>
              <a:ext cx="49651" cy="49651"/>
            </a:xfrm>
            <a:custGeom>
              <a:avLst/>
              <a:pathLst>
                <a:path w="49651" h="49651">
                  <a:moveTo>
                    <a:pt x="24825" y="0"/>
                  </a:moveTo>
                  <a:lnTo>
                    <a:pt x="49651" y="49651"/>
                  </a:lnTo>
                  <a:lnTo>
                    <a:pt x="0" y="49651"/>
                  </a:lnTo>
                  <a:close/>
                </a:path>
              </a:pathLst>
            </a:cu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0" name="rc1029"/>
            <p:cNvSpPr/>
            <p:nvPr/>
          </p:nvSpPr>
          <p:spPr>
            <a:xfrm>
              <a:off x="3253945" y="5747009"/>
              <a:ext cx="49651" cy="49651"/>
            </a:xfrm>
            <a:prstGeom prst="rect">
              <a:avLst/>
            </a:pr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1" name="pg1030"/>
            <p:cNvSpPr/>
            <p:nvPr/>
          </p:nvSpPr>
          <p:spPr>
            <a:xfrm>
              <a:off x="3278094" y="5747430"/>
              <a:ext cx="49651" cy="49651"/>
            </a:xfrm>
            <a:custGeom>
              <a:avLst/>
              <a:pathLst>
                <a:path w="49651" h="49651">
                  <a:moveTo>
                    <a:pt x="24825" y="0"/>
                  </a:moveTo>
                  <a:lnTo>
                    <a:pt x="49651" y="49651"/>
                  </a:lnTo>
                  <a:lnTo>
                    <a:pt x="0" y="49651"/>
                  </a:lnTo>
                  <a:close/>
                </a:path>
              </a:pathLst>
            </a:cu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2" name="rc1031"/>
            <p:cNvSpPr/>
            <p:nvPr/>
          </p:nvSpPr>
          <p:spPr>
            <a:xfrm>
              <a:off x="3278094" y="5747430"/>
              <a:ext cx="49651" cy="49651"/>
            </a:xfrm>
            <a:prstGeom prst="rect">
              <a:avLst/>
            </a:pr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3" name="pg1032"/>
            <p:cNvSpPr/>
            <p:nvPr/>
          </p:nvSpPr>
          <p:spPr>
            <a:xfrm>
              <a:off x="3292584" y="5747427"/>
              <a:ext cx="49651" cy="49651"/>
            </a:xfrm>
            <a:custGeom>
              <a:avLst/>
              <a:pathLst>
                <a:path w="49651" h="49651">
                  <a:moveTo>
                    <a:pt x="24825" y="0"/>
                  </a:moveTo>
                  <a:lnTo>
                    <a:pt x="49651" y="49651"/>
                  </a:lnTo>
                  <a:lnTo>
                    <a:pt x="0" y="49651"/>
                  </a:lnTo>
                  <a:close/>
                </a:path>
              </a:pathLst>
            </a:cu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4" name="rc1033"/>
            <p:cNvSpPr/>
            <p:nvPr/>
          </p:nvSpPr>
          <p:spPr>
            <a:xfrm>
              <a:off x="3292584" y="5747427"/>
              <a:ext cx="49651" cy="49651"/>
            </a:xfrm>
            <a:prstGeom prst="rect">
              <a:avLst/>
            </a:pr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5" name="pg1034"/>
            <p:cNvSpPr/>
            <p:nvPr/>
          </p:nvSpPr>
          <p:spPr>
            <a:xfrm>
              <a:off x="3307073" y="5747816"/>
              <a:ext cx="49651" cy="49651"/>
            </a:xfrm>
            <a:custGeom>
              <a:avLst/>
              <a:pathLst>
                <a:path w="49651" h="49651">
                  <a:moveTo>
                    <a:pt x="24825" y="0"/>
                  </a:moveTo>
                  <a:lnTo>
                    <a:pt x="49651" y="49651"/>
                  </a:lnTo>
                  <a:lnTo>
                    <a:pt x="0" y="49651"/>
                  </a:lnTo>
                  <a:close/>
                </a:path>
              </a:pathLst>
            </a:cu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6" name="rc1035"/>
            <p:cNvSpPr/>
            <p:nvPr/>
          </p:nvSpPr>
          <p:spPr>
            <a:xfrm>
              <a:off x="3307073" y="5747816"/>
              <a:ext cx="49651" cy="49651"/>
            </a:xfrm>
            <a:prstGeom prst="rect">
              <a:avLst/>
            </a:pr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7" name="pg1036"/>
            <p:cNvSpPr/>
            <p:nvPr/>
          </p:nvSpPr>
          <p:spPr>
            <a:xfrm>
              <a:off x="3350541" y="5747947"/>
              <a:ext cx="49651" cy="49651"/>
            </a:xfrm>
            <a:custGeom>
              <a:avLst/>
              <a:pathLst>
                <a:path w="49651" h="49651">
                  <a:moveTo>
                    <a:pt x="24825" y="0"/>
                  </a:moveTo>
                  <a:lnTo>
                    <a:pt x="49651" y="49651"/>
                  </a:lnTo>
                  <a:lnTo>
                    <a:pt x="0" y="49651"/>
                  </a:lnTo>
                  <a:close/>
                </a:path>
              </a:pathLst>
            </a:cu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8" name="rc1037"/>
            <p:cNvSpPr/>
            <p:nvPr/>
          </p:nvSpPr>
          <p:spPr>
            <a:xfrm>
              <a:off x="3350541" y="5747947"/>
              <a:ext cx="49651" cy="49651"/>
            </a:xfrm>
            <a:prstGeom prst="rect">
              <a:avLst/>
            </a:pr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9" name="pg1038"/>
            <p:cNvSpPr/>
            <p:nvPr/>
          </p:nvSpPr>
          <p:spPr>
            <a:xfrm>
              <a:off x="3394009" y="5747965"/>
              <a:ext cx="49651" cy="49651"/>
            </a:xfrm>
            <a:custGeom>
              <a:avLst/>
              <a:pathLst>
                <a:path w="49651" h="49651">
                  <a:moveTo>
                    <a:pt x="24825" y="0"/>
                  </a:moveTo>
                  <a:lnTo>
                    <a:pt x="49651" y="49651"/>
                  </a:lnTo>
                  <a:lnTo>
                    <a:pt x="0" y="49651"/>
                  </a:lnTo>
                  <a:close/>
                </a:path>
              </a:pathLst>
            </a:cu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0" name="rc1039"/>
            <p:cNvSpPr/>
            <p:nvPr/>
          </p:nvSpPr>
          <p:spPr>
            <a:xfrm>
              <a:off x="3394009" y="5747965"/>
              <a:ext cx="49651" cy="49651"/>
            </a:xfrm>
            <a:prstGeom prst="rect">
              <a:avLst/>
            </a:pr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1" name="pg1040"/>
            <p:cNvSpPr/>
            <p:nvPr/>
          </p:nvSpPr>
          <p:spPr>
            <a:xfrm>
              <a:off x="3422988" y="5747778"/>
              <a:ext cx="49651" cy="49651"/>
            </a:xfrm>
            <a:custGeom>
              <a:avLst/>
              <a:pathLst>
                <a:path w="49651" h="49651">
                  <a:moveTo>
                    <a:pt x="24825" y="0"/>
                  </a:moveTo>
                  <a:lnTo>
                    <a:pt x="49651" y="49651"/>
                  </a:lnTo>
                  <a:lnTo>
                    <a:pt x="0" y="49651"/>
                  </a:lnTo>
                  <a:close/>
                </a:path>
              </a:pathLst>
            </a:cu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2" name="rc1041"/>
            <p:cNvSpPr/>
            <p:nvPr/>
          </p:nvSpPr>
          <p:spPr>
            <a:xfrm>
              <a:off x="3422988" y="5747778"/>
              <a:ext cx="49651" cy="49651"/>
            </a:xfrm>
            <a:prstGeom prst="rect">
              <a:avLst/>
            </a:pr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3" name="pg1042"/>
            <p:cNvSpPr/>
            <p:nvPr/>
          </p:nvSpPr>
          <p:spPr>
            <a:xfrm>
              <a:off x="3437477" y="5747990"/>
              <a:ext cx="49651" cy="49651"/>
            </a:xfrm>
            <a:custGeom>
              <a:avLst/>
              <a:pathLst>
                <a:path w="49651" h="49651">
                  <a:moveTo>
                    <a:pt x="24825" y="0"/>
                  </a:moveTo>
                  <a:lnTo>
                    <a:pt x="49651" y="49651"/>
                  </a:lnTo>
                  <a:lnTo>
                    <a:pt x="0" y="49651"/>
                  </a:lnTo>
                  <a:close/>
                </a:path>
              </a:pathLst>
            </a:cu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4" name="rc1043"/>
            <p:cNvSpPr/>
            <p:nvPr/>
          </p:nvSpPr>
          <p:spPr>
            <a:xfrm>
              <a:off x="3437477" y="5747990"/>
              <a:ext cx="49651" cy="49651"/>
            </a:xfrm>
            <a:prstGeom prst="rect">
              <a:avLst/>
            </a:pr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5" name="pg1044"/>
            <p:cNvSpPr/>
            <p:nvPr/>
          </p:nvSpPr>
          <p:spPr>
            <a:xfrm>
              <a:off x="3447137" y="5748000"/>
              <a:ext cx="49651" cy="49651"/>
            </a:xfrm>
            <a:custGeom>
              <a:avLst/>
              <a:pathLst>
                <a:path w="49651" h="49651">
                  <a:moveTo>
                    <a:pt x="24825" y="0"/>
                  </a:moveTo>
                  <a:lnTo>
                    <a:pt x="49651" y="49651"/>
                  </a:lnTo>
                  <a:lnTo>
                    <a:pt x="0" y="49651"/>
                  </a:lnTo>
                  <a:close/>
                </a:path>
              </a:pathLst>
            </a:cu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6" name="rc1045"/>
            <p:cNvSpPr/>
            <p:nvPr/>
          </p:nvSpPr>
          <p:spPr>
            <a:xfrm>
              <a:off x="3447137" y="5748000"/>
              <a:ext cx="49651" cy="49651"/>
            </a:xfrm>
            <a:prstGeom prst="rect">
              <a:avLst/>
            </a:pr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7" name="pg1046"/>
            <p:cNvSpPr/>
            <p:nvPr/>
          </p:nvSpPr>
          <p:spPr>
            <a:xfrm>
              <a:off x="2316966" y="5538872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49651"/>
                  </a:lnTo>
                  <a:lnTo>
                    <a:pt x="496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D54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8" name="pg1047"/>
            <p:cNvSpPr/>
            <p:nvPr/>
          </p:nvSpPr>
          <p:spPr>
            <a:xfrm>
              <a:off x="2341115" y="5555045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49651"/>
                  </a:lnTo>
                  <a:lnTo>
                    <a:pt x="496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D54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9" name="pg1048"/>
            <p:cNvSpPr/>
            <p:nvPr/>
          </p:nvSpPr>
          <p:spPr>
            <a:xfrm>
              <a:off x="2365264" y="5567594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49651"/>
                  </a:lnTo>
                  <a:lnTo>
                    <a:pt x="496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D54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0" name="pg1049"/>
            <p:cNvSpPr/>
            <p:nvPr/>
          </p:nvSpPr>
          <p:spPr>
            <a:xfrm>
              <a:off x="2394243" y="5578306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49651"/>
                  </a:lnTo>
                  <a:lnTo>
                    <a:pt x="496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D54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1" name="pg1050"/>
            <p:cNvSpPr/>
            <p:nvPr/>
          </p:nvSpPr>
          <p:spPr>
            <a:xfrm>
              <a:off x="2418392" y="5591819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49651"/>
                  </a:lnTo>
                  <a:lnTo>
                    <a:pt x="496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D54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2" name="pg1051"/>
            <p:cNvSpPr/>
            <p:nvPr/>
          </p:nvSpPr>
          <p:spPr>
            <a:xfrm>
              <a:off x="2442541" y="5602562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49651"/>
                  </a:lnTo>
                  <a:lnTo>
                    <a:pt x="496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D54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3" name="pg1052"/>
            <p:cNvSpPr/>
            <p:nvPr/>
          </p:nvSpPr>
          <p:spPr>
            <a:xfrm>
              <a:off x="2471519" y="5615661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49651"/>
                  </a:lnTo>
                  <a:lnTo>
                    <a:pt x="496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D54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4" name="pg1053"/>
            <p:cNvSpPr/>
            <p:nvPr/>
          </p:nvSpPr>
          <p:spPr>
            <a:xfrm>
              <a:off x="2495668" y="5626486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49651"/>
                  </a:lnTo>
                  <a:lnTo>
                    <a:pt x="496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D54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5" name="pg1054"/>
            <p:cNvSpPr/>
            <p:nvPr/>
          </p:nvSpPr>
          <p:spPr>
            <a:xfrm>
              <a:off x="2519817" y="5632582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49651"/>
                  </a:lnTo>
                  <a:lnTo>
                    <a:pt x="496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D54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6" name="pg1055"/>
            <p:cNvSpPr/>
            <p:nvPr/>
          </p:nvSpPr>
          <p:spPr>
            <a:xfrm>
              <a:off x="2539137" y="5636914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49651"/>
                  </a:lnTo>
                  <a:lnTo>
                    <a:pt x="496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D54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7" name="pg1056"/>
            <p:cNvSpPr/>
            <p:nvPr/>
          </p:nvSpPr>
          <p:spPr>
            <a:xfrm>
              <a:off x="2563285" y="5640874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49651"/>
                  </a:lnTo>
                  <a:lnTo>
                    <a:pt x="496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D54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8" name="pg1057"/>
            <p:cNvSpPr/>
            <p:nvPr/>
          </p:nvSpPr>
          <p:spPr>
            <a:xfrm>
              <a:off x="2587434" y="5642620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49651"/>
                  </a:lnTo>
                  <a:lnTo>
                    <a:pt x="496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D54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9" name="pg1058"/>
            <p:cNvSpPr/>
            <p:nvPr/>
          </p:nvSpPr>
          <p:spPr>
            <a:xfrm>
              <a:off x="2606754" y="5645538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49651"/>
                  </a:lnTo>
                  <a:lnTo>
                    <a:pt x="496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D54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0" name="pg1059"/>
            <p:cNvSpPr/>
            <p:nvPr/>
          </p:nvSpPr>
          <p:spPr>
            <a:xfrm>
              <a:off x="2630903" y="5649632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49651"/>
                  </a:lnTo>
                  <a:lnTo>
                    <a:pt x="496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D54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1" name="pg1060"/>
            <p:cNvSpPr/>
            <p:nvPr/>
          </p:nvSpPr>
          <p:spPr>
            <a:xfrm>
              <a:off x="2650222" y="5653587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49651"/>
                  </a:lnTo>
                  <a:lnTo>
                    <a:pt x="496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D54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2" name="pg1061"/>
            <p:cNvSpPr/>
            <p:nvPr/>
          </p:nvSpPr>
          <p:spPr>
            <a:xfrm>
              <a:off x="2674371" y="5656802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49651"/>
                  </a:lnTo>
                  <a:lnTo>
                    <a:pt x="496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D54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3" name="pg1062"/>
            <p:cNvSpPr/>
            <p:nvPr/>
          </p:nvSpPr>
          <p:spPr>
            <a:xfrm>
              <a:off x="2698520" y="5659207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49651"/>
                  </a:lnTo>
                  <a:lnTo>
                    <a:pt x="496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D54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4" name="pg1063"/>
            <p:cNvSpPr/>
            <p:nvPr/>
          </p:nvSpPr>
          <p:spPr>
            <a:xfrm>
              <a:off x="2727498" y="5662110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49651"/>
                  </a:lnTo>
                  <a:lnTo>
                    <a:pt x="496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D54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5" name="pg1064"/>
            <p:cNvSpPr/>
            <p:nvPr/>
          </p:nvSpPr>
          <p:spPr>
            <a:xfrm>
              <a:off x="2756477" y="5664450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49651"/>
                  </a:lnTo>
                  <a:lnTo>
                    <a:pt x="496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D54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6" name="pg1065"/>
            <p:cNvSpPr/>
            <p:nvPr/>
          </p:nvSpPr>
          <p:spPr>
            <a:xfrm>
              <a:off x="2785456" y="5665758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49651"/>
                  </a:lnTo>
                  <a:lnTo>
                    <a:pt x="496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D54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7" name="pg1066"/>
            <p:cNvSpPr/>
            <p:nvPr/>
          </p:nvSpPr>
          <p:spPr>
            <a:xfrm>
              <a:off x="2814435" y="5667272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49651"/>
                  </a:lnTo>
                  <a:lnTo>
                    <a:pt x="496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D54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8" name="pg1067"/>
            <p:cNvSpPr/>
            <p:nvPr/>
          </p:nvSpPr>
          <p:spPr>
            <a:xfrm>
              <a:off x="2848243" y="5668254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49651"/>
                  </a:lnTo>
                  <a:lnTo>
                    <a:pt x="496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D54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9" name="pg1068"/>
            <p:cNvSpPr/>
            <p:nvPr/>
          </p:nvSpPr>
          <p:spPr>
            <a:xfrm>
              <a:off x="2882052" y="5670115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49651"/>
                  </a:lnTo>
                  <a:lnTo>
                    <a:pt x="496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D54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0" name="pg1069"/>
            <p:cNvSpPr/>
            <p:nvPr/>
          </p:nvSpPr>
          <p:spPr>
            <a:xfrm>
              <a:off x="2911030" y="5671307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49651"/>
                  </a:lnTo>
                  <a:lnTo>
                    <a:pt x="496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D54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1" name="pg1070"/>
            <p:cNvSpPr/>
            <p:nvPr/>
          </p:nvSpPr>
          <p:spPr>
            <a:xfrm>
              <a:off x="2944839" y="5671345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49651"/>
                  </a:lnTo>
                  <a:lnTo>
                    <a:pt x="496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D54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2" name="pg1071"/>
            <p:cNvSpPr/>
            <p:nvPr/>
          </p:nvSpPr>
          <p:spPr>
            <a:xfrm>
              <a:off x="2968988" y="5672149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49651"/>
                  </a:lnTo>
                  <a:lnTo>
                    <a:pt x="496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D54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3" name="pg1072"/>
            <p:cNvSpPr/>
            <p:nvPr/>
          </p:nvSpPr>
          <p:spPr>
            <a:xfrm>
              <a:off x="2993137" y="5671903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49651"/>
                  </a:lnTo>
                  <a:lnTo>
                    <a:pt x="496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D54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4" name="pg1073"/>
            <p:cNvSpPr/>
            <p:nvPr/>
          </p:nvSpPr>
          <p:spPr>
            <a:xfrm>
              <a:off x="3017286" y="5671966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49651"/>
                  </a:lnTo>
                  <a:lnTo>
                    <a:pt x="496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D54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5" name="pg1074"/>
            <p:cNvSpPr/>
            <p:nvPr/>
          </p:nvSpPr>
          <p:spPr>
            <a:xfrm>
              <a:off x="3036605" y="5673266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49651"/>
                  </a:lnTo>
                  <a:lnTo>
                    <a:pt x="496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D54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6" name="pg1075"/>
            <p:cNvSpPr/>
            <p:nvPr/>
          </p:nvSpPr>
          <p:spPr>
            <a:xfrm>
              <a:off x="3055924" y="5677274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49651"/>
                  </a:lnTo>
                  <a:lnTo>
                    <a:pt x="496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D54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7" name="pg1076"/>
            <p:cNvSpPr/>
            <p:nvPr/>
          </p:nvSpPr>
          <p:spPr>
            <a:xfrm>
              <a:off x="3578592" y="5620513"/>
              <a:ext cx="66869" cy="67562"/>
            </a:xfrm>
            <a:custGeom>
              <a:avLst/>
              <a:pathLst>
                <a:path w="66869" h="67562">
                  <a:moveTo>
                    <a:pt x="33434" y="67562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8" name="pg1077"/>
            <p:cNvSpPr/>
            <p:nvPr/>
          </p:nvSpPr>
          <p:spPr>
            <a:xfrm>
              <a:off x="3578592" y="5610861"/>
              <a:ext cx="66869" cy="67562"/>
            </a:xfrm>
            <a:custGeom>
              <a:avLst/>
              <a:pathLst>
                <a:path w="66869" h="67562">
                  <a:moveTo>
                    <a:pt x="33434" y="0"/>
                  </a:moveTo>
                  <a:lnTo>
                    <a:pt x="66869" y="67562"/>
                  </a:lnTo>
                  <a:lnTo>
                    <a:pt x="0" y="67562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9" name="pg1078"/>
            <p:cNvSpPr/>
            <p:nvPr/>
          </p:nvSpPr>
          <p:spPr>
            <a:xfrm>
              <a:off x="3607571" y="5625661"/>
              <a:ext cx="66869" cy="67562"/>
            </a:xfrm>
            <a:custGeom>
              <a:avLst/>
              <a:pathLst>
                <a:path w="66869" h="67562">
                  <a:moveTo>
                    <a:pt x="33434" y="67562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0" name="pg1079"/>
            <p:cNvSpPr/>
            <p:nvPr/>
          </p:nvSpPr>
          <p:spPr>
            <a:xfrm>
              <a:off x="3607571" y="5616009"/>
              <a:ext cx="66869" cy="67562"/>
            </a:xfrm>
            <a:custGeom>
              <a:avLst/>
              <a:pathLst>
                <a:path w="66869" h="67562">
                  <a:moveTo>
                    <a:pt x="33434" y="0"/>
                  </a:moveTo>
                  <a:lnTo>
                    <a:pt x="66869" y="67562"/>
                  </a:lnTo>
                  <a:lnTo>
                    <a:pt x="0" y="67562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1" name="pg1080"/>
            <p:cNvSpPr/>
            <p:nvPr/>
          </p:nvSpPr>
          <p:spPr>
            <a:xfrm>
              <a:off x="3636549" y="5628578"/>
              <a:ext cx="66869" cy="67562"/>
            </a:xfrm>
            <a:custGeom>
              <a:avLst/>
              <a:pathLst>
                <a:path w="66869" h="67562">
                  <a:moveTo>
                    <a:pt x="33434" y="67562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2" name="pg1081"/>
            <p:cNvSpPr/>
            <p:nvPr/>
          </p:nvSpPr>
          <p:spPr>
            <a:xfrm>
              <a:off x="3636549" y="5618926"/>
              <a:ext cx="66869" cy="67562"/>
            </a:xfrm>
            <a:custGeom>
              <a:avLst/>
              <a:pathLst>
                <a:path w="66869" h="67562">
                  <a:moveTo>
                    <a:pt x="33434" y="0"/>
                  </a:moveTo>
                  <a:lnTo>
                    <a:pt x="66869" y="67562"/>
                  </a:lnTo>
                  <a:lnTo>
                    <a:pt x="0" y="67562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3" name="pg1082"/>
            <p:cNvSpPr/>
            <p:nvPr/>
          </p:nvSpPr>
          <p:spPr>
            <a:xfrm>
              <a:off x="3660698" y="5629729"/>
              <a:ext cx="66869" cy="67562"/>
            </a:xfrm>
            <a:custGeom>
              <a:avLst/>
              <a:pathLst>
                <a:path w="66869" h="67562">
                  <a:moveTo>
                    <a:pt x="33434" y="67562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4" name="pg1083"/>
            <p:cNvSpPr/>
            <p:nvPr/>
          </p:nvSpPr>
          <p:spPr>
            <a:xfrm>
              <a:off x="3660698" y="5620077"/>
              <a:ext cx="66869" cy="67562"/>
            </a:xfrm>
            <a:custGeom>
              <a:avLst/>
              <a:pathLst>
                <a:path w="66869" h="67562">
                  <a:moveTo>
                    <a:pt x="33434" y="0"/>
                  </a:moveTo>
                  <a:lnTo>
                    <a:pt x="66869" y="67562"/>
                  </a:lnTo>
                  <a:lnTo>
                    <a:pt x="0" y="67562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5" name="pg1084"/>
            <p:cNvSpPr/>
            <p:nvPr/>
          </p:nvSpPr>
          <p:spPr>
            <a:xfrm>
              <a:off x="3684847" y="5630655"/>
              <a:ext cx="66869" cy="67562"/>
            </a:xfrm>
            <a:custGeom>
              <a:avLst/>
              <a:pathLst>
                <a:path w="66869" h="67562">
                  <a:moveTo>
                    <a:pt x="33434" y="67562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6" name="pg1085"/>
            <p:cNvSpPr/>
            <p:nvPr/>
          </p:nvSpPr>
          <p:spPr>
            <a:xfrm>
              <a:off x="3684847" y="5621003"/>
              <a:ext cx="66869" cy="67562"/>
            </a:xfrm>
            <a:custGeom>
              <a:avLst/>
              <a:pathLst>
                <a:path w="66869" h="67562">
                  <a:moveTo>
                    <a:pt x="33434" y="0"/>
                  </a:moveTo>
                  <a:lnTo>
                    <a:pt x="66869" y="67562"/>
                  </a:lnTo>
                  <a:lnTo>
                    <a:pt x="0" y="67562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7" name="pg1086"/>
            <p:cNvSpPr/>
            <p:nvPr/>
          </p:nvSpPr>
          <p:spPr>
            <a:xfrm>
              <a:off x="3699337" y="5629328"/>
              <a:ext cx="66869" cy="67562"/>
            </a:xfrm>
            <a:custGeom>
              <a:avLst/>
              <a:pathLst>
                <a:path w="66869" h="67562">
                  <a:moveTo>
                    <a:pt x="33434" y="67562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8" name="pg1087"/>
            <p:cNvSpPr/>
            <p:nvPr/>
          </p:nvSpPr>
          <p:spPr>
            <a:xfrm>
              <a:off x="3699337" y="5619676"/>
              <a:ext cx="66869" cy="67562"/>
            </a:xfrm>
            <a:custGeom>
              <a:avLst/>
              <a:pathLst>
                <a:path w="66869" h="67562">
                  <a:moveTo>
                    <a:pt x="33434" y="0"/>
                  </a:moveTo>
                  <a:lnTo>
                    <a:pt x="66869" y="67562"/>
                  </a:lnTo>
                  <a:lnTo>
                    <a:pt x="0" y="67562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9" name="pg1088"/>
            <p:cNvSpPr/>
            <p:nvPr/>
          </p:nvSpPr>
          <p:spPr>
            <a:xfrm>
              <a:off x="3718656" y="5634026"/>
              <a:ext cx="66869" cy="67562"/>
            </a:xfrm>
            <a:custGeom>
              <a:avLst/>
              <a:pathLst>
                <a:path w="66869" h="67562">
                  <a:moveTo>
                    <a:pt x="33434" y="67562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0" name="pg1089"/>
            <p:cNvSpPr/>
            <p:nvPr/>
          </p:nvSpPr>
          <p:spPr>
            <a:xfrm>
              <a:off x="3718656" y="5624374"/>
              <a:ext cx="66869" cy="67562"/>
            </a:xfrm>
            <a:custGeom>
              <a:avLst/>
              <a:pathLst>
                <a:path w="66869" h="67562">
                  <a:moveTo>
                    <a:pt x="33434" y="0"/>
                  </a:moveTo>
                  <a:lnTo>
                    <a:pt x="66869" y="67562"/>
                  </a:lnTo>
                  <a:lnTo>
                    <a:pt x="0" y="67562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1" name="pg1090"/>
            <p:cNvSpPr/>
            <p:nvPr/>
          </p:nvSpPr>
          <p:spPr>
            <a:xfrm>
              <a:off x="3733145" y="5645585"/>
              <a:ext cx="66869" cy="67562"/>
            </a:xfrm>
            <a:custGeom>
              <a:avLst/>
              <a:pathLst>
                <a:path w="66869" h="67562">
                  <a:moveTo>
                    <a:pt x="33434" y="67562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2" name="pg1091"/>
            <p:cNvSpPr/>
            <p:nvPr/>
          </p:nvSpPr>
          <p:spPr>
            <a:xfrm>
              <a:off x="3733145" y="5635933"/>
              <a:ext cx="66869" cy="67562"/>
            </a:xfrm>
            <a:custGeom>
              <a:avLst/>
              <a:pathLst>
                <a:path w="66869" h="67562">
                  <a:moveTo>
                    <a:pt x="33434" y="0"/>
                  </a:moveTo>
                  <a:lnTo>
                    <a:pt x="66869" y="67562"/>
                  </a:lnTo>
                  <a:lnTo>
                    <a:pt x="0" y="67562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3" name="pg1092"/>
            <p:cNvSpPr/>
            <p:nvPr/>
          </p:nvSpPr>
          <p:spPr>
            <a:xfrm>
              <a:off x="3742805" y="5662576"/>
              <a:ext cx="66869" cy="67562"/>
            </a:xfrm>
            <a:custGeom>
              <a:avLst/>
              <a:pathLst>
                <a:path w="66869" h="67562">
                  <a:moveTo>
                    <a:pt x="33434" y="67562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4" name="pg1093"/>
            <p:cNvSpPr/>
            <p:nvPr/>
          </p:nvSpPr>
          <p:spPr>
            <a:xfrm>
              <a:off x="3742805" y="5652924"/>
              <a:ext cx="66869" cy="67562"/>
            </a:xfrm>
            <a:custGeom>
              <a:avLst/>
              <a:pathLst>
                <a:path w="66869" h="67562">
                  <a:moveTo>
                    <a:pt x="33434" y="0"/>
                  </a:moveTo>
                  <a:lnTo>
                    <a:pt x="66869" y="67562"/>
                  </a:lnTo>
                  <a:lnTo>
                    <a:pt x="0" y="67562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5" name="pg1094"/>
            <p:cNvSpPr/>
            <p:nvPr/>
          </p:nvSpPr>
          <p:spPr>
            <a:xfrm>
              <a:off x="3757294" y="5675575"/>
              <a:ext cx="66869" cy="67562"/>
            </a:xfrm>
            <a:custGeom>
              <a:avLst/>
              <a:pathLst>
                <a:path w="66869" h="67562">
                  <a:moveTo>
                    <a:pt x="33434" y="67562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6" name="pg1095"/>
            <p:cNvSpPr/>
            <p:nvPr/>
          </p:nvSpPr>
          <p:spPr>
            <a:xfrm>
              <a:off x="3757294" y="5665923"/>
              <a:ext cx="66869" cy="67562"/>
            </a:xfrm>
            <a:custGeom>
              <a:avLst/>
              <a:pathLst>
                <a:path w="66869" h="67562">
                  <a:moveTo>
                    <a:pt x="33434" y="0"/>
                  </a:moveTo>
                  <a:lnTo>
                    <a:pt x="66869" y="67562"/>
                  </a:lnTo>
                  <a:lnTo>
                    <a:pt x="0" y="67562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7" name="pg1096"/>
            <p:cNvSpPr/>
            <p:nvPr/>
          </p:nvSpPr>
          <p:spPr>
            <a:xfrm>
              <a:off x="3771783" y="5689511"/>
              <a:ext cx="66869" cy="67562"/>
            </a:xfrm>
            <a:custGeom>
              <a:avLst/>
              <a:pathLst>
                <a:path w="66869" h="67562">
                  <a:moveTo>
                    <a:pt x="33434" y="67562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8" name="pg1097"/>
            <p:cNvSpPr/>
            <p:nvPr/>
          </p:nvSpPr>
          <p:spPr>
            <a:xfrm>
              <a:off x="3771783" y="5679860"/>
              <a:ext cx="66869" cy="67562"/>
            </a:xfrm>
            <a:custGeom>
              <a:avLst/>
              <a:pathLst>
                <a:path w="66869" h="67562">
                  <a:moveTo>
                    <a:pt x="33434" y="0"/>
                  </a:moveTo>
                  <a:lnTo>
                    <a:pt x="66869" y="67562"/>
                  </a:lnTo>
                  <a:lnTo>
                    <a:pt x="0" y="67562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9" name="pg1098"/>
            <p:cNvSpPr/>
            <p:nvPr/>
          </p:nvSpPr>
          <p:spPr>
            <a:xfrm>
              <a:off x="3791103" y="5698942"/>
              <a:ext cx="66869" cy="67562"/>
            </a:xfrm>
            <a:custGeom>
              <a:avLst/>
              <a:pathLst>
                <a:path w="66869" h="67562">
                  <a:moveTo>
                    <a:pt x="33434" y="67562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0" name="pg1099"/>
            <p:cNvSpPr/>
            <p:nvPr/>
          </p:nvSpPr>
          <p:spPr>
            <a:xfrm>
              <a:off x="3791103" y="5689290"/>
              <a:ext cx="66869" cy="67562"/>
            </a:xfrm>
            <a:custGeom>
              <a:avLst/>
              <a:pathLst>
                <a:path w="66869" h="67562">
                  <a:moveTo>
                    <a:pt x="33434" y="0"/>
                  </a:moveTo>
                  <a:lnTo>
                    <a:pt x="66869" y="67562"/>
                  </a:lnTo>
                  <a:lnTo>
                    <a:pt x="0" y="67562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1" name="pg1100"/>
            <p:cNvSpPr/>
            <p:nvPr/>
          </p:nvSpPr>
          <p:spPr>
            <a:xfrm>
              <a:off x="3805592" y="5706464"/>
              <a:ext cx="66869" cy="67562"/>
            </a:xfrm>
            <a:custGeom>
              <a:avLst/>
              <a:pathLst>
                <a:path w="66869" h="67562">
                  <a:moveTo>
                    <a:pt x="33434" y="67562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2" name="pg1101"/>
            <p:cNvSpPr/>
            <p:nvPr/>
          </p:nvSpPr>
          <p:spPr>
            <a:xfrm>
              <a:off x="3805592" y="5696812"/>
              <a:ext cx="66869" cy="67562"/>
            </a:xfrm>
            <a:custGeom>
              <a:avLst/>
              <a:pathLst>
                <a:path w="66869" h="67562">
                  <a:moveTo>
                    <a:pt x="33434" y="0"/>
                  </a:moveTo>
                  <a:lnTo>
                    <a:pt x="66869" y="67562"/>
                  </a:lnTo>
                  <a:lnTo>
                    <a:pt x="0" y="67562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3" name="pg1102"/>
            <p:cNvSpPr/>
            <p:nvPr/>
          </p:nvSpPr>
          <p:spPr>
            <a:xfrm>
              <a:off x="3820081" y="5713867"/>
              <a:ext cx="66869" cy="67562"/>
            </a:xfrm>
            <a:custGeom>
              <a:avLst/>
              <a:pathLst>
                <a:path w="66869" h="67562">
                  <a:moveTo>
                    <a:pt x="33434" y="67562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4" name="pg1103"/>
            <p:cNvSpPr/>
            <p:nvPr/>
          </p:nvSpPr>
          <p:spPr>
            <a:xfrm>
              <a:off x="3820081" y="5704215"/>
              <a:ext cx="66869" cy="67562"/>
            </a:xfrm>
            <a:custGeom>
              <a:avLst/>
              <a:pathLst>
                <a:path w="66869" h="67562">
                  <a:moveTo>
                    <a:pt x="33434" y="0"/>
                  </a:moveTo>
                  <a:lnTo>
                    <a:pt x="66869" y="67562"/>
                  </a:lnTo>
                  <a:lnTo>
                    <a:pt x="0" y="67562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5" name="pg1104"/>
            <p:cNvSpPr/>
            <p:nvPr/>
          </p:nvSpPr>
          <p:spPr>
            <a:xfrm>
              <a:off x="3829741" y="5717165"/>
              <a:ext cx="66869" cy="67562"/>
            </a:xfrm>
            <a:custGeom>
              <a:avLst/>
              <a:pathLst>
                <a:path w="66869" h="67562">
                  <a:moveTo>
                    <a:pt x="33434" y="67562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6" name="pg1105"/>
            <p:cNvSpPr/>
            <p:nvPr/>
          </p:nvSpPr>
          <p:spPr>
            <a:xfrm>
              <a:off x="3829741" y="5707513"/>
              <a:ext cx="66869" cy="67562"/>
            </a:xfrm>
            <a:custGeom>
              <a:avLst/>
              <a:pathLst>
                <a:path w="66869" h="67562">
                  <a:moveTo>
                    <a:pt x="33434" y="0"/>
                  </a:moveTo>
                  <a:lnTo>
                    <a:pt x="66869" y="67562"/>
                  </a:lnTo>
                  <a:lnTo>
                    <a:pt x="0" y="67562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7" name="pg1106"/>
            <p:cNvSpPr/>
            <p:nvPr/>
          </p:nvSpPr>
          <p:spPr>
            <a:xfrm>
              <a:off x="3844230" y="5718117"/>
              <a:ext cx="66869" cy="67562"/>
            </a:xfrm>
            <a:custGeom>
              <a:avLst/>
              <a:pathLst>
                <a:path w="66869" h="67562">
                  <a:moveTo>
                    <a:pt x="33434" y="67562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8" name="pg1107"/>
            <p:cNvSpPr/>
            <p:nvPr/>
          </p:nvSpPr>
          <p:spPr>
            <a:xfrm>
              <a:off x="3844230" y="5708465"/>
              <a:ext cx="66869" cy="67562"/>
            </a:xfrm>
            <a:custGeom>
              <a:avLst/>
              <a:pathLst>
                <a:path w="66869" h="67562">
                  <a:moveTo>
                    <a:pt x="33434" y="0"/>
                  </a:moveTo>
                  <a:lnTo>
                    <a:pt x="66869" y="67562"/>
                  </a:lnTo>
                  <a:lnTo>
                    <a:pt x="0" y="67562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9" name="pg1108"/>
            <p:cNvSpPr/>
            <p:nvPr/>
          </p:nvSpPr>
          <p:spPr>
            <a:xfrm>
              <a:off x="3853890" y="5720030"/>
              <a:ext cx="66869" cy="67562"/>
            </a:xfrm>
            <a:custGeom>
              <a:avLst/>
              <a:pathLst>
                <a:path w="66869" h="67562">
                  <a:moveTo>
                    <a:pt x="33434" y="67562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0" name="pg1109"/>
            <p:cNvSpPr/>
            <p:nvPr/>
          </p:nvSpPr>
          <p:spPr>
            <a:xfrm>
              <a:off x="3853890" y="5710378"/>
              <a:ext cx="66869" cy="67562"/>
            </a:xfrm>
            <a:custGeom>
              <a:avLst/>
              <a:pathLst>
                <a:path w="66869" h="67562">
                  <a:moveTo>
                    <a:pt x="33434" y="0"/>
                  </a:moveTo>
                  <a:lnTo>
                    <a:pt x="66869" y="67562"/>
                  </a:lnTo>
                  <a:lnTo>
                    <a:pt x="0" y="67562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1" name="pg1110"/>
            <p:cNvSpPr/>
            <p:nvPr/>
          </p:nvSpPr>
          <p:spPr>
            <a:xfrm>
              <a:off x="3868379" y="5720804"/>
              <a:ext cx="66869" cy="67562"/>
            </a:xfrm>
            <a:custGeom>
              <a:avLst/>
              <a:pathLst>
                <a:path w="66869" h="67562">
                  <a:moveTo>
                    <a:pt x="33434" y="67562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2" name="pg1111"/>
            <p:cNvSpPr/>
            <p:nvPr/>
          </p:nvSpPr>
          <p:spPr>
            <a:xfrm>
              <a:off x="3868379" y="5711152"/>
              <a:ext cx="66869" cy="67562"/>
            </a:xfrm>
            <a:custGeom>
              <a:avLst/>
              <a:pathLst>
                <a:path w="66869" h="67562">
                  <a:moveTo>
                    <a:pt x="33434" y="0"/>
                  </a:moveTo>
                  <a:lnTo>
                    <a:pt x="66869" y="67562"/>
                  </a:lnTo>
                  <a:lnTo>
                    <a:pt x="0" y="67562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3" name="pg1112"/>
            <p:cNvSpPr/>
            <p:nvPr/>
          </p:nvSpPr>
          <p:spPr>
            <a:xfrm>
              <a:off x="3878039" y="5721256"/>
              <a:ext cx="66869" cy="67562"/>
            </a:xfrm>
            <a:custGeom>
              <a:avLst/>
              <a:pathLst>
                <a:path w="66869" h="67562">
                  <a:moveTo>
                    <a:pt x="33434" y="67562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4" name="pg1113"/>
            <p:cNvSpPr/>
            <p:nvPr/>
          </p:nvSpPr>
          <p:spPr>
            <a:xfrm>
              <a:off x="3878039" y="5711605"/>
              <a:ext cx="66869" cy="67562"/>
            </a:xfrm>
            <a:custGeom>
              <a:avLst/>
              <a:pathLst>
                <a:path w="66869" h="67562">
                  <a:moveTo>
                    <a:pt x="33434" y="0"/>
                  </a:moveTo>
                  <a:lnTo>
                    <a:pt x="66869" y="67562"/>
                  </a:lnTo>
                  <a:lnTo>
                    <a:pt x="0" y="67562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5" name="pg1114"/>
            <p:cNvSpPr/>
            <p:nvPr/>
          </p:nvSpPr>
          <p:spPr>
            <a:xfrm>
              <a:off x="3892528" y="5722316"/>
              <a:ext cx="66869" cy="67562"/>
            </a:xfrm>
            <a:custGeom>
              <a:avLst/>
              <a:pathLst>
                <a:path w="66869" h="67562">
                  <a:moveTo>
                    <a:pt x="33434" y="67562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6" name="pg1115"/>
            <p:cNvSpPr/>
            <p:nvPr/>
          </p:nvSpPr>
          <p:spPr>
            <a:xfrm>
              <a:off x="3892528" y="5712664"/>
              <a:ext cx="66869" cy="67562"/>
            </a:xfrm>
            <a:custGeom>
              <a:avLst/>
              <a:pathLst>
                <a:path w="66869" h="67562">
                  <a:moveTo>
                    <a:pt x="33434" y="0"/>
                  </a:moveTo>
                  <a:lnTo>
                    <a:pt x="66869" y="67562"/>
                  </a:lnTo>
                  <a:lnTo>
                    <a:pt x="0" y="67562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7" name="pg1116"/>
            <p:cNvSpPr/>
            <p:nvPr/>
          </p:nvSpPr>
          <p:spPr>
            <a:xfrm>
              <a:off x="3902188" y="5723336"/>
              <a:ext cx="66869" cy="67562"/>
            </a:xfrm>
            <a:custGeom>
              <a:avLst/>
              <a:pathLst>
                <a:path w="66869" h="67562">
                  <a:moveTo>
                    <a:pt x="33434" y="67562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8" name="pg1117"/>
            <p:cNvSpPr/>
            <p:nvPr/>
          </p:nvSpPr>
          <p:spPr>
            <a:xfrm>
              <a:off x="3902188" y="5713684"/>
              <a:ext cx="66869" cy="67562"/>
            </a:xfrm>
            <a:custGeom>
              <a:avLst/>
              <a:pathLst>
                <a:path w="66869" h="67562">
                  <a:moveTo>
                    <a:pt x="33434" y="0"/>
                  </a:moveTo>
                  <a:lnTo>
                    <a:pt x="66869" y="67562"/>
                  </a:lnTo>
                  <a:lnTo>
                    <a:pt x="0" y="67562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9" name="pg1118"/>
            <p:cNvSpPr/>
            <p:nvPr/>
          </p:nvSpPr>
          <p:spPr>
            <a:xfrm>
              <a:off x="3921507" y="5724484"/>
              <a:ext cx="66869" cy="67562"/>
            </a:xfrm>
            <a:custGeom>
              <a:avLst/>
              <a:pathLst>
                <a:path w="66869" h="67562">
                  <a:moveTo>
                    <a:pt x="33434" y="67562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0" name="pg1119"/>
            <p:cNvSpPr/>
            <p:nvPr/>
          </p:nvSpPr>
          <p:spPr>
            <a:xfrm>
              <a:off x="3921507" y="5714832"/>
              <a:ext cx="66869" cy="67562"/>
            </a:xfrm>
            <a:custGeom>
              <a:avLst/>
              <a:pathLst>
                <a:path w="66869" h="67562">
                  <a:moveTo>
                    <a:pt x="33434" y="0"/>
                  </a:moveTo>
                  <a:lnTo>
                    <a:pt x="66869" y="67562"/>
                  </a:lnTo>
                  <a:lnTo>
                    <a:pt x="0" y="67562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1" name="pg1120"/>
            <p:cNvSpPr/>
            <p:nvPr/>
          </p:nvSpPr>
          <p:spPr>
            <a:xfrm>
              <a:off x="3935996" y="5725083"/>
              <a:ext cx="66869" cy="67562"/>
            </a:xfrm>
            <a:custGeom>
              <a:avLst/>
              <a:pathLst>
                <a:path w="66869" h="67562">
                  <a:moveTo>
                    <a:pt x="33434" y="67562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2" name="pg1121"/>
            <p:cNvSpPr/>
            <p:nvPr/>
          </p:nvSpPr>
          <p:spPr>
            <a:xfrm>
              <a:off x="3935996" y="5715431"/>
              <a:ext cx="66869" cy="67562"/>
            </a:xfrm>
            <a:custGeom>
              <a:avLst/>
              <a:pathLst>
                <a:path w="66869" h="67562">
                  <a:moveTo>
                    <a:pt x="33434" y="0"/>
                  </a:moveTo>
                  <a:lnTo>
                    <a:pt x="66869" y="67562"/>
                  </a:lnTo>
                  <a:lnTo>
                    <a:pt x="0" y="67562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3" name="pg1122"/>
            <p:cNvSpPr/>
            <p:nvPr/>
          </p:nvSpPr>
          <p:spPr>
            <a:xfrm>
              <a:off x="3950486" y="5726333"/>
              <a:ext cx="66869" cy="67562"/>
            </a:xfrm>
            <a:custGeom>
              <a:avLst/>
              <a:pathLst>
                <a:path w="66869" h="67562">
                  <a:moveTo>
                    <a:pt x="33434" y="67562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4" name="pg1123"/>
            <p:cNvSpPr/>
            <p:nvPr/>
          </p:nvSpPr>
          <p:spPr>
            <a:xfrm>
              <a:off x="3950486" y="5716681"/>
              <a:ext cx="66869" cy="67562"/>
            </a:xfrm>
            <a:custGeom>
              <a:avLst/>
              <a:pathLst>
                <a:path w="66869" h="67562">
                  <a:moveTo>
                    <a:pt x="33434" y="0"/>
                  </a:moveTo>
                  <a:lnTo>
                    <a:pt x="66869" y="67562"/>
                  </a:lnTo>
                  <a:lnTo>
                    <a:pt x="0" y="67562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5" name="pg1124"/>
            <p:cNvSpPr/>
            <p:nvPr/>
          </p:nvSpPr>
          <p:spPr>
            <a:xfrm>
              <a:off x="3964975" y="5728007"/>
              <a:ext cx="66869" cy="67562"/>
            </a:xfrm>
            <a:custGeom>
              <a:avLst/>
              <a:pathLst>
                <a:path w="66869" h="67562">
                  <a:moveTo>
                    <a:pt x="33434" y="67562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6" name="pg1125"/>
            <p:cNvSpPr/>
            <p:nvPr/>
          </p:nvSpPr>
          <p:spPr>
            <a:xfrm>
              <a:off x="3964975" y="5718355"/>
              <a:ext cx="66869" cy="67562"/>
            </a:xfrm>
            <a:custGeom>
              <a:avLst/>
              <a:pathLst>
                <a:path w="66869" h="67562">
                  <a:moveTo>
                    <a:pt x="33434" y="0"/>
                  </a:moveTo>
                  <a:lnTo>
                    <a:pt x="66869" y="67562"/>
                  </a:lnTo>
                  <a:lnTo>
                    <a:pt x="0" y="67562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7" name="pg1126"/>
            <p:cNvSpPr/>
            <p:nvPr/>
          </p:nvSpPr>
          <p:spPr>
            <a:xfrm>
              <a:off x="3974635" y="5728416"/>
              <a:ext cx="66869" cy="67562"/>
            </a:xfrm>
            <a:custGeom>
              <a:avLst/>
              <a:pathLst>
                <a:path w="66869" h="67562">
                  <a:moveTo>
                    <a:pt x="33434" y="67562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8" name="pg1127"/>
            <p:cNvSpPr/>
            <p:nvPr/>
          </p:nvSpPr>
          <p:spPr>
            <a:xfrm>
              <a:off x="3974635" y="5718765"/>
              <a:ext cx="66869" cy="67562"/>
            </a:xfrm>
            <a:custGeom>
              <a:avLst/>
              <a:pathLst>
                <a:path w="66869" h="67562">
                  <a:moveTo>
                    <a:pt x="33434" y="0"/>
                  </a:moveTo>
                  <a:lnTo>
                    <a:pt x="66869" y="67562"/>
                  </a:lnTo>
                  <a:lnTo>
                    <a:pt x="0" y="67562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9" name="pg1128"/>
            <p:cNvSpPr/>
            <p:nvPr/>
          </p:nvSpPr>
          <p:spPr>
            <a:xfrm>
              <a:off x="3989124" y="5729336"/>
              <a:ext cx="66869" cy="67562"/>
            </a:xfrm>
            <a:custGeom>
              <a:avLst/>
              <a:pathLst>
                <a:path w="66869" h="67562">
                  <a:moveTo>
                    <a:pt x="33434" y="67562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0" name="pg1129"/>
            <p:cNvSpPr/>
            <p:nvPr/>
          </p:nvSpPr>
          <p:spPr>
            <a:xfrm>
              <a:off x="3989124" y="5719684"/>
              <a:ext cx="66869" cy="67562"/>
            </a:xfrm>
            <a:custGeom>
              <a:avLst/>
              <a:pathLst>
                <a:path w="66869" h="67562">
                  <a:moveTo>
                    <a:pt x="33434" y="0"/>
                  </a:moveTo>
                  <a:lnTo>
                    <a:pt x="66869" y="67562"/>
                  </a:lnTo>
                  <a:lnTo>
                    <a:pt x="0" y="67562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1" name="pg1130"/>
            <p:cNvSpPr/>
            <p:nvPr/>
          </p:nvSpPr>
          <p:spPr>
            <a:xfrm>
              <a:off x="4003613" y="5729017"/>
              <a:ext cx="66869" cy="67562"/>
            </a:xfrm>
            <a:custGeom>
              <a:avLst/>
              <a:pathLst>
                <a:path w="66869" h="67562">
                  <a:moveTo>
                    <a:pt x="33434" y="67562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2" name="pg1131"/>
            <p:cNvSpPr/>
            <p:nvPr/>
          </p:nvSpPr>
          <p:spPr>
            <a:xfrm>
              <a:off x="4003613" y="5719365"/>
              <a:ext cx="66869" cy="67562"/>
            </a:xfrm>
            <a:custGeom>
              <a:avLst/>
              <a:pathLst>
                <a:path w="66869" h="67562">
                  <a:moveTo>
                    <a:pt x="33434" y="0"/>
                  </a:moveTo>
                  <a:lnTo>
                    <a:pt x="66869" y="67562"/>
                  </a:lnTo>
                  <a:lnTo>
                    <a:pt x="0" y="67562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3" name="pg1132"/>
            <p:cNvSpPr/>
            <p:nvPr/>
          </p:nvSpPr>
          <p:spPr>
            <a:xfrm>
              <a:off x="4018103" y="5728912"/>
              <a:ext cx="66869" cy="67562"/>
            </a:xfrm>
            <a:custGeom>
              <a:avLst/>
              <a:pathLst>
                <a:path w="66869" h="67562">
                  <a:moveTo>
                    <a:pt x="33434" y="67562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4" name="pg1133"/>
            <p:cNvSpPr/>
            <p:nvPr/>
          </p:nvSpPr>
          <p:spPr>
            <a:xfrm>
              <a:off x="4018103" y="5719260"/>
              <a:ext cx="66869" cy="67562"/>
            </a:xfrm>
            <a:custGeom>
              <a:avLst/>
              <a:pathLst>
                <a:path w="66869" h="67562">
                  <a:moveTo>
                    <a:pt x="33434" y="0"/>
                  </a:moveTo>
                  <a:lnTo>
                    <a:pt x="66869" y="67562"/>
                  </a:lnTo>
                  <a:lnTo>
                    <a:pt x="0" y="67562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5" name="pg1134"/>
            <p:cNvSpPr/>
            <p:nvPr/>
          </p:nvSpPr>
          <p:spPr>
            <a:xfrm>
              <a:off x="4027762" y="5729665"/>
              <a:ext cx="66869" cy="67562"/>
            </a:xfrm>
            <a:custGeom>
              <a:avLst/>
              <a:pathLst>
                <a:path w="66869" h="67562">
                  <a:moveTo>
                    <a:pt x="33434" y="67562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6" name="pg1135"/>
            <p:cNvSpPr/>
            <p:nvPr/>
          </p:nvSpPr>
          <p:spPr>
            <a:xfrm>
              <a:off x="4027762" y="5720013"/>
              <a:ext cx="66869" cy="67562"/>
            </a:xfrm>
            <a:custGeom>
              <a:avLst/>
              <a:pathLst>
                <a:path w="66869" h="67562">
                  <a:moveTo>
                    <a:pt x="33434" y="0"/>
                  </a:moveTo>
                  <a:lnTo>
                    <a:pt x="66869" y="67562"/>
                  </a:lnTo>
                  <a:lnTo>
                    <a:pt x="0" y="67562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7" name="pl1136"/>
            <p:cNvSpPr/>
            <p:nvPr/>
          </p:nvSpPr>
          <p:spPr>
            <a:xfrm>
              <a:off x="1501409" y="3764598"/>
              <a:ext cx="2704681" cy="2005780"/>
            </a:xfrm>
            <a:custGeom>
              <a:avLst/>
              <a:pathLst>
                <a:path w="2704681" h="2005780">
                  <a:moveTo>
                    <a:pt x="0" y="0"/>
                  </a:moveTo>
                  <a:lnTo>
                    <a:pt x="34236" y="78536"/>
                  </a:lnTo>
                  <a:lnTo>
                    <a:pt x="68472" y="154595"/>
                  </a:lnTo>
                  <a:lnTo>
                    <a:pt x="102709" y="228193"/>
                  </a:lnTo>
                  <a:lnTo>
                    <a:pt x="136945" y="299348"/>
                  </a:lnTo>
                  <a:lnTo>
                    <a:pt x="171182" y="368079"/>
                  </a:lnTo>
                  <a:lnTo>
                    <a:pt x="205418" y="434404"/>
                  </a:lnTo>
                  <a:lnTo>
                    <a:pt x="239655" y="498341"/>
                  </a:lnTo>
                  <a:lnTo>
                    <a:pt x="273891" y="559908"/>
                  </a:lnTo>
                  <a:lnTo>
                    <a:pt x="308128" y="619123"/>
                  </a:lnTo>
                  <a:lnTo>
                    <a:pt x="342364" y="676003"/>
                  </a:lnTo>
                  <a:lnTo>
                    <a:pt x="376601" y="730568"/>
                  </a:lnTo>
                  <a:lnTo>
                    <a:pt x="410837" y="782835"/>
                  </a:lnTo>
                  <a:lnTo>
                    <a:pt x="445074" y="832822"/>
                  </a:lnTo>
                  <a:lnTo>
                    <a:pt x="479310" y="880673"/>
                  </a:lnTo>
                  <a:lnTo>
                    <a:pt x="513547" y="926412"/>
                  </a:lnTo>
                  <a:lnTo>
                    <a:pt x="547783" y="969893"/>
                  </a:lnTo>
                  <a:lnTo>
                    <a:pt x="582020" y="1010973"/>
                  </a:lnTo>
                  <a:lnTo>
                    <a:pt x="616256" y="1049508"/>
                  </a:lnTo>
                  <a:lnTo>
                    <a:pt x="650493" y="1085336"/>
                  </a:lnTo>
                  <a:lnTo>
                    <a:pt x="684729" y="1116537"/>
                  </a:lnTo>
                  <a:lnTo>
                    <a:pt x="718966" y="1142769"/>
                  </a:lnTo>
                  <a:lnTo>
                    <a:pt x="753202" y="1165321"/>
                  </a:lnTo>
                  <a:lnTo>
                    <a:pt x="787439" y="1185482"/>
                  </a:lnTo>
                  <a:lnTo>
                    <a:pt x="821675" y="1204542"/>
                  </a:lnTo>
                  <a:lnTo>
                    <a:pt x="855912" y="1223791"/>
                  </a:lnTo>
                  <a:lnTo>
                    <a:pt x="890148" y="1244718"/>
                  </a:lnTo>
                  <a:lnTo>
                    <a:pt x="924384" y="1267222"/>
                  </a:lnTo>
                  <a:lnTo>
                    <a:pt x="958621" y="1288945"/>
                  </a:lnTo>
                  <a:lnTo>
                    <a:pt x="992857" y="1307464"/>
                  </a:lnTo>
                  <a:lnTo>
                    <a:pt x="1027094" y="1319572"/>
                  </a:lnTo>
                  <a:lnTo>
                    <a:pt x="1061330" y="1325572"/>
                  </a:lnTo>
                  <a:lnTo>
                    <a:pt x="1095567" y="1331029"/>
                  </a:lnTo>
                  <a:lnTo>
                    <a:pt x="1129803" y="1335036"/>
                  </a:lnTo>
                  <a:lnTo>
                    <a:pt x="1164040" y="1334215"/>
                  </a:lnTo>
                  <a:lnTo>
                    <a:pt x="1198276" y="1338720"/>
                  </a:lnTo>
                  <a:lnTo>
                    <a:pt x="1232513" y="1347987"/>
                  </a:lnTo>
                  <a:lnTo>
                    <a:pt x="1266749" y="1358241"/>
                  </a:lnTo>
                  <a:lnTo>
                    <a:pt x="1300986" y="1365708"/>
                  </a:lnTo>
                  <a:lnTo>
                    <a:pt x="1335222" y="1363750"/>
                  </a:lnTo>
                  <a:lnTo>
                    <a:pt x="1369459" y="1365317"/>
                  </a:lnTo>
                  <a:lnTo>
                    <a:pt x="1403695" y="1378650"/>
                  </a:lnTo>
                  <a:lnTo>
                    <a:pt x="1437932" y="1391372"/>
                  </a:lnTo>
                  <a:lnTo>
                    <a:pt x="1472168" y="1411870"/>
                  </a:lnTo>
                  <a:lnTo>
                    <a:pt x="1506405" y="1446832"/>
                  </a:lnTo>
                  <a:lnTo>
                    <a:pt x="1540641" y="1489593"/>
                  </a:lnTo>
                  <a:lnTo>
                    <a:pt x="1574878" y="1532249"/>
                  </a:lnTo>
                  <a:lnTo>
                    <a:pt x="1609114" y="1576876"/>
                  </a:lnTo>
                  <a:lnTo>
                    <a:pt x="1643351" y="1632041"/>
                  </a:lnTo>
                  <a:lnTo>
                    <a:pt x="1677587" y="1690678"/>
                  </a:lnTo>
                  <a:lnTo>
                    <a:pt x="1711824" y="1745500"/>
                  </a:lnTo>
                  <a:lnTo>
                    <a:pt x="1746060" y="1789220"/>
                  </a:lnTo>
                  <a:lnTo>
                    <a:pt x="1780297" y="1823029"/>
                  </a:lnTo>
                  <a:lnTo>
                    <a:pt x="1814533" y="1854968"/>
                  </a:lnTo>
                  <a:lnTo>
                    <a:pt x="1848769" y="1884768"/>
                  </a:lnTo>
                  <a:lnTo>
                    <a:pt x="1883006" y="1912116"/>
                  </a:lnTo>
                  <a:lnTo>
                    <a:pt x="1917242" y="1936704"/>
                  </a:lnTo>
                  <a:lnTo>
                    <a:pt x="1951479" y="1958219"/>
                  </a:lnTo>
                  <a:lnTo>
                    <a:pt x="1985715" y="1976352"/>
                  </a:lnTo>
                  <a:lnTo>
                    <a:pt x="2019952" y="1990790"/>
                  </a:lnTo>
                  <a:lnTo>
                    <a:pt x="2054188" y="1999923"/>
                  </a:lnTo>
                  <a:lnTo>
                    <a:pt x="2088425" y="2003775"/>
                  </a:lnTo>
                  <a:lnTo>
                    <a:pt x="2122661" y="2004186"/>
                  </a:lnTo>
                  <a:lnTo>
                    <a:pt x="2156898" y="2002997"/>
                  </a:lnTo>
                  <a:lnTo>
                    <a:pt x="2191134" y="2002049"/>
                  </a:lnTo>
                  <a:lnTo>
                    <a:pt x="2225371" y="2003184"/>
                  </a:lnTo>
                  <a:lnTo>
                    <a:pt x="2259607" y="2005586"/>
                  </a:lnTo>
                  <a:lnTo>
                    <a:pt x="2293844" y="2005780"/>
                  </a:lnTo>
                  <a:lnTo>
                    <a:pt x="2328080" y="2004973"/>
                  </a:lnTo>
                  <a:lnTo>
                    <a:pt x="2362317" y="2004228"/>
                  </a:lnTo>
                  <a:lnTo>
                    <a:pt x="2396553" y="2002440"/>
                  </a:lnTo>
                  <a:lnTo>
                    <a:pt x="2430790" y="1999484"/>
                  </a:lnTo>
                  <a:lnTo>
                    <a:pt x="2465026" y="1995610"/>
                  </a:lnTo>
                  <a:lnTo>
                    <a:pt x="2499263" y="1991089"/>
                  </a:lnTo>
                  <a:lnTo>
                    <a:pt x="2533499" y="1986260"/>
                  </a:lnTo>
                  <a:lnTo>
                    <a:pt x="2567736" y="1981016"/>
                  </a:lnTo>
                  <a:lnTo>
                    <a:pt x="2601972" y="1975150"/>
                  </a:lnTo>
                  <a:lnTo>
                    <a:pt x="2636209" y="1968455"/>
                  </a:lnTo>
                  <a:lnTo>
                    <a:pt x="2670445" y="1960723"/>
                  </a:lnTo>
                  <a:lnTo>
                    <a:pt x="2704681" y="1951748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8" name="tx1137"/>
            <p:cNvSpPr/>
            <p:nvPr/>
          </p:nvSpPr>
          <p:spPr>
            <a:xfrm>
              <a:off x="1148183" y="5732208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1139" name="tx1138"/>
            <p:cNvSpPr/>
            <p:nvPr/>
          </p:nvSpPr>
          <p:spPr>
            <a:xfrm>
              <a:off x="1148183" y="4211681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</a:t>
              </a:r>
            </a:p>
          </p:txBody>
        </p:sp>
        <p:sp>
          <p:nvSpPr>
            <p:cNvPr id="1140" name="tx1139"/>
            <p:cNvSpPr/>
            <p:nvPr/>
          </p:nvSpPr>
          <p:spPr>
            <a:xfrm>
              <a:off x="1148183" y="2691153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</a:t>
              </a:r>
            </a:p>
          </p:txBody>
        </p:sp>
        <p:sp>
          <p:nvSpPr>
            <p:cNvPr id="1141" name="tx1140"/>
            <p:cNvSpPr/>
            <p:nvPr/>
          </p:nvSpPr>
          <p:spPr>
            <a:xfrm>
              <a:off x="1148183" y="1170626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1.5</a:t>
              </a:r>
            </a:p>
          </p:txBody>
        </p:sp>
        <p:sp>
          <p:nvSpPr>
            <p:cNvPr id="1142" name="pl1141"/>
            <p:cNvSpPr/>
            <p:nvPr/>
          </p:nvSpPr>
          <p:spPr>
            <a:xfrm>
              <a:off x="1331380" y="577390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3" name="pl1142"/>
            <p:cNvSpPr/>
            <p:nvPr/>
          </p:nvSpPr>
          <p:spPr>
            <a:xfrm>
              <a:off x="1331380" y="425337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4" name="pl1143"/>
            <p:cNvSpPr/>
            <p:nvPr/>
          </p:nvSpPr>
          <p:spPr>
            <a:xfrm>
              <a:off x="1331380" y="273284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5" name="pl1144"/>
            <p:cNvSpPr/>
            <p:nvPr/>
          </p:nvSpPr>
          <p:spPr>
            <a:xfrm>
              <a:off x="1331380" y="121231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6" name="pl1145"/>
            <p:cNvSpPr/>
            <p:nvPr/>
          </p:nvSpPr>
          <p:spPr>
            <a:xfrm>
              <a:off x="1438622" y="60008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7" name="pl1146"/>
            <p:cNvSpPr/>
            <p:nvPr/>
          </p:nvSpPr>
          <p:spPr>
            <a:xfrm>
              <a:off x="1921600" y="60008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8" name="pl1147"/>
            <p:cNvSpPr/>
            <p:nvPr/>
          </p:nvSpPr>
          <p:spPr>
            <a:xfrm>
              <a:off x="2404579" y="60008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9" name="pl1148"/>
            <p:cNvSpPr/>
            <p:nvPr/>
          </p:nvSpPr>
          <p:spPr>
            <a:xfrm>
              <a:off x="2887558" y="60008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0" name="pl1149"/>
            <p:cNvSpPr/>
            <p:nvPr/>
          </p:nvSpPr>
          <p:spPr>
            <a:xfrm>
              <a:off x="3370537" y="60008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1" name="pl1150"/>
            <p:cNvSpPr/>
            <p:nvPr/>
          </p:nvSpPr>
          <p:spPr>
            <a:xfrm>
              <a:off x="3853516" y="60008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2" name="pl1151"/>
            <p:cNvSpPr/>
            <p:nvPr/>
          </p:nvSpPr>
          <p:spPr>
            <a:xfrm>
              <a:off x="4336495" y="6000866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3" name="tx1152"/>
            <p:cNvSpPr/>
            <p:nvPr/>
          </p:nvSpPr>
          <p:spPr>
            <a:xfrm>
              <a:off x="1360941" y="6061750"/>
              <a:ext cx="155361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0.3</a:t>
              </a:r>
            </a:p>
          </p:txBody>
        </p:sp>
        <p:sp>
          <p:nvSpPr>
            <p:cNvPr id="1154" name="tx1153"/>
            <p:cNvSpPr/>
            <p:nvPr/>
          </p:nvSpPr>
          <p:spPr>
            <a:xfrm>
              <a:off x="1843920" y="6061805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0.4</a:t>
              </a:r>
            </a:p>
          </p:txBody>
        </p:sp>
        <p:sp>
          <p:nvSpPr>
            <p:cNvPr id="1155" name="tx1154"/>
            <p:cNvSpPr/>
            <p:nvPr/>
          </p:nvSpPr>
          <p:spPr>
            <a:xfrm>
              <a:off x="2326899" y="6061805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</a:t>
              </a:r>
            </a:p>
          </p:txBody>
        </p:sp>
        <p:sp>
          <p:nvSpPr>
            <p:cNvPr id="1156" name="tx1155"/>
            <p:cNvSpPr/>
            <p:nvPr/>
          </p:nvSpPr>
          <p:spPr>
            <a:xfrm>
              <a:off x="2809878" y="6061805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0.6</a:t>
              </a:r>
            </a:p>
          </p:txBody>
        </p:sp>
        <p:sp>
          <p:nvSpPr>
            <p:cNvPr id="1157" name="tx1156"/>
            <p:cNvSpPr/>
            <p:nvPr/>
          </p:nvSpPr>
          <p:spPr>
            <a:xfrm>
              <a:off x="3292856" y="6061805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</a:t>
              </a:r>
            </a:p>
          </p:txBody>
        </p:sp>
        <p:sp>
          <p:nvSpPr>
            <p:cNvPr id="1158" name="tx1157"/>
            <p:cNvSpPr/>
            <p:nvPr/>
          </p:nvSpPr>
          <p:spPr>
            <a:xfrm>
              <a:off x="3775835" y="6061805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0.8</a:t>
              </a:r>
            </a:p>
          </p:txBody>
        </p:sp>
        <p:sp>
          <p:nvSpPr>
            <p:cNvPr id="1159" name="tx1158"/>
            <p:cNvSpPr/>
            <p:nvPr/>
          </p:nvSpPr>
          <p:spPr>
            <a:xfrm>
              <a:off x="4258814" y="6061805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0.9</a:t>
              </a:r>
            </a:p>
          </p:txBody>
        </p:sp>
        <p:sp>
          <p:nvSpPr>
            <p:cNvPr id="1160" name="tx1159"/>
            <p:cNvSpPr/>
            <p:nvPr/>
          </p:nvSpPr>
          <p:spPr>
            <a:xfrm>
              <a:off x="2737310" y="6198400"/>
              <a:ext cx="232878" cy="1034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SDI</a:t>
              </a:r>
            </a:p>
          </p:txBody>
        </p:sp>
        <p:sp>
          <p:nvSpPr>
            <p:cNvPr id="1161" name="tx1160"/>
            <p:cNvSpPr/>
            <p:nvPr/>
          </p:nvSpPr>
          <p:spPr>
            <a:xfrm rot="-5400000">
              <a:off x="888661" y="3440722"/>
              <a:ext cx="287244" cy="1034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ASR</a:t>
              </a:r>
            </a:p>
          </p:txBody>
        </p:sp>
        <p:sp>
          <p:nvSpPr>
            <p:cNvPr id="1162" name="rc1161"/>
            <p:cNvSpPr/>
            <p:nvPr/>
          </p:nvSpPr>
          <p:spPr>
            <a:xfrm>
              <a:off x="4480503" y="1348240"/>
              <a:ext cx="1850707" cy="428837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3" name="tx1162"/>
            <p:cNvSpPr/>
            <p:nvPr/>
          </p:nvSpPr>
          <p:spPr>
            <a:xfrm>
              <a:off x="4550092" y="1430892"/>
              <a:ext cx="481514" cy="101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location</a:t>
              </a:r>
            </a:p>
          </p:txBody>
        </p:sp>
        <p:sp>
          <p:nvSpPr>
            <p:cNvPr id="1164" name="rc1163"/>
            <p:cNvSpPr/>
            <p:nvPr/>
          </p:nvSpPr>
          <p:spPr>
            <a:xfrm>
              <a:off x="4550092" y="1616818"/>
              <a:ext cx="219455" cy="219456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5" name="pt1164"/>
            <p:cNvSpPr/>
            <p:nvPr/>
          </p:nvSpPr>
          <p:spPr>
            <a:xfrm>
              <a:off x="4634994" y="1701720"/>
              <a:ext cx="49651" cy="49651"/>
            </a:xfrm>
            <a:prstGeom prst="ellipse">
              <a:avLst/>
            </a:prstGeom>
            <a:ln w="9000" cap="rnd">
              <a:solidFill>
                <a:srgbClr val="4401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6" name="rc1165"/>
            <p:cNvSpPr/>
            <p:nvPr/>
          </p:nvSpPr>
          <p:spPr>
            <a:xfrm>
              <a:off x="4550092" y="1836274"/>
              <a:ext cx="219455" cy="219456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7" name="pg1166"/>
            <p:cNvSpPr/>
            <p:nvPr/>
          </p:nvSpPr>
          <p:spPr>
            <a:xfrm>
              <a:off x="4626385" y="1907394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ln w="9000" cap="rnd">
              <a:solidFill>
                <a:srgbClr val="48176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8" name="rc1167"/>
            <p:cNvSpPr/>
            <p:nvPr/>
          </p:nvSpPr>
          <p:spPr>
            <a:xfrm>
              <a:off x="4550092" y="2055730"/>
              <a:ext cx="219455" cy="219456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9" name="pl1168"/>
            <p:cNvSpPr/>
            <p:nvPr/>
          </p:nvSpPr>
          <p:spPr>
            <a:xfrm>
              <a:off x="4624711" y="2165458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0" name="pl1169"/>
            <p:cNvSpPr/>
            <p:nvPr/>
          </p:nvSpPr>
          <p:spPr>
            <a:xfrm>
              <a:off x="4659820" y="2130349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472A7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1" name="rc1170"/>
            <p:cNvSpPr/>
            <p:nvPr/>
          </p:nvSpPr>
          <p:spPr>
            <a:xfrm>
              <a:off x="4550092" y="2275186"/>
              <a:ext cx="219455" cy="219456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2" name="pl1171"/>
            <p:cNvSpPr/>
            <p:nvPr/>
          </p:nvSpPr>
          <p:spPr>
            <a:xfrm>
              <a:off x="4634994" y="2360088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3" name="pl1172"/>
            <p:cNvSpPr/>
            <p:nvPr/>
          </p:nvSpPr>
          <p:spPr>
            <a:xfrm>
              <a:off x="4634994" y="2360088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33D8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4" name="rc1173"/>
            <p:cNvSpPr/>
            <p:nvPr/>
          </p:nvSpPr>
          <p:spPr>
            <a:xfrm>
              <a:off x="4550092" y="2494642"/>
              <a:ext cx="219455" cy="219456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5" name="pg1174"/>
            <p:cNvSpPr/>
            <p:nvPr/>
          </p:nvSpPr>
          <p:spPr>
            <a:xfrm>
              <a:off x="4624711" y="2569261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3D4E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6" name="rc1175"/>
            <p:cNvSpPr/>
            <p:nvPr/>
          </p:nvSpPr>
          <p:spPr>
            <a:xfrm>
              <a:off x="4550092" y="2714098"/>
              <a:ext cx="219455" cy="219456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7" name="pg1176"/>
            <p:cNvSpPr/>
            <p:nvPr/>
          </p:nvSpPr>
          <p:spPr>
            <a:xfrm>
              <a:off x="4626385" y="2804522"/>
              <a:ext cx="66869" cy="57910"/>
            </a:xfrm>
            <a:custGeom>
              <a:avLst/>
              <a:pathLst>
                <a:path w="66869" h="57910">
                  <a:moveTo>
                    <a:pt x="33434" y="57910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355E8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8" name="rc1177"/>
            <p:cNvSpPr/>
            <p:nvPr/>
          </p:nvSpPr>
          <p:spPr>
            <a:xfrm>
              <a:off x="4550092" y="2933554"/>
              <a:ext cx="219455" cy="219456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9" name="rc1178"/>
            <p:cNvSpPr/>
            <p:nvPr/>
          </p:nvSpPr>
          <p:spPr>
            <a:xfrm>
              <a:off x="4634994" y="3018456"/>
              <a:ext cx="49651" cy="49651"/>
            </a:xfrm>
            <a:prstGeom prst="rect">
              <a:avLst/>
            </a:pr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0" name="pl1179"/>
            <p:cNvSpPr/>
            <p:nvPr/>
          </p:nvSpPr>
          <p:spPr>
            <a:xfrm>
              <a:off x="4634994" y="3018456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1" name="pl1180"/>
            <p:cNvSpPr/>
            <p:nvPr/>
          </p:nvSpPr>
          <p:spPr>
            <a:xfrm>
              <a:off x="4634994" y="3018456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E6D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2" name="rc1181"/>
            <p:cNvSpPr/>
            <p:nvPr/>
          </p:nvSpPr>
          <p:spPr>
            <a:xfrm>
              <a:off x="4550092" y="3153010"/>
              <a:ext cx="219455" cy="219455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3" name="pl1182"/>
            <p:cNvSpPr/>
            <p:nvPr/>
          </p:nvSpPr>
          <p:spPr>
            <a:xfrm>
              <a:off x="4634994" y="3237912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4" name="pl1183"/>
            <p:cNvSpPr/>
            <p:nvPr/>
          </p:nvSpPr>
          <p:spPr>
            <a:xfrm>
              <a:off x="4634994" y="3237912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5" name="pl1184"/>
            <p:cNvSpPr/>
            <p:nvPr/>
          </p:nvSpPr>
          <p:spPr>
            <a:xfrm>
              <a:off x="4624711" y="3262738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6" name="pl1185"/>
            <p:cNvSpPr/>
            <p:nvPr/>
          </p:nvSpPr>
          <p:spPr>
            <a:xfrm>
              <a:off x="4659820" y="3227629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97B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7" name="rc1186"/>
            <p:cNvSpPr/>
            <p:nvPr/>
          </p:nvSpPr>
          <p:spPr>
            <a:xfrm>
              <a:off x="4550092" y="3372466"/>
              <a:ext cx="219455" cy="219456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8" name="pl1187"/>
            <p:cNvSpPr/>
            <p:nvPr/>
          </p:nvSpPr>
          <p:spPr>
            <a:xfrm>
              <a:off x="4624711" y="3482194"/>
              <a:ext cx="70218" cy="0"/>
            </a:xfrm>
            <a:custGeom>
              <a:avLst/>
              <a:pathLst>
                <a:path w="70218" h="0">
                  <a:moveTo>
                    <a:pt x="0" y="0"/>
                  </a:moveTo>
                  <a:lnTo>
                    <a:pt x="70218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9" name="pl1188"/>
            <p:cNvSpPr/>
            <p:nvPr/>
          </p:nvSpPr>
          <p:spPr>
            <a:xfrm>
              <a:off x="4659820" y="3447085"/>
              <a:ext cx="0" cy="70218"/>
            </a:xfrm>
            <a:custGeom>
              <a:avLst/>
              <a:pathLst>
                <a:path w="0" h="70218">
                  <a:moveTo>
                    <a:pt x="0" y="7021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0" name="pg1189"/>
            <p:cNvSpPr/>
            <p:nvPr/>
          </p:nvSpPr>
          <p:spPr>
            <a:xfrm>
              <a:off x="4624711" y="3447085"/>
              <a:ext cx="70218" cy="70218"/>
            </a:xfrm>
            <a:custGeom>
              <a:avLst/>
              <a:pathLst>
                <a:path w="70218" h="70218">
                  <a:moveTo>
                    <a:pt x="0" y="35109"/>
                  </a:moveTo>
                  <a:lnTo>
                    <a:pt x="35109" y="0"/>
                  </a:lnTo>
                  <a:lnTo>
                    <a:pt x="70218" y="35109"/>
                  </a:lnTo>
                  <a:lnTo>
                    <a:pt x="35109" y="70218"/>
                  </a:lnTo>
                  <a:close/>
                </a:path>
              </a:pathLst>
            </a:custGeom>
            <a:ln w="9000" cap="rnd">
              <a:solidFill>
                <a:srgbClr val="23898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1" name="rc1190"/>
            <p:cNvSpPr/>
            <p:nvPr/>
          </p:nvSpPr>
          <p:spPr>
            <a:xfrm>
              <a:off x="4550092" y="3591922"/>
              <a:ext cx="219455" cy="219456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2" name="pt1191"/>
            <p:cNvSpPr/>
            <p:nvPr/>
          </p:nvSpPr>
          <p:spPr>
            <a:xfrm>
              <a:off x="4634994" y="3676824"/>
              <a:ext cx="49651" cy="49651"/>
            </a:xfrm>
            <a:prstGeom prst="ellipse">
              <a:avLst/>
            </a:pr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3" name="pl1192"/>
            <p:cNvSpPr/>
            <p:nvPr/>
          </p:nvSpPr>
          <p:spPr>
            <a:xfrm>
              <a:off x="4634994" y="3701650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4" name="pl1193"/>
            <p:cNvSpPr/>
            <p:nvPr/>
          </p:nvSpPr>
          <p:spPr>
            <a:xfrm>
              <a:off x="4659820" y="3676824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1F97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5" name="rc1194"/>
            <p:cNvSpPr/>
            <p:nvPr/>
          </p:nvSpPr>
          <p:spPr>
            <a:xfrm>
              <a:off x="4550092" y="3811378"/>
              <a:ext cx="219455" cy="219455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6" name="pg1195"/>
            <p:cNvSpPr/>
            <p:nvPr/>
          </p:nvSpPr>
          <p:spPr>
            <a:xfrm>
              <a:off x="4626385" y="3892150"/>
              <a:ext cx="66869" cy="67562"/>
            </a:xfrm>
            <a:custGeom>
              <a:avLst/>
              <a:pathLst>
                <a:path w="66869" h="67562">
                  <a:moveTo>
                    <a:pt x="33434" y="67562"/>
                  </a:moveTo>
                  <a:lnTo>
                    <a:pt x="66869" y="0"/>
                  </a:lnTo>
                  <a:lnTo>
                    <a:pt x="0" y="0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7" name="pg1196"/>
            <p:cNvSpPr/>
            <p:nvPr/>
          </p:nvSpPr>
          <p:spPr>
            <a:xfrm>
              <a:off x="4626385" y="3882498"/>
              <a:ext cx="66869" cy="67562"/>
            </a:xfrm>
            <a:custGeom>
              <a:avLst/>
              <a:pathLst>
                <a:path w="66869" h="67562">
                  <a:moveTo>
                    <a:pt x="33434" y="0"/>
                  </a:moveTo>
                  <a:lnTo>
                    <a:pt x="66869" y="67562"/>
                  </a:lnTo>
                  <a:lnTo>
                    <a:pt x="0" y="67562"/>
                  </a:lnTo>
                  <a:close/>
                </a:path>
              </a:pathLst>
            </a:custGeom>
            <a:ln w="9000" cap="rnd">
              <a:solidFill>
                <a:srgbClr val="21A5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8" name="rc1197"/>
            <p:cNvSpPr/>
            <p:nvPr/>
          </p:nvSpPr>
          <p:spPr>
            <a:xfrm>
              <a:off x="4550092" y="4030834"/>
              <a:ext cx="219455" cy="219455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9" name="pl1198"/>
            <p:cNvSpPr/>
            <p:nvPr/>
          </p:nvSpPr>
          <p:spPr>
            <a:xfrm>
              <a:off x="4634994" y="4140562"/>
              <a:ext cx="49651" cy="0"/>
            </a:xfrm>
            <a:custGeom>
              <a:avLst/>
              <a:pathLst>
                <a:path w="49651" h="0">
                  <a:moveTo>
                    <a:pt x="0" y="0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0" name="pl1199"/>
            <p:cNvSpPr/>
            <p:nvPr/>
          </p:nvSpPr>
          <p:spPr>
            <a:xfrm>
              <a:off x="4659820" y="4115736"/>
              <a:ext cx="0" cy="49651"/>
            </a:xfrm>
            <a:custGeom>
              <a:avLst/>
              <a:pathLst>
                <a:path w="0" h="49651">
                  <a:moveTo>
                    <a:pt x="0" y="49651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1" name="rc1200"/>
            <p:cNvSpPr/>
            <p:nvPr/>
          </p:nvSpPr>
          <p:spPr>
            <a:xfrm>
              <a:off x="4634994" y="4115736"/>
              <a:ext cx="49651" cy="49651"/>
            </a:xfrm>
            <a:prstGeom prst="rect">
              <a:avLst/>
            </a:prstGeom>
            <a:ln w="9000" cap="rnd">
              <a:solidFill>
                <a:srgbClr val="2EB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2" name="rc1201"/>
            <p:cNvSpPr/>
            <p:nvPr/>
          </p:nvSpPr>
          <p:spPr>
            <a:xfrm>
              <a:off x="4550092" y="4250290"/>
              <a:ext cx="219455" cy="219455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3" name="pt1202"/>
            <p:cNvSpPr/>
            <p:nvPr/>
          </p:nvSpPr>
          <p:spPr>
            <a:xfrm>
              <a:off x="4634994" y="4335192"/>
              <a:ext cx="49651" cy="49651"/>
            </a:xfrm>
            <a:prstGeom prst="ellipse">
              <a:avLst/>
            </a:pr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4" name="pl1203"/>
            <p:cNvSpPr/>
            <p:nvPr/>
          </p:nvSpPr>
          <p:spPr>
            <a:xfrm>
              <a:off x="4634994" y="4335192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0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5" name="pl1204"/>
            <p:cNvSpPr/>
            <p:nvPr/>
          </p:nvSpPr>
          <p:spPr>
            <a:xfrm>
              <a:off x="4634994" y="4335192"/>
              <a:ext cx="49651" cy="49651"/>
            </a:xfrm>
            <a:custGeom>
              <a:avLst/>
              <a:pathLst>
                <a:path w="49651" h="49651">
                  <a:moveTo>
                    <a:pt x="0" y="0"/>
                  </a:moveTo>
                  <a:lnTo>
                    <a:pt x="49651" y="49651"/>
                  </a:lnTo>
                </a:path>
              </a:pathLst>
            </a:custGeom>
            <a:ln w="9000" cap="rnd">
              <a:solidFill>
                <a:srgbClr val="46C06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6" name="rc1205"/>
            <p:cNvSpPr/>
            <p:nvPr/>
          </p:nvSpPr>
          <p:spPr>
            <a:xfrm>
              <a:off x="4550092" y="4469746"/>
              <a:ext cx="219455" cy="219455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7" name="pg1206"/>
            <p:cNvSpPr/>
            <p:nvPr/>
          </p:nvSpPr>
          <p:spPr>
            <a:xfrm>
              <a:off x="4634994" y="4554648"/>
              <a:ext cx="49651" cy="49651"/>
            </a:xfrm>
            <a:custGeom>
              <a:avLst/>
              <a:pathLst>
                <a:path w="49651" h="49651">
                  <a:moveTo>
                    <a:pt x="24825" y="0"/>
                  </a:moveTo>
                  <a:lnTo>
                    <a:pt x="49651" y="49651"/>
                  </a:lnTo>
                  <a:lnTo>
                    <a:pt x="0" y="49651"/>
                  </a:lnTo>
                  <a:close/>
                </a:path>
              </a:pathLst>
            </a:cu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8" name="rc1207"/>
            <p:cNvSpPr/>
            <p:nvPr/>
          </p:nvSpPr>
          <p:spPr>
            <a:xfrm>
              <a:off x="4634994" y="4554648"/>
              <a:ext cx="49651" cy="49651"/>
            </a:xfrm>
            <a:prstGeom prst="rect">
              <a:avLst/>
            </a:prstGeom>
            <a:ln w="9000" cap="rnd">
              <a:solidFill>
                <a:srgbClr val="65CB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9" name="rc1208"/>
            <p:cNvSpPr/>
            <p:nvPr/>
          </p:nvSpPr>
          <p:spPr>
            <a:xfrm>
              <a:off x="4550092" y="4689202"/>
              <a:ext cx="219455" cy="219455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0" name="pg1209"/>
            <p:cNvSpPr/>
            <p:nvPr/>
          </p:nvSpPr>
          <p:spPr>
            <a:xfrm>
              <a:off x="4634994" y="4774104"/>
              <a:ext cx="49651" cy="49651"/>
            </a:xfrm>
            <a:custGeom>
              <a:avLst/>
              <a:pathLst>
                <a:path w="49651" h="49651">
                  <a:moveTo>
                    <a:pt x="0" y="49651"/>
                  </a:moveTo>
                  <a:lnTo>
                    <a:pt x="49651" y="49651"/>
                  </a:lnTo>
                  <a:lnTo>
                    <a:pt x="496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9D54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1" name="rc1210"/>
            <p:cNvSpPr/>
            <p:nvPr/>
          </p:nvSpPr>
          <p:spPr>
            <a:xfrm>
              <a:off x="4550092" y="4908658"/>
              <a:ext cx="219455" cy="219455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2" name="pt1211"/>
            <p:cNvSpPr/>
            <p:nvPr/>
          </p:nvSpPr>
          <p:spPr>
            <a:xfrm>
              <a:off x="4634994" y="4993560"/>
              <a:ext cx="49651" cy="49651"/>
            </a:xfrm>
            <a:prstGeom prst="ellipse">
              <a:avLst/>
            </a:prstGeom>
            <a:solidFill>
              <a:srgbClr val="B0DD2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3" name="rc1212"/>
            <p:cNvSpPr/>
            <p:nvPr/>
          </p:nvSpPr>
          <p:spPr>
            <a:xfrm>
              <a:off x="4550092" y="5128114"/>
              <a:ext cx="219455" cy="219455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4" name="pg1213"/>
            <p:cNvSpPr/>
            <p:nvPr/>
          </p:nvSpPr>
          <p:spPr>
            <a:xfrm>
              <a:off x="4626385" y="5199234"/>
              <a:ext cx="66869" cy="57910"/>
            </a:xfrm>
            <a:custGeom>
              <a:avLst/>
              <a:pathLst>
                <a:path w="66869" h="57910">
                  <a:moveTo>
                    <a:pt x="33434" y="0"/>
                  </a:moveTo>
                  <a:lnTo>
                    <a:pt x="66869" y="57910"/>
                  </a:lnTo>
                  <a:lnTo>
                    <a:pt x="0" y="57910"/>
                  </a:lnTo>
                  <a:close/>
                </a:path>
              </a:pathLst>
            </a:custGeom>
            <a:solidFill>
              <a:srgbClr val="D8E21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5" name="rc1214"/>
            <p:cNvSpPr/>
            <p:nvPr/>
          </p:nvSpPr>
          <p:spPr>
            <a:xfrm>
              <a:off x="4550092" y="5347570"/>
              <a:ext cx="219455" cy="219455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6" name="pg1215"/>
            <p:cNvSpPr/>
            <p:nvPr/>
          </p:nvSpPr>
          <p:spPr>
            <a:xfrm>
              <a:off x="4634994" y="5432472"/>
              <a:ext cx="49651" cy="49651"/>
            </a:xfrm>
            <a:custGeom>
              <a:avLst/>
              <a:pathLst>
                <a:path w="49651" h="49651">
                  <a:moveTo>
                    <a:pt x="0" y="24825"/>
                  </a:moveTo>
                  <a:lnTo>
                    <a:pt x="24825" y="0"/>
                  </a:lnTo>
                  <a:lnTo>
                    <a:pt x="49651" y="24825"/>
                  </a:lnTo>
                  <a:lnTo>
                    <a:pt x="24825" y="49651"/>
                  </a:lnTo>
                  <a:close/>
                </a:path>
              </a:pathLst>
            </a:custGeom>
            <a:solidFill>
              <a:srgbClr val="FDE7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7" name="tx1216"/>
            <p:cNvSpPr/>
            <p:nvPr/>
          </p:nvSpPr>
          <p:spPr>
            <a:xfrm>
              <a:off x="4839137" y="1683817"/>
              <a:ext cx="323056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Global</a:t>
              </a:r>
            </a:p>
          </p:txBody>
        </p:sp>
        <p:sp>
          <p:nvSpPr>
            <p:cNvPr id="1218" name="tx1217"/>
            <p:cNvSpPr/>
            <p:nvPr/>
          </p:nvSpPr>
          <p:spPr>
            <a:xfrm>
              <a:off x="4839137" y="1881118"/>
              <a:ext cx="1236017" cy="1048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High-income Asia Pacific</a:t>
              </a:r>
            </a:p>
          </p:txBody>
        </p:sp>
        <p:sp>
          <p:nvSpPr>
            <p:cNvPr id="1219" name="tx1218"/>
            <p:cNvSpPr/>
            <p:nvPr/>
          </p:nvSpPr>
          <p:spPr>
            <a:xfrm>
              <a:off x="4839137" y="2122729"/>
              <a:ext cx="608731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Central Asia</a:t>
              </a:r>
            </a:p>
          </p:txBody>
        </p:sp>
        <p:sp>
          <p:nvSpPr>
            <p:cNvPr id="1220" name="tx1219"/>
            <p:cNvSpPr/>
            <p:nvPr/>
          </p:nvSpPr>
          <p:spPr>
            <a:xfrm>
              <a:off x="4839137" y="2343604"/>
              <a:ext cx="472087" cy="81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East Asia</a:t>
              </a:r>
            </a:p>
          </p:txBody>
        </p:sp>
        <p:sp>
          <p:nvSpPr>
            <p:cNvPr id="1221" name="tx1220"/>
            <p:cNvSpPr/>
            <p:nvPr/>
          </p:nvSpPr>
          <p:spPr>
            <a:xfrm>
              <a:off x="4839137" y="2561641"/>
              <a:ext cx="540518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 Asia</a:t>
              </a:r>
            </a:p>
          </p:txBody>
        </p:sp>
        <p:sp>
          <p:nvSpPr>
            <p:cNvPr id="1222" name="tx1221"/>
            <p:cNvSpPr/>
            <p:nvPr/>
          </p:nvSpPr>
          <p:spPr>
            <a:xfrm>
              <a:off x="4839137" y="2781097"/>
              <a:ext cx="751760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Southeast Asia</a:t>
              </a:r>
            </a:p>
          </p:txBody>
        </p:sp>
        <p:sp>
          <p:nvSpPr>
            <p:cNvPr id="1223" name="tx1222"/>
            <p:cNvSpPr/>
            <p:nvPr/>
          </p:nvSpPr>
          <p:spPr>
            <a:xfrm>
              <a:off x="4839137" y="3001972"/>
              <a:ext cx="552851" cy="81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Australasia</a:t>
              </a:r>
            </a:p>
          </p:txBody>
        </p:sp>
        <p:sp>
          <p:nvSpPr>
            <p:cNvPr id="1224" name="tx1223"/>
            <p:cNvSpPr/>
            <p:nvPr/>
          </p:nvSpPr>
          <p:spPr>
            <a:xfrm>
              <a:off x="4839137" y="3220009"/>
              <a:ext cx="515689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Caribbean</a:t>
              </a:r>
            </a:p>
          </p:txBody>
        </p:sp>
        <p:sp>
          <p:nvSpPr>
            <p:cNvPr id="1225" name="tx1224"/>
            <p:cNvSpPr/>
            <p:nvPr/>
          </p:nvSpPr>
          <p:spPr>
            <a:xfrm>
              <a:off x="4839137" y="3418619"/>
              <a:ext cx="751706" cy="1035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Central Europe</a:t>
              </a:r>
            </a:p>
          </p:txBody>
        </p:sp>
        <p:sp>
          <p:nvSpPr>
            <p:cNvPr id="1226" name="tx1225"/>
            <p:cNvSpPr/>
            <p:nvPr/>
          </p:nvSpPr>
          <p:spPr>
            <a:xfrm>
              <a:off x="4839137" y="3639440"/>
              <a:ext cx="776590" cy="1022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Eastern Europe</a:t>
              </a:r>
            </a:p>
          </p:txBody>
        </p:sp>
        <p:sp>
          <p:nvSpPr>
            <p:cNvPr id="1227" name="tx1226"/>
            <p:cNvSpPr/>
            <p:nvPr/>
          </p:nvSpPr>
          <p:spPr>
            <a:xfrm>
              <a:off x="4839137" y="3858896"/>
              <a:ext cx="807531" cy="1022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Western Europe</a:t>
              </a:r>
            </a:p>
          </p:txBody>
        </p:sp>
        <p:sp>
          <p:nvSpPr>
            <p:cNvPr id="1228" name="tx1227"/>
            <p:cNvSpPr/>
            <p:nvPr/>
          </p:nvSpPr>
          <p:spPr>
            <a:xfrm>
              <a:off x="4839137" y="4099252"/>
              <a:ext cx="1099646" cy="813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Andean Latin America</a:t>
              </a:r>
            </a:p>
          </p:txBody>
        </p:sp>
        <p:sp>
          <p:nvSpPr>
            <p:cNvPr id="1229" name="tx1228"/>
            <p:cNvSpPr/>
            <p:nvPr/>
          </p:nvSpPr>
          <p:spPr>
            <a:xfrm>
              <a:off x="4839137" y="4317289"/>
              <a:ext cx="1074598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Central Latin America</a:t>
              </a:r>
            </a:p>
          </p:txBody>
        </p:sp>
        <p:sp>
          <p:nvSpPr>
            <p:cNvPr id="1230" name="tx1229"/>
            <p:cNvSpPr/>
            <p:nvPr/>
          </p:nvSpPr>
          <p:spPr>
            <a:xfrm>
              <a:off x="4839137" y="4536745"/>
              <a:ext cx="1167913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Southern Latin America</a:t>
              </a:r>
            </a:p>
          </p:txBody>
        </p:sp>
        <p:sp>
          <p:nvSpPr>
            <p:cNvPr id="1231" name="tx1230"/>
            <p:cNvSpPr/>
            <p:nvPr/>
          </p:nvSpPr>
          <p:spPr>
            <a:xfrm>
              <a:off x="4839137" y="4736720"/>
              <a:ext cx="1111815" cy="1022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Tropical Latin America</a:t>
              </a:r>
            </a:p>
          </p:txBody>
        </p:sp>
        <p:sp>
          <p:nvSpPr>
            <p:cNvPr id="1232" name="tx1231"/>
            <p:cNvSpPr/>
            <p:nvPr/>
          </p:nvSpPr>
          <p:spPr>
            <a:xfrm>
              <a:off x="4839137" y="4975712"/>
              <a:ext cx="1422484" cy="826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 Africa and Middle East</a:t>
              </a:r>
            </a:p>
          </p:txBody>
        </p:sp>
        <p:sp>
          <p:nvSpPr>
            <p:cNvPr id="1233" name="tx1232"/>
            <p:cNvSpPr/>
            <p:nvPr/>
          </p:nvSpPr>
          <p:spPr>
            <a:xfrm>
              <a:off x="4839137" y="5174322"/>
              <a:ext cx="1372607" cy="10351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High-income North America</a:t>
              </a:r>
            </a:p>
          </p:txBody>
        </p:sp>
        <p:sp>
          <p:nvSpPr>
            <p:cNvPr id="1234" name="tx1233"/>
            <p:cNvSpPr/>
            <p:nvPr/>
          </p:nvSpPr>
          <p:spPr>
            <a:xfrm>
              <a:off x="4839137" y="5414515"/>
              <a:ext cx="416262" cy="82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Oceania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2025-03-25T22:59:25Z</dcterms:modified>
  <cp:category/>
</cp:coreProperties>
</file>