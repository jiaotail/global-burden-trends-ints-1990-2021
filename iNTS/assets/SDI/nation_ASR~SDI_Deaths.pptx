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914400" y="914400"/>
            <a:ext cx="5486400" cy="5486400"/>
            <a:chOff x="914400" y="914400"/>
            <a:chExt cx="5486400" cy="5486400"/>
          </a:xfrm>
        </p:grpSpPr>
        <p:sp>
          <p:nvSpPr>
            <p:cNvPr id="4" name="rc3"/>
            <p:cNvSpPr/>
            <p:nvPr/>
          </p:nvSpPr>
          <p:spPr>
            <a:xfrm>
              <a:off x="914400" y="914400"/>
              <a:ext cx="54864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914400" y="914400"/>
              <a:ext cx="5486399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1335124" y="983989"/>
              <a:ext cx="4996086" cy="5016877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335124" y="5016266"/>
              <a:ext cx="4996086" cy="0"/>
            </a:xfrm>
            <a:custGeom>
              <a:avLst/>
              <a:pathLst>
                <a:path w="4996086" h="0">
                  <a:moveTo>
                    <a:pt x="0" y="0"/>
                  </a:moveTo>
                  <a:lnTo>
                    <a:pt x="4996086" y="0"/>
                  </a:lnTo>
                  <a:lnTo>
                    <a:pt x="4996086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335124" y="3503129"/>
              <a:ext cx="4996086" cy="0"/>
            </a:xfrm>
            <a:custGeom>
              <a:avLst/>
              <a:pathLst>
                <a:path w="4996086" h="0">
                  <a:moveTo>
                    <a:pt x="0" y="0"/>
                  </a:moveTo>
                  <a:lnTo>
                    <a:pt x="4996086" y="0"/>
                  </a:lnTo>
                  <a:lnTo>
                    <a:pt x="4996086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335124" y="1989992"/>
              <a:ext cx="4996086" cy="0"/>
            </a:xfrm>
            <a:custGeom>
              <a:avLst/>
              <a:pathLst>
                <a:path w="4996086" h="0">
                  <a:moveTo>
                    <a:pt x="0" y="0"/>
                  </a:moveTo>
                  <a:lnTo>
                    <a:pt x="4996086" y="0"/>
                  </a:lnTo>
                  <a:lnTo>
                    <a:pt x="4996086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797883" y="983989"/>
              <a:ext cx="0" cy="5016877"/>
            </a:xfrm>
            <a:custGeom>
              <a:avLst/>
              <a:pathLst>
                <a:path w="0"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3136886" y="983989"/>
              <a:ext cx="0" cy="5016877"/>
            </a:xfrm>
            <a:custGeom>
              <a:avLst/>
              <a:pathLst>
                <a:path w="0"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4475889" y="983989"/>
              <a:ext cx="0" cy="5016877"/>
            </a:xfrm>
            <a:custGeom>
              <a:avLst/>
              <a:pathLst>
                <a:path w="0"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5814891" y="983989"/>
              <a:ext cx="0" cy="5016877"/>
            </a:xfrm>
            <a:custGeom>
              <a:avLst/>
              <a:pathLst>
                <a:path w="0"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1335124" y="5772835"/>
              <a:ext cx="4996086" cy="0"/>
            </a:xfrm>
            <a:custGeom>
              <a:avLst/>
              <a:pathLst>
                <a:path w="4996086" h="0">
                  <a:moveTo>
                    <a:pt x="0" y="0"/>
                  </a:moveTo>
                  <a:lnTo>
                    <a:pt x="4996086" y="0"/>
                  </a:lnTo>
                  <a:lnTo>
                    <a:pt x="499608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1335124" y="4259698"/>
              <a:ext cx="4996086" cy="0"/>
            </a:xfrm>
            <a:custGeom>
              <a:avLst/>
              <a:pathLst>
                <a:path w="4996086" h="0">
                  <a:moveTo>
                    <a:pt x="0" y="0"/>
                  </a:moveTo>
                  <a:lnTo>
                    <a:pt x="4996086" y="0"/>
                  </a:lnTo>
                  <a:lnTo>
                    <a:pt x="499608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335124" y="2746560"/>
              <a:ext cx="4996086" cy="0"/>
            </a:xfrm>
            <a:custGeom>
              <a:avLst/>
              <a:pathLst>
                <a:path w="4996086" h="0">
                  <a:moveTo>
                    <a:pt x="0" y="0"/>
                  </a:moveTo>
                  <a:lnTo>
                    <a:pt x="4996086" y="0"/>
                  </a:lnTo>
                  <a:lnTo>
                    <a:pt x="499608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1335124" y="1233423"/>
              <a:ext cx="4996086" cy="0"/>
            </a:xfrm>
            <a:custGeom>
              <a:avLst/>
              <a:pathLst>
                <a:path w="4996086" h="0">
                  <a:moveTo>
                    <a:pt x="0" y="0"/>
                  </a:moveTo>
                  <a:lnTo>
                    <a:pt x="4996086" y="0"/>
                  </a:lnTo>
                  <a:lnTo>
                    <a:pt x="499608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467385" y="983989"/>
              <a:ext cx="0" cy="5016877"/>
            </a:xfrm>
            <a:custGeom>
              <a:avLst/>
              <a:pathLst>
                <a:path w="0"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806387" y="983989"/>
              <a:ext cx="0" cy="5016877"/>
            </a:xfrm>
            <a:custGeom>
              <a:avLst/>
              <a:pathLst>
                <a:path w="0"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5145390" y="983989"/>
              <a:ext cx="0" cy="5016877"/>
            </a:xfrm>
            <a:custGeom>
              <a:avLst/>
              <a:pathLst>
                <a:path w="0"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0"/>
            <p:cNvSpPr/>
            <p:nvPr/>
          </p:nvSpPr>
          <p:spPr>
            <a:xfrm>
              <a:off x="2940668" y="5431615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1"/>
            <p:cNvSpPr/>
            <p:nvPr/>
          </p:nvSpPr>
          <p:spPr>
            <a:xfrm>
              <a:off x="4750999" y="5741542"/>
              <a:ext cx="49651" cy="49651"/>
            </a:xfrm>
            <a:prstGeom prst="ellipse">
              <a:avLst/>
            </a:prstGeom>
            <a:solidFill>
              <a:srgbClr val="F77868">
                <a:alpha val="100000"/>
              </a:srgbClr>
            </a:solidFill>
            <a:ln w="9000" cap="rnd">
              <a:solidFill>
                <a:srgbClr val="F7786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2"/>
            <p:cNvSpPr/>
            <p:nvPr/>
          </p:nvSpPr>
          <p:spPr>
            <a:xfrm>
              <a:off x="4595675" y="5717777"/>
              <a:ext cx="49651" cy="49651"/>
            </a:xfrm>
            <a:prstGeom prst="ellipse">
              <a:avLst/>
            </a:prstGeom>
            <a:solidFill>
              <a:srgbClr val="F57963">
                <a:alpha val="100000"/>
              </a:srgbClr>
            </a:solidFill>
            <a:ln w="9000" cap="rnd">
              <a:solidFill>
                <a:srgbClr val="F5796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3"/>
            <p:cNvSpPr/>
            <p:nvPr/>
          </p:nvSpPr>
          <p:spPr>
            <a:xfrm>
              <a:off x="4917035" y="5728403"/>
              <a:ext cx="49651" cy="49651"/>
            </a:xfrm>
            <a:prstGeom prst="ellipse">
              <a:avLst/>
            </a:prstGeom>
            <a:solidFill>
              <a:srgbClr val="F47A5D">
                <a:alpha val="100000"/>
              </a:srgbClr>
            </a:solidFill>
            <a:ln w="9000" cap="rnd">
              <a:solidFill>
                <a:srgbClr val="F47A5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5891829" y="5744291"/>
              <a:ext cx="49651" cy="49651"/>
            </a:xfrm>
            <a:prstGeom prst="ellipse">
              <a:avLst/>
            </a:prstGeom>
            <a:solidFill>
              <a:srgbClr val="F37C58">
                <a:alpha val="100000"/>
              </a:srgbClr>
            </a:solidFill>
            <a:ln w="9000" cap="rnd">
              <a:solidFill>
                <a:srgbClr val="F37C5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620881" y="5150102"/>
              <a:ext cx="49651" cy="49651"/>
            </a:xfrm>
            <a:prstGeom prst="ellipse">
              <a:avLst/>
            </a:prstGeom>
            <a:solidFill>
              <a:srgbClr val="F17D52">
                <a:alpha val="100000"/>
              </a:srgbClr>
            </a:solidFill>
            <a:ln w="9000" cap="rnd">
              <a:solidFill>
                <a:srgbClr val="F17D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4895611" y="5747921"/>
              <a:ext cx="49651" cy="49651"/>
            </a:xfrm>
            <a:prstGeom prst="ellipse">
              <a:avLst/>
            </a:prstGeom>
            <a:solidFill>
              <a:srgbClr val="F07E4B">
                <a:alpha val="100000"/>
              </a:srgbClr>
            </a:solidFill>
            <a:ln w="9000" cap="rnd">
              <a:solidFill>
                <a:srgbClr val="F07E4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4793847" y="5745366"/>
              <a:ext cx="49651" cy="49651"/>
            </a:xfrm>
            <a:prstGeom prst="ellipse">
              <a:avLst/>
            </a:prstGeom>
            <a:solidFill>
              <a:srgbClr val="EE8045">
                <a:alpha val="100000"/>
              </a:srgbClr>
            </a:solidFill>
            <a:ln w="9000" cap="rnd">
              <a:solidFill>
                <a:srgbClr val="EE80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5597249" y="5745689"/>
              <a:ext cx="49651" cy="49651"/>
            </a:xfrm>
            <a:prstGeom prst="ellipse">
              <a:avLst/>
            </a:prstGeom>
            <a:solidFill>
              <a:srgbClr val="ED813E">
                <a:alpha val="100000"/>
              </a:srgbClr>
            </a:solidFill>
            <a:ln w="9000" cap="rnd">
              <a:solidFill>
                <a:srgbClr val="ED81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5650809" y="5746548"/>
              <a:ext cx="49651" cy="49651"/>
            </a:xfrm>
            <a:prstGeom prst="ellipse">
              <a:avLst/>
            </a:prstGeom>
            <a:solidFill>
              <a:srgbClr val="EB8336">
                <a:alpha val="100000"/>
              </a:srgbClr>
            </a:solidFill>
            <a:ln w="9000" cap="rnd">
              <a:solidFill>
                <a:srgbClr val="EB833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761711" y="5741512"/>
              <a:ext cx="49651" cy="49651"/>
            </a:xfrm>
            <a:prstGeom prst="ellipse">
              <a:avLst/>
            </a:prstGeom>
            <a:solidFill>
              <a:srgbClr val="E9842C">
                <a:alpha val="100000"/>
              </a:srgbClr>
            </a:solidFill>
            <a:ln w="9000" cap="rnd">
              <a:solidFill>
                <a:srgbClr val="E984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125920" y="5727370"/>
              <a:ext cx="49651" cy="49651"/>
            </a:xfrm>
            <a:prstGeom prst="ellipse">
              <a:avLst/>
            </a:prstGeom>
            <a:solidFill>
              <a:srgbClr val="E88521">
                <a:alpha val="100000"/>
              </a:srgbClr>
            </a:solidFill>
            <a:ln w="9000" cap="rnd">
              <a:solidFill>
                <a:srgbClr val="E8852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3690509" y="5539768"/>
              <a:ext cx="49651" cy="49651"/>
            </a:xfrm>
            <a:prstGeom prst="ellipse">
              <a:avLst/>
            </a:prstGeom>
            <a:solidFill>
              <a:srgbClr val="E68710">
                <a:alpha val="100000"/>
              </a:srgbClr>
            </a:solidFill>
            <a:ln w="9000" cap="rnd">
              <a:solidFill>
                <a:srgbClr val="E6871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5077716" y="5746636"/>
              <a:ext cx="49651" cy="49651"/>
            </a:xfrm>
            <a:prstGeom prst="ellipse">
              <a:avLst/>
            </a:prstGeom>
            <a:solidFill>
              <a:srgbClr val="E48800">
                <a:alpha val="100000"/>
              </a:srgbClr>
            </a:solidFill>
            <a:ln w="9000" cap="rnd">
              <a:solidFill>
                <a:srgbClr val="E488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4"/>
            <p:cNvSpPr/>
            <p:nvPr/>
          </p:nvSpPr>
          <p:spPr>
            <a:xfrm>
              <a:off x="5093784" y="5747995"/>
              <a:ext cx="49651" cy="49651"/>
            </a:xfrm>
            <a:prstGeom prst="ellipse">
              <a:avLst/>
            </a:prstGeom>
            <a:solidFill>
              <a:srgbClr val="E28900">
                <a:alpha val="100000"/>
              </a:srgbClr>
            </a:solidFill>
            <a:ln w="9000" cap="rnd">
              <a:solidFill>
                <a:srgbClr val="E28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5"/>
            <p:cNvSpPr/>
            <p:nvPr/>
          </p:nvSpPr>
          <p:spPr>
            <a:xfrm>
              <a:off x="5661521" y="5745419"/>
              <a:ext cx="49651" cy="49651"/>
            </a:xfrm>
            <a:prstGeom prst="ellipse">
              <a:avLst/>
            </a:prstGeom>
            <a:solidFill>
              <a:srgbClr val="E08B00">
                <a:alpha val="100000"/>
              </a:srgbClr>
            </a:solidFill>
            <a:ln w="9000" cap="rnd">
              <a:solidFill>
                <a:srgbClr val="E08B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6"/>
            <p:cNvSpPr/>
            <p:nvPr/>
          </p:nvSpPr>
          <p:spPr>
            <a:xfrm>
              <a:off x="4333230" y="5747699"/>
              <a:ext cx="49651" cy="49651"/>
            </a:xfrm>
            <a:prstGeom prst="ellipse">
              <a:avLst/>
            </a:prstGeom>
            <a:solidFill>
              <a:srgbClr val="DE8C00">
                <a:alpha val="100000"/>
              </a:srgbClr>
            </a:solidFill>
            <a:ln w="9000" cap="rnd">
              <a:solidFill>
                <a:srgbClr val="DE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7"/>
            <p:cNvSpPr/>
            <p:nvPr/>
          </p:nvSpPr>
          <p:spPr>
            <a:xfrm>
              <a:off x="2988872" y="4116013"/>
              <a:ext cx="49651" cy="49651"/>
            </a:xfrm>
            <a:prstGeom prst="ellipse">
              <a:avLst/>
            </a:prstGeom>
            <a:solidFill>
              <a:srgbClr val="DC8D00">
                <a:alpha val="100000"/>
              </a:srgbClr>
            </a:solidFill>
            <a:ln w="9000" cap="rnd">
              <a:solidFill>
                <a:srgbClr val="DC8D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8"/>
            <p:cNvSpPr/>
            <p:nvPr/>
          </p:nvSpPr>
          <p:spPr>
            <a:xfrm>
              <a:off x="5457993" y="5747903"/>
              <a:ext cx="49651" cy="49651"/>
            </a:xfrm>
            <a:prstGeom prst="ellipse">
              <a:avLst/>
            </a:prstGeom>
            <a:solidFill>
              <a:srgbClr val="DA8E00">
                <a:alpha val="100000"/>
              </a:srgbClr>
            </a:solidFill>
            <a:ln w="9000" cap="rnd">
              <a:solidFill>
                <a:srgbClr val="DA8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39"/>
            <p:cNvSpPr/>
            <p:nvPr/>
          </p:nvSpPr>
          <p:spPr>
            <a:xfrm>
              <a:off x="3540541" y="5681152"/>
              <a:ext cx="49651" cy="49651"/>
            </a:xfrm>
            <a:prstGeom prst="ellipse">
              <a:avLst/>
            </a:prstGeom>
            <a:solidFill>
              <a:srgbClr val="D89000">
                <a:alpha val="100000"/>
              </a:srgbClr>
            </a:solidFill>
            <a:ln w="9000" cap="rnd">
              <a:solidFill>
                <a:srgbClr val="D89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0"/>
            <p:cNvSpPr/>
            <p:nvPr/>
          </p:nvSpPr>
          <p:spPr>
            <a:xfrm>
              <a:off x="4135058" y="5727155"/>
              <a:ext cx="49651" cy="49651"/>
            </a:xfrm>
            <a:prstGeom prst="ellipse">
              <a:avLst/>
            </a:prstGeom>
            <a:solidFill>
              <a:srgbClr val="D69100">
                <a:alpha val="100000"/>
              </a:srgbClr>
            </a:solidFill>
            <a:ln w="9000" cap="rnd">
              <a:solidFill>
                <a:srgbClr val="D691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1"/>
            <p:cNvSpPr/>
            <p:nvPr/>
          </p:nvSpPr>
          <p:spPr>
            <a:xfrm>
              <a:off x="4949172" y="5742086"/>
              <a:ext cx="49651" cy="49651"/>
            </a:xfrm>
            <a:prstGeom prst="ellipse">
              <a:avLst/>
            </a:prstGeom>
            <a:solidFill>
              <a:srgbClr val="D39200">
                <a:alpha val="100000"/>
              </a:srgbClr>
            </a:solidFill>
            <a:ln w="9000" cap="rnd">
              <a:solidFill>
                <a:srgbClr val="D392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2"/>
            <p:cNvSpPr/>
            <p:nvPr/>
          </p:nvSpPr>
          <p:spPr>
            <a:xfrm>
              <a:off x="4499267" y="5641860"/>
              <a:ext cx="49651" cy="49651"/>
            </a:xfrm>
            <a:prstGeom prst="ellipse">
              <a:avLst/>
            </a:prstGeom>
            <a:solidFill>
              <a:srgbClr val="D19300">
                <a:alpha val="100000"/>
              </a:srgbClr>
            </a:solidFill>
            <a:ln w="9000" cap="rnd">
              <a:solidFill>
                <a:srgbClr val="D193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3"/>
            <p:cNvSpPr/>
            <p:nvPr/>
          </p:nvSpPr>
          <p:spPr>
            <a:xfrm>
              <a:off x="4531403" y="5741142"/>
              <a:ext cx="49651" cy="49651"/>
            </a:xfrm>
            <a:prstGeom prst="ellipse">
              <a:avLst/>
            </a:prstGeom>
            <a:solidFill>
              <a:srgbClr val="CE9500">
                <a:alpha val="100000"/>
              </a:srgbClr>
            </a:solidFill>
            <a:ln w="9000" cap="rnd">
              <a:solidFill>
                <a:srgbClr val="CE9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4"/>
            <p:cNvSpPr/>
            <p:nvPr/>
          </p:nvSpPr>
          <p:spPr>
            <a:xfrm>
              <a:off x="5511553" y="5743351"/>
              <a:ext cx="49651" cy="49651"/>
            </a:xfrm>
            <a:prstGeom prst="ellipse">
              <a:avLst/>
            </a:prstGeom>
            <a:solidFill>
              <a:srgbClr val="CC9600">
                <a:alpha val="100000"/>
              </a:srgbClr>
            </a:solidFill>
            <a:ln w="9000" cap="rnd">
              <a:solidFill>
                <a:srgbClr val="CC96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5"/>
            <p:cNvSpPr/>
            <p:nvPr/>
          </p:nvSpPr>
          <p:spPr>
            <a:xfrm>
              <a:off x="5195548" y="5747115"/>
              <a:ext cx="49651" cy="49651"/>
            </a:xfrm>
            <a:prstGeom prst="ellipse">
              <a:avLst/>
            </a:prstGeom>
            <a:solidFill>
              <a:srgbClr val="CA9700">
                <a:alpha val="100000"/>
              </a:srgbClr>
            </a:solidFill>
            <a:ln w="9000" cap="rnd">
              <a:solidFill>
                <a:srgbClr val="CA97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6"/>
            <p:cNvSpPr/>
            <p:nvPr/>
          </p:nvSpPr>
          <p:spPr>
            <a:xfrm>
              <a:off x="2480051" y="2294424"/>
              <a:ext cx="49651" cy="49651"/>
            </a:xfrm>
            <a:prstGeom prst="ellipse">
              <a:avLst/>
            </a:prstGeom>
            <a:solidFill>
              <a:srgbClr val="C79800">
                <a:alpha val="100000"/>
              </a:srgbClr>
            </a:solidFill>
            <a:ln w="9000" cap="rnd">
              <a:solidFill>
                <a:srgbClr val="C798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7"/>
            <p:cNvSpPr/>
            <p:nvPr/>
          </p:nvSpPr>
          <p:spPr>
            <a:xfrm>
              <a:off x="2624663" y="5594410"/>
              <a:ext cx="49651" cy="49651"/>
            </a:xfrm>
            <a:prstGeom prst="ellipse">
              <a:avLst/>
            </a:prstGeom>
            <a:solidFill>
              <a:srgbClr val="C49900">
                <a:alpha val="100000"/>
              </a:srgbClr>
            </a:solidFill>
            <a:ln w="9000" cap="rnd">
              <a:solidFill>
                <a:srgbClr val="C49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8"/>
            <p:cNvSpPr/>
            <p:nvPr/>
          </p:nvSpPr>
          <p:spPr>
            <a:xfrm>
              <a:off x="3615525" y="5653209"/>
              <a:ext cx="49651" cy="49651"/>
            </a:xfrm>
            <a:prstGeom prst="ellipse">
              <a:avLst/>
            </a:prstGeom>
            <a:solidFill>
              <a:srgbClr val="C29B00">
                <a:alpha val="100000"/>
              </a:srgbClr>
            </a:solidFill>
            <a:ln w="9000" cap="rnd">
              <a:solidFill>
                <a:srgbClr val="C29B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49"/>
            <p:cNvSpPr/>
            <p:nvPr/>
          </p:nvSpPr>
          <p:spPr>
            <a:xfrm>
              <a:off x="3728001" y="4675567"/>
              <a:ext cx="49651" cy="49651"/>
            </a:xfrm>
            <a:prstGeom prst="ellipse">
              <a:avLst/>
            </a:prstGeom>
            <a:solidFill>
              <a:srgbClr val="BF9C00">
                <a:alpha val="100000"/>
              </a:srgbClr>
            </a:solidFill>
            <a:ln w="9000" cap="rnd">
              <a:solidFill>
                <a:srgbClr val="BF9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0"/>
            <p:cNvSpPr/>
            <p:nvPr/>
          </p:nvSpPr>
          <p:spPr>
            <a:xfrm>
              <a:off x="5779353" y="5746323"/>
              <a:ext cx="49651" cy="49651"/>
            </a:xfrm>
            <a:prstGeom prst="ellipse">
              <a:avLst/>
            </a:prstGeom>
            <a:solidFill>
              <a:srgbClr val="BC9D00">
                <a:alpha val="100000"/>
              </a:srgbClr>
            </a:solidFill>
            <a:ln w="9000" cap="rnd">
              <a:solidFill>
                <a:srgbClr val="BC9D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1"/>
            <p:cNvSpPr/>
            <p:nvPr/>
          </p:nvSpPr>
          <p:spPr>
            <a:xfrm>
              <a:off x="3915462" y="5481853"/>
              <a:ext cx="49651" cy="49651"/>
            </a:xfrm>
            <a:prstGeom prst="ellipse">
              <a:avLst/>
            </a:prstGeom>
            <a:solidFill>
              <a:srgbClr val="B99E00">
                <a:alpha val="100000"/>
              </a:srgbClr>
            </a:solidFill>
            <a:ln w="9000" cap="rnd">
              <a:solidFill>
                <a:srgbClr val="B99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2"/>
            <p:cNvSpPr/>
            <p:nvPr/>
          </p:nvSpPr>
          <p:spPr>
            <a:xfrm>
              <a:off x="2571103" y="4307847"/>
              <a:ext cx="49651" cy="49651"/>
            </a:xfrm>
            <a:prstGeom prst="ellipse">
              <a:avLst/>
            </a:prstGeom>
            <a:solidFill>
              <a:srgbClr val="B69F00">
                <a:alpha val="100000"/>
              </a:srgbClr>
            </a:solidFill>
            <a:ln w="9000" cap="rnd">
              <a:solidFill>
                <a:srgbClr val="B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3"/>
            <p:cNvSpPr/>
            <p:nvPr/>
          </p:nvSpPr>
          <p:spPr>
            <a:xfrm>
              <a:off x="2378287" y="4180227"/>
              <a:ext cx="49651" cy="49651"/>
            </a:xfrm>
            <a:prstGeom prst="ellipse">
              <a:avLst/>
            </a:prstGeom>
            <a:solidFill>
              <a:srgbClr val="B3A000">
                <a:alpha val="100000"/>
              </a:srgbClr>
            </a:solidFill>
            <a:ln w="9000" cap="rnd">
              <a:solidFill>
                <a:srgbClr val="B3A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4"/>
            <p:cNvSpPr/>
            <p:nvPr/>
          </p:nvSpPr>
          <p:spPr>
            <a:xfrm>
              <a:off x="5168768" y="5747847"/>
              <a:ext cx="49651" cy="49651"/>
            </a:xfrm>
            <a:prstGeom prst="ellipse">
              <a:avLst/>
            </a:prstGeom>
            <a:solidFill>
              <a:srgbClr val="B0A100">
                <a:alpha val="100000"/>
              </a:srgbClr>
            </a:solidFill>
            <a:ln w="9000" cap="rnd">
              <a:solidFill>
                <a:srgbClr val="B0A1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5"/>
            <p:cNvSpPr/>
            <p:nvPr/>
          </p:nvSpPr>
          <p:spPr>
            <a:xfrm>
              <a:off x="4777779" y="5737794"/>
              <a:ext cx="49651" cy="49651"/>
            </a:xfrm>
            <a:prstGeom prst="ellipse">
              <a:avLst/>
            </a:prstGeom>
            <a:solidFill>
              <a:srgbClr val="ADA200">
                <a:alpha val="100000"/>
              </a:srgbClr>
            </a:solidFill>
            <a:ln w="9000" cap="rnd">
              <a:solidFill>
                <a:srgbClr val="ADA2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6"/>
            <p:cNvSpPr/>
            <p:nvPr/>
          </p:nvSpPr>
          <p:spPr>
            <a:xfrm>
              <a:off x="4493911" y="5747742"/>
              <a:ext cx="49651" cy="49651"/>
            </a:xfrm>
            <a:prstGeom prst="ellipse">
              <a:avLst/>
            </a:prstGeom>
            <a:solidFill>
              <a:srgbClr val="AAA300">
                <a:alpha val="100000"/>
              </a:srgbClr>
            </a:solidFill>
            <a:ln w="9000" cap="rnd">
              <a:solidFill>
                <a:srgbClr val="AAA3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7"/>
            <p:cNvSpPr/>
            <p:nvPr/>
          </p:nvSpPr>
          <p:spPr>
            <a:xfrm>
              <a:off x="3540541" y="5694268"/>
              <a:ext cx="49651" cy="49651"/>
            </a:xfrm>
            <a:prstGeom prst="ellipse">
              <a:avLst/>
            </a:prstGeom>
            <a:solidFill>
              <a:srgbClr val="A6A400">
                <a:alpha val="100000"/>
              </a:srgbClr>
            </a:solidFill>
            <a:ln w="9000" cap="rnd">
              <a:solidFill>
                <a:srgbClr val="A6A4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8"/>
            <p:cNvSpPr/>
            <p:nvPr/>
          </p:nvSpPr>
          <p:spPr>
            <a:xfrm>
              <a:off x="5195548" y="5733859"/>
              <a:ext cx="49651" cy="49651"/>
            </a:xfrm>
            <a:prstGeom prst="ellipse">
              <a:avLst/>
            </a:prstGeom>
            <a:solidFill>
              <a:srgbClr val="A3A500">
                <a:alpha val="100000"/>
              </a:srgbClr>
            </a:solidFill>
            <a:ln w="9000" cap="rnd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59"/>
            <p:cNvSpPr/>
            <p:nvPr/>
          </p:nvSpPr>
          <p:spPr>
            <a:xfrm>
              <a:off x="4745643" y="5747962"/>
              <a:ext cx="49651" cy="49651"/>
            </a:xfrm>
            <a:prstGeom prst="ellipse">
              <a:avLst/>
            </a:prstGeom>
            <a:solidFill>
              <a:srgbClr val="9FA600">
                <a:alpha val="100000"/>
              </a:srgbClr>
            </a:solidFill>
            <a:ln w="9000" cap="rnd">
              <a:solidFill>
                <a:srgbClr val="9FA6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0"/>
            <p:cNvSpPr/>
            <p:nvPr/>
          </p:nvSpPr>
          <p:spPr>
            <a:xfrm>
              <a:off x="5356228" y="5743848"/>
              <a:ext cx="49651" cy="49651"/>
            </a:xfrm>
            <a:prstGeom prst="ellipse">
              <a:avLst/>
            </a:prstGeom>
            <a:solidFill>
              <a:srgbClr val="9CA700">
                <a:alpha val="100000"/>
              </a:srgbClr>
            </a:solidFill>
            <a:ln w="9000" cap="rnd">
              <a:solidFill>
                <a:srgbClr val="9CA7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1"/>
            <p:cNvSpPr/>
            <p:nvPr/>
          </p:nvSpPr>
          <p:spPr>
            <a:xfrm>
              <a:off x="4681371" y="5747893"/>
              <a:ext cx="49651" cy="49651"/>
            </a:xfrm>
            <a:prstGeom prst="ellipse">
              <a:avLst/>
            </a:prstGeom>
            <a:solidFill>
              <a:srgbClr val="98A800">
                <a:alpha val="100000"/>
              </a:srgbClr>
            </a:solidFill>
            <a:ln w="9000" cap="rnd">
              <a:solidFill>
                <a:srgbClr val="98A8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2"/>
            <p:cNvSpPr/>
            <p:nvPr/>
          </p:nvSpPr>
          <p:spPr>
            <a:xfrm>
              <a:off x="5607961" y="5743809"/>
              <a:ext cx="49651" cy="49651"/>
            </a:xfrm>
            <a:prstGeom prst="ellipse">
              <a:avLst/>
            </a:prstGeom>
            <a:solidFill>
              <a:srgbClr val="94A900">
                <a:alpha val="100000"/>
              </a:srgbClr>
            </a:solidFill>
            <a:ln w="9000" cap="rnd">
              <a:solidFill>
                <a:srgbClr val="94A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3"/>
            <p:cNvSpPr/>
            <p:nvPr/>
          </p:nvSpPr>
          <p:spPr>
            <a:xfrm>
              <a:off x="5538333" y="5740885"/>
              <a:ext cx="49651" cy="49651"/>
            </a:xfrm>
            <a:prstGeom prst="ellipse">
              <a:avLst/>
            </a:prstGeom>
            <a:solidFill>
              <a:srgbClr val="90AA00">
                <a:alpha val="100000"/>
              </a:srgbClr>
            </a:solidFill>
            <a:ln w="9000" cap="rnd">
              <a:solidFill>
                <a:srgbClr val="90AA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4"/>
            <p:cNvSpPr/>
            <p:nvPr/>
          </p:nvSpPr>
          <p:spPr>
            <a:xfrm>
              <a:off x="5870405" y="5744686"/>
              <a:ext cx="49651" cy="49651"/>
            </a:xfrm>
            <a:prstGeom prst="ellipse">
              <a:avLst/>
            </a:prstGeom>
            <a:solidFill>
              <a:srgbClr val="8CAB00">
                <a:alpha val="100000"/>
              </a:srgbClr>
            </a:solidFill>
            <a:ln w="9000" cap="rnd">
              <a:solidFill>
                <a:srgbClr val="8CAB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5"/>
            <p:cNvSpPr/>
            <p:nvPr/>
          </p:nvSpPr>
          <p:spPr>
            <a:xfrm>
              <a:off x="3561965" y="5694598"/>
              <a:ext cx="49651" cy="49651"/>
            </a:xfrm>
            <a:prstGeom prst="ellipse">
              <a:avLst/>
            </a:prstGeom>
            <a:solidFill>
              <a:srgbClr val="87AC00">
                <a:alpha val="100000"/>
              </a:srgbClr>
            </a:solidFill>
            <a:ln w="9000" cap="rnd">
              <a:solidFill>
                <a:srgbClr val="87A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6"/>
            <p:cNvSpPr/>
            <p:nvPr/>
          </p:nvSpPr>
          <p:spPr>
            <a:xfrm>
              <a:off x="5008088" y="5740890"/>
              <a:ext cx="49651" cy="49651"/>
            </a:xfrm>
            <a:prstGeom prst="ellipse">
              <a:avLst/>
            </a:prstGeom>
            <a:solidFill>
              <a:srgbClr val="83AD00">
                <a:alpha val="100000"/>
              </a:srgbClr>
            </a:solidFill>
            <a:ln w="9000" cap="rnd">
              <a:solidFill>
                <a:srgbClr val="83AD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7"/>
            <p:cNvSpPr/>
            <p:nvPr/>
          </p:nvSpPr>
          <p:spPr>
            <a:xfrm>
              <a:off x="4274314" y="5739965"/>
              <a:ext cx="49651" cy="49651"/>
            </a:xfrm>
            <a:prstGeom prst="ellipse">
              <a:avLst/>
            </a:prstGeom>
            <a:solidFill>
              <a:srgbClr val="7EAE00">
                <a:alpha val="100000"/>
              </a:srgbClr>
            </a:solidFill>
            <a:ln w="9000" cap="rnd">
              <a:solidFill>
                <a:srgbClr val="7E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8"/>
            <p:cNvSpPr/>
            <p:nvPr/>
          </p:nvSpPr>
          <p:spPr>
            <a:xfrm>
              <a:off x="4531403" y="5747526"/>
              <a:ext cx="49651" cy="49651"/>
            </a:xfrm>
            <a:prstGeom prst="ellipse">
              <a:avLst/>
            </a:prstGeom>
            <a:solidFill>
              <a:srgbClr val="79AF00">
                <a:alpha val="100000"/>
              </a:srgbClr>
            </a:solidFill>
            <a:ln w="9000" cap="rnd">
              <a:solidFill>
                <a:srgbClr val="79A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69"/>
            <p:cNvSpPr/>
            <p:nvPr/>
          </p:nvSpPr>
          <p:spPr>
            <a:xfrm>
              <a:off x="4627811" y="5720794"/>
              <a:ext cx="49651" cy="49651"/>
            </a:xfrm>
            <a:prstGeom prst="ellipse">
              <a:avLst/>
            </a:prstGeom>
            <a:solidFill>
              <a:srgbClr val="74B000">
                <a:alpha val="100000"/>
              </a:srgbClr>
            </a:solidFill>
            <a:ln w="9000" cap="rnd">
              <a:solidFill>
                <a:srgbClr val="74B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0"/>
            <p:cNvSpPr/>
            <p:nvPr/>
          </p:nvSpPr>
          <p:spPr>
            <a:xfrm>
              <a:off x="4172550" y="5739987"/>
              <a:ext cx="49651" cy="49651"/>
            </a:xfrm>
            <a:prstGeom prst="ellipse">
              <a:avLst/>
            </a:prstGeom>
            <a:solidFill>
              <a:srgbClr val="6FB000">
                <a:alpha val="100000"/>
              </a:srgbClr>
            </a:solidFill>
            <a:ln w="9000" cap="rnd">
              <a:solidFill>
                <a:srgbClr val="6FB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1"/>
            <p:cNvSpPr/>
            <p:nvPr/>
          </p:nvSpPr>
          <p:spPr>
            <a:xfrm>
              <a:off x="4772423" y="5374964"/>
              <a:ext cx="49651" cy="49651"/>
            </a:xfrm>
            <a:prstGeom prst="ellipse">
              <a:avLst/>
            </a:prstGeom>
            <a:solidFill>
              <a:srgbClr val="69B100">
                <a:alpha val="100000"/>
              </a:srgbClr>
            </a:solidFill>
            <a:ln w="9000" cap="rnd">
              <a:solidFill>
                <a:srgbClr val="69B1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2"/>
            <p:cNvSpPr/>
            <p:nvPr/>
          </p:nvSpPr>
          <p:spPr>
            <a:xfrm>
              <a:off x="3224536" y="5654426"/>
              <a:ext cx="49651" cy="49651"/>
            </a:xfrm>
            <a:prstGeom prst="ellipse">
              <a:avLst/>
            </a:prstGeom>
            <a:solidFill>
              <a:srgbClr val="63B200">
                <a:alpha val="100000"/>
              </a:srgbClr>
            </a:solidFill>
            <a:ln w="9000" cap="rnd">
              <a:solidFill>
                <a:srgbClr val="63B2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3"/>
            <p:cNvSpPr/>
            <p:nvPr/>
          </p:nvSpPr>
          <p:spPr>
            <a:xfrm>
              <a:off x="5575825" y="5745959"/>
              <a:ext cx="49651" cy="49651"/>
            </a:xfrm>
            <a:prstGeom prst="ellipse">
              <a:avLst/>
            </a:prstGeom>
            <a:solidFill>
              <a:srgbClr val="5CB300">
                <a:alpha val="100000"/>
              </a:srgbClr>
            </a:solidFill>
            <a:ln w="9000" cap="rnd">
              <a:solidFill>
                <a:srgbClr val="5CB3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4"/>
            <p:cNvSpPr/>
            <p:nvPr/>
          </p:nvSpPr>
          <p:spPr>
            <a:xfrm>
              <a:off x="2940668" y="5720263"/>
              <a:ext cx="49651" cy="49651"/>
            </a:xfrm>
            <a:prstGeom prst="ellipse">
              <a:avLst/>
            </a:prstGeom>
            <a:solidFill>
              <a:srgbClr val="55B300">
                <a:alpha val="100000"/>
              </a:srgbClr>
            </a:solidFill>
            <a:ln w="9000" cap="rnd">
              <a:solidFill>
                <a:srgbClr val="55B3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5"/>
            <p:cNvSpPr/>
            <p:nvPr/>
          </p:nvSpPr>
          <p:spPr>
            <a:xfrm>
              <a:off x="4659947" y="5726917"/>
              <a:ext cx="49651" cy="49651"/>
            </a:xfrm>
            <a:prstGeom prst="ellipse">
              <a:avLst/>
            </a:prstGeom>
            <a:solidFill>
              <a:srgbClr val="4DB400">
                <a:alpha val="100000"/>
              </a:srgbClr>
            </a:solidFill>
            <a:ln w="9000" cap="rnd">
              <a:solidFill>
                <a:srgbClr val="4DB4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6"/>
            <p:cNvSpPr/>
            <p:nvPr/>
          </p:nvSpPr>
          <p:spPr>
            <a:xfrm>
              <a:off x="5688301" y="5747633"/>
              <a:ext cx="49651" cy="49651"/>
            </a:xfrm>
            <a:prstGeom prst="ellipse">
              <a:avLst/>
            </a:prstGeom>
            <a:solidFill>
              <a:srgbClr val="44B500">
                <a:alpha val="100000"/>
              </a:srgbClr>
            </a:solidFill>
            <a:ln w="9000" cap="rnd">
              <a:solidFill>
                <a:srgbClr val="44B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7"/>
            <p:cNvSpPr/>
            <p:nvPr/>
          </p:nvSpPr>
          <p:spPr>
            <a:xfrm>
              <a:off x="5570469" y="5745323"/>
              <a:ext cx="49651" cy="49651"/>
            </a:xfrm>
            <a:prstGeom prst="ellipse">
              <a:avLst/>
            </a:prstGeom>
            <a:solidFill>
              <a:srgbClr val="39B600">
                <a:alpha val="100000"/>
              </a:srgbClr>
            </a:solidFill>
            <a:ln w="9000" cap="rnd">
              <a:solidFill>
                <a:srgbClr val="39B6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8"/>
            <p:cNvSpPr/>
            <p:nvPr/>
          </p:nvSpPr>
          <p:spPr>
            <a:xfrm>
              <a:off x="4617099" y="5624072"/>
              <a:ext cx="49651" cy="49651"/>
            </a:xfrm>
            <a:prstGeom prst="ellipse">
              <a:avLst/>
            </a:prstGeom>
            <a:solidFill>
              <a:srgbClr val="2CB600">
                <a:alpha val="100000"/>
              </a:srgbClr>
            </a:solidFill>
            <a:ln w="9000" cap="rnd">
              <a:solidFill>
                <a:srgbClr val="2CB6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79"/>
            <p:cNvSpPr/>
            <p:nvPr/>
          </p:nvSpPr>
          <p:spPr>
            <a:xfrm>
              <a:off x="5607961" y="5747871"/>
              <a:ext cx="49651" cy="49651"/>
            </a:xfrm>
            <a:prstGeom prst="ellipse">
              <a:avLst/>
            </a:prstGeom>
            <a:solidFill>
              <a:srgbClr val="18B700">
                <a:alpha val="100000"/>
              </a:srgbClr>
            </a:solidFill>
            <a:ln w="9000" cap="rnd">
              <a:solidFill>
                <a:srgbClr val="18B7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0"/>
            <p:cNvSpPr/>
            <p:nvPr/>
          </p:nvSpPr>
          <p:spPr>
            <a:xfrm>
              <a:off x="4863475" y="5747871"/>
              <a:ext cx="49651" cy="49651"/>
            </a:xfrm>
            <a:prstGeom prst="ellipse">
              <a:avLst/>
            </a:prstGeom>
            <a:solidFill>
              <a:srgbClr val="18B700">
                <a:alpha val="100000"/>
              </a:srgbClr>
            </a:solidFill>
            <a:ln w="9000" cap="rnd">
              <a:solidFill>
                <a:srgbClr val="18B7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1"/>
            <p:cNvSpPr/>
            <p:nvPr/>
          </p:nvSpPr>
          <p:spPr>
            <a:xfrm>
              <a:off x="5913253" y="5746480"/>
              <a:ext cx="49651" cy="49651"/>
            </a:xfrm>
            <a:prstGeom prst="ellipse">
              <a:avLst/>
            </a:prstGeom>
            <a:solidFill>
              <a:srgbClr val="00B813">
                <a:alpha val="100000"/>
              </a:srgbClr>
            </a:solidFill>
            <a:ln w="9000" cap="rnd">
              <a:solidFill>
                <a:srgbClr val="00B81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2"/>
            <p:cNvSpPr/>
            <p:nvPr/>
          </p:nvSpPr>
          <p:spPr>
            <a:xfrm>
              <a:off x="4086854" y="5288961"/>
              <a:ext cx="49651" cy="49651"/>
            </a:xfrm>
            <a:prstGeom prst="ellipse">
              <a:avLst/>
            </a:prstGeom>
            <a:solidFill>
              <a:srgbClr val="00B822">
                <a:alpha val="100000"/>
              </a:srgbClr>
            </a:solidFill>
            <a:ln w="9000" cap="rnd">
              <a:solidFill>
                <a:srgbClr val="00B8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3"/>
            <p:cNvSpPr/>
            <p:nvPr/>
          </p:nvSpPr>
          <p:spPr>
            <a:xfrm>
              <a:off x="5356228" y="5747795"/>
              <a:ext cx="49651" cy="49651"/>
            </a:xfrm>
            <a:prstGeom prst="ellipse">
              <a:avLst/>
            </a:prstGeom>
            <a:solidFill>
              <a:srgbClr val="00B92D">
                <a:alpha val="100000"/>
              </a:srgbClr>
            </a:solidFill>
            <a:ln w="9000" cap="rnd">
              <a:solidFill>
                <a:srgbClr val="00B92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4"/>
            <p:cNvSpPr/>
            <p:nvPr/>
          </p:nvSpPr>
          <p:spPr>
            <a:xfrm>
              <a:off x="5179480" y="5743074"/>
              <a:ext cx="49651" cy="49651"/>
            </a:xfrm>
            <a:prstGeom prst="ellipse">
              <a:avLst/>
            </a:prstGeom>
            <a:solidFill>
              <a:srgbClr val="00B936">
                <a:alpha val="100000"/>
              </a:srgbClr>
            </a:solidFill>
            <a:ln w="9000" cap="rnd">
              <a:solidFill>
                <a:srgbClr val="00B93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5"/>
            <p:cNvSpPr/>
            <p:nvPr/>
          </p:nvSpPr>
          <p:spPr>
            <a:xfrm>
              <a:off x="4686727" y="5747948"/>
              <a:ext cx="49651" cy="49651"/>
            </a:xfrm>
            <a:prstGeom prst="ellipse">
              <a:avLst/>
            </a:prstGeom>
            <a:solidFill>
              <a:srgbClr val="00BA3D">
                <a:alpha val="100000"/>
              </a:srgbClr>
            </a:solidFill>
            <a:ln w="9000" cap="rnd">
              <a:solidFill>
                <a:srgbClr val="00BA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6"/>
            <p:cNvSpPr/>
            <p:nvPr/>
          </p:nvSpPr>
          <p:spPr>
            <a:xfrm>
              <a:off x="5457993" y="5736653"/>
              <a:ext cx="49651" cy="49651"/>
            </a:xfrm>
            <a:prstGeom prst="ellipse">
              <a:avLst/>
            </a:prstGeom>
            <a:solidFill>
              <a:srgbClr val="00BB44">
                <a:alpha val="100000"/>
              </a:srgbClr>
            </a:solidFill>
            <a:ln w="9000" cap="rnd">
              <a:solidFill>
                <a:srgbClr val="00BB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7"/>
            <p:cNvSpPr/>
            <p:nvPr/>
          </p:nvSpPr>
          <p:spPr>
            <a:xfrm>
              <a:off x="3920818" y="5747991"/>
              <a:ext cx="49651" cy="49651"/>
            </a:xfrm>
            <a:prstGeom prst="ellipse">
              <a:avLst/>
            </a:prstGeom>
            <a:solidFill>
              <a:srgbClr val="00BB4B">
                <a:alpha val="100000"/>
              </a:srgbClr>
            </a:solidFill>
            <a:ln w="9000" cap="rnd">
              <a:solidFill>
                <a:srgbClr val="00BB4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8"/>
            <p:cNvSpPr/>
            <p:nvPr/>
          </p:nvSpPr>
          <p:spPr>
            <a:xfrm>
              <a:off x="3004940" y="4913113"/>
              <a:ext cx="49651" cy="49651"/>
            </a:xfrm>
            <a:prstGeom prst="ellipse">
              <a:avLst/>
            </a:prstGeom>
            <a:solidFill>
              <a:srgbClr val="00BC56">
                <a:alpha val="100000"/>
              </a:srgbClr>
            </a:solidFill>
            <a:ln w="9000" cap="rnd">
              <a:solidFill>
                <a:srgbClr val="00BC5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89"/>
            <p:cNvSpPr/>
            <p:nvPr/>
          </p:nvSpPr>
          <p:spPr>
            <a:xfrm>
              <a:off x="2844260" y="2077970"/>
              <a:ext cx="49651" cy="49651"/>
            </a:xfrm>
            <a:prstGeom prst="ellipse">
              <a:avLst/>
            </a:prstGeom>
            <a:solidFill>
              <a:srgbClr val="00BC51">
                <a:alpha val="100000"/>
              </a:srgbClr>
            </a:solidFill>
            <a:ln w="9000" cap="rnd">
              <a:solidFill>
                <a:srgbClr val="00BC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0"/>
            <p:cNvSpPr/>
            <p:nvPr/>
          </p:nvSpPr>
          <p:spPr>
            <a:xfrm>
              <a:off x="4413571" y="5746385"/>
              <a:ext cx="49651" cy="49651"/>
            </a:xfrm>
            <a:prstGeom prst="ellipse">
              <a:avLst/>
            </a:prstGeom>
            <a:solidFill>
              <a:srgbClr val="00BD5C">
                <a:alpha val="100000"/>
              </a:srgbClr>
            </a:solidFill>
            <a:ln w="9000" cap="rnd">
              <a:solidFill>
                <a:srgbClr val="00BD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1"/>
            <p:cNvSpPr/>
            <p:nvPr/>
          </p:nvSpPr>
          <p:spPr>
            <a:xfrm>
              <a:off x="3417353" y="5736160"/>
              <a:ext cx="49651" cy="49651"/>
            </a:xfrm>
            <a:prstGeom prst="ellipse">
              <a:avLst/>
            </a:prstGeom>
            <a:solidFill>
              <a:srgbClr val="00BD61">
                <a:alpha val="100000"/>
              </a:srgbClr>
            </a:solidFill>
            <a:ln w="9000" cap="rnd">
              <a:solidFill>
                <a:srgbClr val="00BD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2"/>
            <p:cNvSpPr/>
            <p:nvPr/>
          </p:nvSpPr>
          <p:spPr>
            <a:xfrm>
              <a:off x="3760137" y="5735497"/>
              <a:ext cx="49651" cy="49651"/>
            </a:xfrm>
            <a:prstGeom prst="ellipse">
              <a:avLst/>
            </a:prstGeom>
            <a:solidFill>
              <a:srgbClr val="00BD66">
                <a:alpha val="100000"/>
              </a:srgbClr>
            </a:solidFill>
            <a:ln w="9000" cap="rnd">
              <a:solidFill>
                <a:srgbClr val="00BD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3"/>
            <p:cNvSpPr/>
            <p:nvPr/>
          </p:nvSpPr>
          <p:spPr>
            <a:xfrm>
              <a:off x="5340160" y="5744890"/>
              <a:ext cx="49651" cy="49651"/>
            </a:xfrm>
            <a:prstGeom prst="ellipse">
              <a:avLst/>
            </a:prstGeom>
            <a:solidFill>
              <a:srgbClr val="00BE6B">
                <a:alpha val="100000"/>
              </a:srgbClr>
            </a:solidFill>
            <a:ln w="9000" cap="rnd">
              <a:solidFill>
                <a:srgbClr val="00BE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4"/>
            <p:cNvSpPr/>
            <p:nvPr/>
          </p:nvSpPr>
          <p:spPr>
            <a:xfrm>
              <a:off x="5757929" y="5746917"/>
              <a:ext cx="49651" cy="49651"/>
            </a:xfrm>
            <a:prstGeom prst="ellipse">
              <a:avLst/>
            </a:prstGeom>
            <a:solidFill>
              <a:srgbClr val="00BE70">
                <a:alpha val="100000"/>
              </a:srgbClr>
            </a:solidFill>
            <a:ln w="9000" cap="rnd">
              <a:solidFill>
                <a:srgbClr val="00BE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5"/>
            <p:cNvSpPr/>
            <p:nvPr/>
          </p:nvSpPr>
          <p:spPr>
            <a:xfrm>
              <a:off x="4135058" y="5657769"/>
              <a:ext cx="49651" cy="49651"/>
            </a:xfrm>
            <a:prstGeom prst="ellipse">
              <a:avLst/>
            </a:prstGeom>
            <a:solidFill>
              <a:srgbClr val="00BF74">
                <a:alpha val="100000"/>
              </a:srgbClr>
            </a:solidFill>
            <a:ln w="9000" cap="rnd">
              <a:solidFill>
                <a:srgbClr val="00BF7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6"/>
            <p:cNvSpPr/>
            <p:nvPr/>
          </p:nvSpPr>
          <p:spPr>
            <a:xfrm>
              <a:off x="4638523" y="5680552"/>
              <a:ext cx="49651" cy="49651"/>
            </a:xfrm>
            <a:prstGeom prst="ellipse">
              <a:avLst/>
            </a:prstGeom>
            <a:solidFill>
              <a:srgbClr val="00BF79">
                <a:alpha val="100000"/>
              </a:srgbClr>
            </a:solidFill>
            <a:ln w="9000" cap="rnd">
              <a:solidFill>
                <a:srgbClr val="00BF7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7"/>
            <p:cNvSpPr/>
            <p:nvPr/>
          </p:nvSpPr>
          <p:spPr>
            <a:xfrm>
              <a:off x="4692083" y="5716714"/>
              <a:ext cx="49651" cy="49651"/>
            </a:xfrm>
            <a:prstGeom prst="ellipse">
              <a:avLst/>
            </a:prstGeom>
            <a:solidFill>
              <a:srgbClr val="00BF7D">
                <a:alpha val="100000"/>
              </a:srgbClr>
            </a:solidFill>
            <a:ln w="9000" cap="rnd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8"/>
            <p:cNvSpPr/>
            <p:nvPr/>
          </p:nvSpPr>
          <p:spPr>
            <a:xfrm>
              <a:off x="4697439" y="5717182"/>
              <a:ext cx="49651" cy="49651"/>
            </a:xfrm>
            <a:prstGeom prst="ellipse">
              <a:avLst/>
            </a:prstGeom>
            <a:solidFill>
              <a:srgbClr val="00BF82">
                <a:alpha val="100000"/>
              </a:srgbClr>
            </a:solidFill>
            <a:ln w="9000" cap="rnd">
              <a:solidFill>
                <a:srgbClr val="00BF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99"/>
            <p:cNvSpPr/>
            <p:nvPr/>
          </p:nvSpPr>
          <p:spPr>
            <a:xfrm>
              <a:off x="5747217" y="5746841"/>
              <a:ext cx="49651" cy="49651"/>
            </a:xfrm>
            <a:prstGeom prst="ellipse">
              <a:avLst/>
            </a:prstGeom>
            <a:solidFill>
              <a:srgbClr val="00C086">
                <a:alpha val="100000"/>
              </a:srgbClr>
            </a:solidFill>
            <a:ln w="9000" cap="rnd">
              <a:solidFill>
                <a:srgbClr val="00C08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0"/>
            <p:cNvSpPr/>
            <p:nvPr/>
          </p:nvSpPr>
          <p:spPr>
            <a:xfrm>
              <a:off x="5404432" y="5747642"/>
              <a:ext cx="49651" cy="49651"/>
            </a:xfrm>
            <a:prstGeom prst="ellipse">
              <a:avLst/>
            </a:prstGeom>
            <a:solidFill>
              <a:srgbClr val="00C08A">
                <a:alpha val="100000"/>
              </a:srgbClr>
            </a:solidFill>
            <a:ln w="9000" cap="rnd">
              <a:solidFill>
                <a:srgbClr val="00C0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1"/>
            <p:cNvSpPr/>
            <p:nvPr/>
          </p:nvSpPr>
          <p:spPr>
            <a:xfrm>
              <a:off x="5393720" y="5746679"/>
              <a:ext cx="49651" cy="49651"/>
            </a:xfrm>
            <a:prstGeom prst="ellipse">
              <a:avLst/>
            </a:prstGeom>
            <a:solidFill>
              <a:srgbClr val="00C08E">
                <a:alpha val="100000"/>
              </a:srgbClr>
            </a:solidFill>
            <a:ln w="9000" cap="rnd">
              <a:solidFill>
                <a:srgbClr val="00C0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2"/>
            <p:cNvSpPr/>
            <p:nvPr/>
          </p:nvSpPr>
          <p:spPr>
            <a:xfrm>
              <a:off x="4767067" y="5746941"/>
              <a:ext cx="49651" cy="49651"/>
            </a:xfrm>
            <a:prstGeom prst="ellipse">
              <a:avLst/>
            </a:prstGeom>
            <a:solidFill>
              <a:srgbClr val="00C092">
                <a:alpha val="100000"/>
              </a:srgbClr>
            </a:solidFill>
            <a:ln w="9000" cap="rnd">
              <a:solidFill>
                <a:srgbClr val="00C0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3"/>
            <p:cNvSpPr/>
            <p:nvPr/>
          </p:nvSpPr>
          <p:spPr>
            <a:xfrm>
              <a:off x="5763285" y="5747919"/>
              <a:ext cx="49651" cy="49651"/>
            </a:xfrm>
            <a:prstGeom prst="ellipse">
              <a:avLst/>
            </a:prstGeom>
            <a:solidFill>
              <a:srgbClr val="00C096">
                <a:alpha val="100000"/>
              </a:srgbClr>
            </a:solidFill>
            <a:ln w="9000" cap="rnd">
              <a:solidFill>
                <a:srgbClr val="00C09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4"/>
            <p:cNvSpPr/>
            <p:nvPr/>
          </p:nvSpPr>
          <p:spPr>
            <a:xfrm>
              <a:off x="5018800" y="5729423"/>
              <a:ext cx="49651" cy="49651"/>
            </a:xfrm>
            <a:prstGeom prst="ellipse">
              <a:avLst/>
            </a:prstGeom>
            <a:solidFill>
              <a:srgbClr val="00C19A">
                <a:alpha val="100000"/>
              </a:srgbClr>
            </a:solidFill>
            <a:ln w="9000" cap="rnd">
              <a:solidFill>
                <a:srgbClr val="00C1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5"/>
            <p:cNvSpPr/>
            <p:nvPr/>
          </p:nvSpPr>
          <p:spPr>
            <a:xfrm>
              <a:off x="4975952" y="5747993"/>
              <a:ext cx="49651" cy="49651"/>
            </a:xfrm>
            <a:prstGeom prst="ellipse">
              <a:avLst/>
            </a:prstGeom>
            <a:solidFill>
              <a:srgbClr val="00C19E">
                <a:alpha val="100000"/>
              </a:srgbClr>
            </a:solidFill>
            <a:ln w="9000" cap="rnd">
              <a:solidFill>
                <a:srgbClr val="00C19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6"/>
            <p:cNvSpPr/>
            <p:nvPr/>
          </p:nvSpPr>
          <p:spPr>
            <a:xfrm>
              <a:off x="3824409" y="4669435"/>
              <a:ext cx="49651" cy="49651"/>
            </a:xfrm>
            <a:prstGeom prst="ellipse">
              <a:avLst/>
            </a:prstGeom>
            <a:solidFill>
              <a:srgbClr val="00C1A2">
                <a:alpha val="100000"/>
              </a:srgbClr>
            </a:solidFill>
            <a:ln w="9000" cap="rnd">
              <a:solidFill>
                <a:srgbClr val="00C1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7"/>
            <p:cNvSpPr/>
            <p:nvPr/>
          </p:nvSpPr>
          <p:spPr>
            <a:xfrm>
              <a:off x="3926174" y="5688380"/>
              <a:ext cx="49651" cy="49651"/>
            </a:xfrm>
            <a:prstGeom prst="ellipse">
              <a:avLst/>
            </a:prstGeom>
            <a:solidFill>
              <a:srgbClr val="00C1A5">
                <a:alpha val="100000"/>
              </a:srgbClr>
            </a:solidFill>
            <a:ln w="9000" cap="rnd">
              <a:solidFill>
                <a:srgbClr val="00C1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8"/>
            <p:cNvSpPr/>
            <p:nvPr/>
          </p:nvSpPr>
          <p:spPr>
            <a:xfrm>
              <a:off x="5661521" y="5735519"/>
              <a:ext cx="49651" cy="49651"/>
            </a:xfrm>
            <a:prstGeom prst="ellipse">
              <a:avLst/>
            </a:prstGeom>
            <a:solidFill>
              <a:srgbClr val="00C1A9">
                <a:alpha val="100000"/>
              </a:srgbClr>
            </a:solidFill>
            <a:ln w="9000" cap="rnd">
              <a:solidFill>
                <a:srgbClr val="00C1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09"/>
            <p:cNvSpPr/>
            <p:nvPr/>
          </p:nvSpPr>
          <p:spPr>
            <a:xfrm>
              <a:off x="4295738" y="5747511"/>
              <a:ext cx="49651" cy="49651"/>
            </a:xfrm>
            <a:prstGeom prst="ellipse">
              <a:avLst/>
            </a:prstGeom>
            <a:solidFill>
              <a:srgbClr val="00C1AD">
                <a:alpha val="100000"/>
              </a:srgbClr>
            </a:solidFill>
            <a:ln w="9000" cap="rnd">
              <a:solidFill>
                <a:srgbClr val="00C1A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0"/>
            <p:cNvSpPr/>
            <p:nvPr/>
          </p:nvSpPr>
          <p:spPr>
            <a:xfrm>
              <a:off x="3728001" y="5637310"/>
              <a:ext cx="49651" cy="49651"/>
            </a:xfrm>
            <a:prstGeom prst="ellipse">
              <a:avLst/>
            </a:prstGeom>
            <a:solidFill>
              <a:srgbClr val="00C0B0">
                <a:alpha val="100000"/>
              </a:srgbClr>
            </a:solidFill>
            <a:ln w="9000" cap="rnd">
              <a:solidFill>
                <a:srgbClr val="00C0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1"/>
            <p:cNvSpPr/>
            <p:nvPr/>
          </p:nvSpPr>
          <p:spPr>
            <a:xfrm>
              <a:off x="5495485" y="5747704"/>
              <a:ext cx="49651" cy="49651"/>
            </a:xfrm>
            <a:prstGeom prst="ellipse">
              <a:avLst/>
            </a:prstGeom>
            <a:solidFill>
              <a:srgbClr val="00C0B4">
                <a:alpha val="100000"/>
              </a:srgbClr>
            </a:solidFill>
            <a:ln w="9000" cap="rnd">
              <a:solidFill>
                <a:srgbClr val="00C0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2"/>
            <p:cNvSpPr/>
            <p:nvPr/>
          </p:nvSpPr>
          <p:spPr>
            <a:xfrm>
              <a:off x="4895611" y="5719903"/>
              <a:ext cx="49651" cy="49651"/>
            </a:xfrm>
            <a:prstGeom prst="ellipse">
              <a:avLst/>
            </a:prstGeom>
            <a:solidFill>
              <a:srgbClr val="00C0B7">
                <a:alpha val="100000"/>
              </a:srgbClr>
            </a:solidFill>
            <a:ln w="9000" cap="rnd">
              <a:solidFill>
                <a:srgbClr val="00C0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3"/>
            <p:cNvSpPr/>
            <p:nvPr/>
          </p:nvSpPr>
          <p:spPr>
            <a:xfrm>
              <a:off x="3819053" y="5514765"/>
              <a:ext cx="49651" cy="49651"/>
            </a:xfrm>
            <a:prstGeom prst="ellipse">
              <a:avLst/>
            </a:prstGeom>
            <a:solidFill>
              <a:srgbClr val="00C0BA">
                <a:alpha val="100000"/>
              </a:srgbClr>
            </a:solidFill>
            <a:ln w="9000" cap="rnd">
              <a:solidFill>
                <a:srgbClr val="00C0B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4"/>
            <p:cNvSpPr/>
            <p:nvPr/>
          </p:nvSpPr>
          <p:spPr>
            <a:xfrm>
              <a:off x="3085280" y="4146180"/>
              <a:ext cx="49651" cy="49651"/>
            </a:xfrm>
            <a:prstGeom prst="ellipse">
              <a:avLst/>
            </a:prstGeom>
            <a:solidFill>
              <a:srgbClr val="00C0BE">
                <a:alpha val="100000"/>
              </a:srgbClr>
            </a:solidFill>
            <a:ln w="9000" cap="rnd">
              <a:solidFill>
                <a:srgbClr val="00C0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5"/>
            <p:cNvSpPr/>
            <p:nvPr/>
          </p:nvSpPr>
          <p:spPr>
            <a:xfrm>
              <a:off x="4900967" y="5709811"/>
              <a:ext cx="49651" cy="49651"/>
            </a:xfrm>
            <a:prstGeom prst="ellipse">
              <a:avLst/>
            </a:prstGeom>
            <a:solidFill>
              <a:srgbClr val="00BFC1">
                <a:alpha val="100000"/>
              </a:srgbClr>
            </a:solidFill>
            <a:ln w="9000" cap="rnd">
              <a:solidFill>
                <a:srgbClr val="00BFC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6"/>
            <p:cNvSpPr/>
            <p:nvPr/>
          </p:nvSpPr>
          <p:spPr>
            <a:xfrm>
              <a:off x="5618673" y="5743985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7"/>
            <p:cNvSpPr/>
            <p:nvPr/>
          </p:nvSpPr>
          <p:spPr>
            <a:xfrm>
              <a:off x="5897185" y="5744945"/>
              <a:ext cx="49651" cy="49651"/>
            </a:xfrm>
            <a:prstGeom prst="ellipse">
              <a:avLst/>
            </a:prstGeom>
            <a:solidFill>
              <a:srgbClr val="00BFC8">
                <a:alpha val="100000"/>
              </a:srgbClr>
            </a:solidFill>
            <a:ln w="9000" cap="rnd">
              <a:solidFill>
                <a:srgbClr val="00BF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8"/>
            <p:cNvSpPr/>
            <p:nvPr/>
          </p:nvSpPr>
          <p:spPr>
            <a:xfrm>
              <a:off x="3224536" y="5730133"/>
              <a:ext cx="49651" cy="49651"/>
            </a:xfrm>
            <a:prstGeom prst="ellipse">
              <a:avLst/>
            </a:prstGeom>
            <a:solidFill>
              <a:srgbClr val="00BECB">
                <a:alpha val="100000"/>
              </a:srgbClr>
            </a:solidFill>
            <a:ln w="9000" cap="rnd">
              <a:solidFill>
                <a:srgbClr val="00BE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19"/>
            <p:cNvSpPr/>
            <p:nvPr/>
          </p:nvSpPr>
          <p:spPr>
            <a:xfrm>
              <a:off x="3160264" y="4615394"/>
              <a:ext cx="49651" cy="49651"/>
            </a:xfrm>
            <a:prstGeom prst="ellipse">
              <a:avLst/>
            </a:prstGeom>
            <a:solidFill>
              <a:srgbClr val="00BECE">
                <a:alpha val="100000"/>
              </a:srgbClr>
            </a:solidFill>
            <a:ln w="9000" cap="rnd">
              <a:solidFill>
                <a:srgbClr val="00BE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0"/>
            <p:cNvSpPr/>
            <p:nvPr/>
          </p:nvSpPr>
          <p:spPr>
            <a:xfrm>
              <a:off x="5050936" y="5725128"/>
              <a:ext cx="49651" cy="49651"/>
            </a:xfrm>
            <a:prstGeom prst="ellipse">
              <a:avLst/>
            </a:prstGeom>
            <a:solidFill>
              <a:srgbClr val="00BDD1">
                <a:alpha val="100000"/>
              </a:srgbClr>
            </a:solidFill>
            <a:ln w="9000" cap="rnd">
              <a:solidFill>
                <a:srgbClr val="00BD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1"/>
            <p:cNvSpPr/>
            <p:nvPr/>
          </p:nvSpPr>
          <p:spPr>
            <a:xfrm>
              <a:off x="4113634" y="5642193"/>
              <a:ext cx="49651" cy="49651"/>
            </a:xfrm>
            <a:prstGeom prst="ellipse">
              <a:avLst/>
            </a:prstGeom>
            <a:solidFill>
              <a:srgbClr val="00BDD4">
                <a:alpha val="100000"/>
              </a:srgbClr>
            </a:solidFill>
            <a:ln w="9000" cap="rnd">
              <a:solidFill>
                <a:srgbClr val="00BDD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2"/>
            <p:cNvSpPr/>
            <p:nvPr/>
          </p:nvSpPr>
          <p:spPr>
            <a:xfrm>
              <a:off x="2512187" y="1187202"/>
              <a:ext cx="49651" cy="49651"/>
            </a:xfrm>
            <a:prstGeom prst="ellipse">
              <a:avLst/>
            </a:prstGeom>
            <a:solidFill>
              <a:srgbClr val="00BCD7">
                <a:alpha val="100000"/>
              </a:srgbClr>
            </a:solidFill>
            <a:ln w="9000" cap="rnd">
              <a:solidFill>
                <a:srgbClr val="00B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3"/>
            <p:cNvSpPr/>
            <p:nvPr/>
          </p:nvSpPr>
          <p:spPr>
            <a:xfrm>
              <a:off x="5393720" y="5747129"/>
              <a:ext cx="49651" cy="49651"/>
            </a:xfrm>
            <a:prstGeom prst="ellipse">
              <a:avLst/>
            </a:prstGeom>
            <a:solidFill>
              <a:srgbClr val="00BCDA">
                <a:alpha val="100000"/>
              </a:srgbClr>
            </a:solidFill>
            <a:ln w="9000" cap="rnd">
              <a:solidFill>
                <a:srgbClr val="00BCD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4"/>
            <p:cNvSpPr/>
            <p:nvPr/>
          </p:nvSpPr>
          <p:spPr>
            <a:xfrm>
              <a:off x="4017226" y="5707213"/>
              <a:ext cx="49651" cy="49651"/>
            </a:xfrm>
            <a:prstGeom prst="ellipse">
              <a:avLst/>
            </a:prstGeom>
            <a:solidFill>
              <a:srgbClr val="00BBDC">
                <a:alpha val="100000"/>
              </a:srgbClr>
            </a:solidFill>
            <a:ln w="9000" cap="rnd">
              <a:solidFill>
                <a:srgbClr val="00BBD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5"/>
            <p:cNvSpPr/>
            <p:nvPr/>
          </p:nvSpPr>
          <p:spPr>
            <a:xfrm>
              <a:off x="3760137" y="5273508"/>
              <a:ext cx="49651" cy="49651"/>
            </a:xfrm>
            <a:prstGeom prst="ellipse">
              <a:avLst/>
            </a:prstGeom>
            <a:solidFill>
              <a:srgbClr val="00BADF">
                <a:alpha val="100000"/>
              </a:srgbClr>
            </a:solidFill>
            <a:ln w="9000" cap="rnd">
              <a:solidFill>
                <a:srgbClr val="00BAD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6"/>
            <p:cNvSpPr/>
            <p:nvPr/>
          </p:nvSpPr>
          <p:spPr>
            <a:xfrm>
              <a:off x="4879543" y="5726410"/>
              <a:ext cx="49651" cy="49651"/>
            </a:xfrm>
            <a:prstGeom prst="ellipse">
              <a:avLst/>
            </a:prstGeom>
            <a:solidFill>
              <a:srgbClr val="00B9E2">
                <a:alpha val="100000"/>
              </a:srgbClr>
            </a:solidFill>
            <a:ln w="9000" cap="rnd">
              <a:solidFill>
                <a:srgbClr val="00B9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7"/>
            <p:cNvSpPr/>
            <p:nvPr/>
          </p:nvSpPr>
          <p:spPr>
            <a:xfrm>
              <a:off x="4579607" y="5745543"/>
              <a:ext cx="49651" cy="49651"/>
            </a:xfrm>
            <a:prstGeom prst="ellipse">
              <a:avLst/>
            </a:prstGeom>
            <a:solidFill>
              <a:srgbClr val="00B8E4">
                <a:alpha val="100000"/>
              </a:srgbClr>
            </a:solidFill>
            <a:ln w="9000" cap="rnd">
              <a:solidFill>
                <a:srgbClr val="00B8E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8"/>
            <p:cNvSpPr/>
            <p:nvPr/>
          </p:nvSpPr>
          <p:spPr>
            <a:xfrm>
              <a:off x="4831339" y="5748000"/>
              <a:ext cx="49651" cy="49651"/>
            </a:xfrm>
            <a:prstGeom prst="ellipse">
              <a:avLst/>
            </a:prstGeom>
            <a:solidFill>
              <a:srgbClr val="00B8E7">
                <a:alpha val="100000"/>
              </a:srgbClr>
            </a:solidFill>
            <a:ln w="9000" cap="rnd">
              <a:solidFill>
                <a:srgbClr val="00B8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29"/>
            <p:cNvSpPr/>
            <p:nvPr/>
          </p:nvSpPr>
          <p:spPr>
            <a:xfrm>
              <a:off x="5934677" y="5742938"/>
              <a:ext cx="49651" cy="49651"/>
            </a:xfrm>
            <a:prstGeom prst="ellipse">
              <a:avLst/>
            </a:prstGeom>
            <a:solidFill>
              <a:srgbClr val="00B7E9">
                <a:alpha val="100000"/>
              </a:srgbClr>
            </a:solidFill>
            <a:ln w="9000" cap="rnd">
              <a:solidFill>
                <a:srgbClr val="00B7E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0"/>
            <p:cNvSpPr/>
            <p:nvPr/>
          </p:nvSpPr>
          <p:spPr>
            <a:xfrm>
              <a:off x="4349298" y="5739010"/>
              <a:ext cx="49651" cy="49651"/>
            </a:xfrm>
            <a:prstGeom prst="ellipse">
              <a:avLst/>
            </a:prstGeom>
            <a:solidFill>
              <a:srgbClr val="00B6EC">
                <a:alpha val="100000"/>
              </a:srgbClr>
            </a:solidFill>
            <a:ln w="9000" cap="rnd">
              <a:solidFill>
                <a:srgbClr val="00B6E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1"/>
            <p:cNvSpPr/>
            <p:nvPr/>
          </p:nvSpPr>
          <p:spPr>
            <a:xfrm>
              <a:off x="5340160" y="5742467"/>
              <a:ext cx="49651" cy="49651"/>
            </a:xfrm>
            <a:prstGeom prst="ellipse">
              <a:avLst/>
            </a:prstGeom>
            <a:solidFill>
              <a:srgbClr val="00B5EE">
                <a:alpha val="100000"/>
              </a:srgbClr>
            </a:solidFill>
            <a:ln w="9000" cap="rnd">
              <a:solidFill>
                <a:srgbClr val="00B5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2"/>
            <p:cNvSpPr/>
            <p:nvPr/>
          </p:nvSpPr>
          <p:spPr>
            <a:xfrm>
              <a:off x="4038650" y="5692166"/>
              <a:ext cx="49651" cy="49651"/>
            </a:xfrm>
            <a:prstGeom prst="ellipse">
              <a:avLst/>
            </a:prstGeom>
            <a:solidFill>
              <a:srgbClr val="00B4F0">
                <a:alpha val="100000"/>
              </a:srgbClr>
            </a:solidFill>
            <a:ln w="9000" cap="rnd">
              <a:solidFill>
                <a:srgbClr val="00B4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3"/>
            <p:cNvSpPr/>
            <p:nvPr/>
          </p:nvSpPr>
          <p:spPr>
            <a:xfrm>
              <a:off x="2747851" y="5109325"/>
              <a:ext cx="49651" cy="49651"/>
            </a:xfrm>
            <a:prstGeom prst="ellipse">
              <a:avLst/>
            </a:prstGeom>
            <a:solidFill>
              <a:srgbClr val="00B2F2">
                <a:alpha val="100000"/>
              </a:srgbClr>
            </a:solidFill>
            <a:ln w="9000" cap="rnd">
              <a:solidFill>
                <a:srgbClr val="00B2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4"/>
            <p:cNvSpPr/>
            <p:nvPr/>
          </p:nvSpPr>
          <p:spPr>
            <a:xfrm>
              <a:off x="3894038" y="5631296"/>
              <a:ext cx="49651" cy="49651"/>
            </a:xfrm>
            <a:prstGeom prst="ellipse">
              <a:avLst/>
            </a:prstGeom>
            <a:solidFill>
              <a:srgbClr val="00B1F4">
                <a:alpha val="100000"/>
              </a:srgbClr>
            </a:solidFill>
            <a:ln w="9000" cap="rnd">
              <a:solidFill>
                <a:srgbClr val="00B1F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5"/>
            <p:cNvSpPr/>
            <p:nvPr/>
          </p:nvSpPr>
          <p:spPr>
            <a:xfrm>
              <a:off x="4381434" y="5563496"/>
              <a:ext cx="49651" cy="49651"/>
            </a:xfrm>
            <a:prstGeom prst="ellipse">
              <a:avLst/>
            </a:prstGeom>
            <a:solidFill>
              <a:srgbClr val="00B0F6">
                <a:alpha val="100000"/>
              </a:srgbClr>
            </a:solidFill>
            <a:ln w="9000" cap="rnd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6"/>
            <p:cNvSpPr/>
            <p:nvPr/>
          </p:nvSpPr>
          <p:spPr>
            <a:xfrm>
              <a:off x="4413571" y="5717165"/>
              <a:ext cx="49651" cy="49651"/>
            </a:xfrm>
            <a:prstGeom prst="ellipse">
              <a:avLst/>
            </a:prstGeom>
            <a:solidFill>
              <a:srgbClr val="00AFF8">
                <a:alpha val="100000"/>
              </a:srgbClr>
            </a:solidFill>
            <a:ln w="9000" cap="rnd">
              <a:solidFill>
                <a:srgbClr val="00AF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7"/>
            <p:cNvSpPr/>
            <p:nvPr/>
          </p:nvSpPr>
          <p:spPr>
            <a:xfrm>
              <a:off x="3363793" y="5596460"/>
              <a:ext cx="49651" cy="49651"/>
            </a:xfrm>
            <a:prstGeom prst="ellipse">
              <a:avLst/>
            </a:prstGeom>
            <a:solidFill>
              <a:srgbClr val="00ADFA">
                <a:alpha val="100000"/>
              </a:srgbClr>
            </a:solidFill>
            <a:ln w="9000" cap="rnd">
              <a:solidFill>
                <a:srgbClr val="00ADF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8"/>
            <p:cNvSpPr/>
            <p:nvPr/>
          </p:nvSpPr>
          <p:spPr>
            <a:xfrm>
              <a:off x="5832913" y="5744207"/>
              <a:ext cx="49651" cy="49651"/>
            </a:xfrm>
            <a:prstGeom prst="ellipse">
              <a:avLst/>
            </a:prstGeom>
            <a:solidFill>
              <a:srgbClr val="00ACFC">
                <a:alpha val="100000"/>
              </a:srgbClr>
            </a:solidFill>
            <a:ln w="9000" cap="rnd">
              <a:solidFill>
                <a:srgbClr val="00ACF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39"/>
            <p:cNvSpPr/>
            <p:nvPr/>
          </p:nvSpPr>
          <p:spPr>
            <a:xfrm>
              <a:off x="5602605" y="5722906"/>
              <a:ext cx="49651" cy="49651"/>
            </a:xfrm>
            <a:prstGeom prst="ellipse">
              <a:avLst/>
            </a:prstGeom>
            <a:solidFill>
              <a:srgbClr val="00AAFD">
                <a:alpha val="100000"/>
              </a:srgbClr>
            </a:solidFill>
            <a:ln w="9000" cap="rnd">
              <a:solidFill>
                <a:srgbClr val="00AAF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0"/>
            <p:cNvSpPr/>
            <p:nvPr/>
          </p:nvSpPr>
          <p:spPr>
            <a:xfrm>
              <a:off x="5602605" y="5747996"/>
              <a:ext cx="49651" cy="49651"/>
            </a:xfrm>
            <a:prstGeom prst="ellipse">
              <a:avLst/>
            </a:prstGeom>
            <a:solidFill>
              <a:srgbClr val="00AAFD">
                <a:alpha val="100000"/>
              </a:srgbClr>
            </a:solidFill>
            <a:ln w="9000" cap="rnd">
              <a:solidFill>
                <a:srgbClr val="00AAF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1"/>
            <p:cNvSpPr/>
            <p:nvPr/>
          </p:nvSpPr>
          <p:spPr>
            <a:xfrm>
              <a:off x="3872614" y="5737558"/>
              <a:ext cx="49651" cy="49651"/>
            </a:xfrm>
            <a:prstGeom prst="ellipse">
              <a:avLst/>
            </a:prstGeom>
            <a:solidFill>
              <a:srgbClr val="00A9FF">
                <a:alpha val="100000"/>
              </a:srgbClr>
            </a:solidFill>
            <a:ln w="9000" cap="rnd">
              <a:solidFill>
                <a:srgbClr val="00A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2"/>
            <p:cNvSpPr/>
            <p:nvPr/>
          </p:nvSpPr>
          <p:spPr>
            <a:xfrm>
              <a:off x="1971230" y="2258823"/>
              <a:ext cx="49651" cy="49651"/>
            </a:xfrm>
            <a:prstGeom prst="ellipse">
              <a:avLst/>
            </a:prstGeom>
            <a:solidFill>
              <a:srgbClr val="00A7FF">
                <a:alpha val="100000"/>
              </a:srgbClr>
            </a:solidFill>
            <a:ln w="9000" cap="rnd">
              <a:solidFill>
                <a:srgbClr val="00A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3"/>
            <p:cNvSpPr/>
            <p:nvPr/>
          </p:nvSpPr>
          <p:spPr>
            <a:xfrm>
              <a:off x="3861902" y="3434982"/>
              <a:ext cx="49651" cy="49651"/>
            </a:xfrm>
            <a:prstGeom prst="ellipse">
              <a:avLst/>
            </a:prstGeom>
            <a:solidFill>
              <a:srgbClr val="00A6FF">
                <a:alpha val="100000"/>
              </a:srgbClr>
            </a:solidFill>
            <a:ln w="9000" cap="rnd">
              <a:solidFill>
                <a:srgbClr val="00A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4"/>
            <p:cNvSpPr/>
            <p:nvPr/>
          </p:nvSpPr>
          <p:spPr>
            <a:xfrm>
              <a:off x="4911679" y="5725948"/>
              <a:ext cx="49651" cy="49651"/>
            </a:xfrm>
            <a:prstGeom prst="ellipse">
              <a:avLst/>
            </a:prstGeom>
            <a:solidFill>
              <a:srgbClr val="00A4FF">
                <a:alpha val="100000"/>
              </a:srgbClr>
            </a:solidFill>
            <a:ln w="9000" cap="rnd">
              <a:solidFill>
                <a:srgbClr val="00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5"/>
            <p:cNvSpPr/>
            <p:nvPr/>
          </p:nvSpPr>
          <p:spPr>
            <a:xfrm>
              <a:off x="4092210" y="5731474"/>
              <a:ext cx="49651" cy="49651"/>
            </a:xfrm>
            <a:prstGeom prst="ellipse">
              <a:avLst/>
            </a:prstGeom>
            <a:solidFill>
              <a:srgbClr val="2AA2FF">
                <a:alpha val="100000"/>
              </a:srgbClr>
            </a:solidFill>
            <a:ln w="9000" cap="rnd">
              <a:solidFill>
                <a:srgbClr val="2AA2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6"/>
            <p:cNvSpPr/>
            <p:nvPr/>
          </p:nvSpPr>
          <p:spPr>
            <a:xfrm>
              <a:off x="5088428" y="5742270"/>
              <a:ext cx="49651" cy="49651"/>
            </a:xfrm>
            <a:prstGeom prst="ellipse">
              <a:avLst/>
            </a:prstGeom>
            <a:solidFill>
              <a:srgbClr val="3EA1FF">
                <a:alpha val="100000"/>
              </a:srgbClr>
            </a:solidFill>
            <a:ln w="9000" cap="rnd">
              <a:solidFill>
                <a:srgbClr val="3EA1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7"/>
            <p:cNvSpPr/>
            <p:nvPr/>
          </p:nvSpPr>
          <p:spPr>
            <a:xfrm>
              <a:off x="5233040" y="5735768"/>
              <a:ext cx="49651" cy="49651"/>
            </a:xfrm>
            <a:prstGeom prst="ellipse">
              <a:avLst/>
            </a:prstGeom>
            <a:solidFill>
              <a:srgbClr val="4D9FFF">
                <a:alpha val="100000"/>
              </a:srgbClr>
            </a:solidFill>
            <a:ln w="9000" cap="rnd">
              <a:solidFill>
                <a:srgbClr val="4D9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8"/>
            <p:cNvSpPr/>
            <p:nvPr/>
          </p:nvSpPr>
          <p:spPr>
            <a:xfrm>
              <a:off x="5993594" y="5745584"/>
              <a:ext cx="49651" cy="49651"/>
            </a:xfrm>
            <a:prstGeom prst="ellipse">
              <a:avLst/>
            </a:prstGeom>
            <a:solidFill>
              <a:srgbClr val="5A9DFF">
                <a:alpha val="100000"/>
              </a:srgbClr>
            </a:solidFill>
            <a:ln w="9000" cap="rnd">
              <a:solidFill>
                <a:srgbClr val="5A9D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49"/>
            <p:cNvSpPr/>
            <p:nvPr/>
          </p:nvSpPr>
          <p:spPr>
            <a:xfrm>
              <a:off x="5297312" y="5728971"/>
              <a:ext cx="49651" cy="49651"/>
            </a:xfrm>
            <a:prstGeom prst="ellipse">
              <a:avLst/>
            </a:prstGeom>
            <a:solidFill>
              <a:srgbClr val="649BFF">
                <a:alpha val="100000"/>
              </a:srgbClr>
            </a:solidFill>
            <a:ln w="9000" cap="rnd">
              <a:solidFill>
                <a:srgbClr val="649B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0"/>
            <p:cNvSpPr/>
            <p:nvPr/>
          </p:nvSpPr>
          <p:spPr>
            <a:xfrm>
              <a:off x="3508405" y="5496787"/>
              <a:ext cx="49651" cy="49651"/>
            </a:xfrm>
            <a:prstGeom prst="ellipse">
              <a:avLst/>
            </a:prstGeom>
            <a:solidFill>
              <a:srgbClr val="6E99FF">
                <a:alpha val="100000"/>
              </a:srgbClr>
            </a:solidFill>
            <a:ln w="9000" cap="rnd">
              <a:solidFill>
                <a:srgbClr val="6E9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1"/>
            <p:cNvSpPr/>
            <p:nvPr/>
          </p:nvSpPr>
          <p:spPr>
            <a:xfrm>
              <a:off x="5056292" y="5728599"/>
              <a:ext cx="49651" cy="49651"/>
            </a:xfrm>
            <a:prstGeom prst="ellipse">
              <a:avLst/>
            </a:prstGeom>
            <a:solidFill>
              <a:srgbClr val="7798FF">
                <a:alpha val="100000"/>
              </a:srgbClr>
            </a:solidFill>
            <a:ln w="9000" cap="rnd">
              <a:solidFill>
                <a:srgbClr val="779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2"/>
            <p:cNvSpPr/>
            <p:nvPr/>
          </p:nvSpPr>
          <p:spPr>
            <a:xfrm>
              <a:off x="4252890" y="5703769"/>
              <a:ext cx="49651" cy="49651"/>
            </a:xfrm>
            <a:prstGeom prst="ellipse">
              <a:avLst/>
            </a:prstGeom>
            <a:solidFill>
              <a:srgbClr val="7F96FF">
                <a:alpha val="100000"/>
              </a:srgbClr>
            </a:solidFill>
            <a:ln w="9000" cap="rnd">
              <a:solidFill>
                <a:srgbClr val="7F9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3"/>
            <p:cNvSpPr/>
            <p:nvPr/>
          </p:nvSpPr>
          <p:spPr>
            <a:xfrm>
              <a:off x="4777779" y="5747941"/>
              <a:ext cx="49651" cy="49651"/>
            </a:xfrm>
            <a:prstGeom prst="ellipse">
              <a:avLst/>
            </a:prstGeom>
            <a:solidFill>
              <a:srgbClr val="8794FF">
                <a:alpha val="100000"/>
              </a:srgbClr>
            </a:solidFill>
            <a:ln w="9000" cap="rnd">
              <a:solidFill>
                <a:srgbClr val="879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4"/>
            <p:cNvSpPr/>
            <p:nvPr/>
          </p:nvSpPr>
          <p:spPr>
            <a:xfrm>
              <a:off x="3213824" y="5650461"/>
              <a:ext cx="49651" cy="49651"/>
            </a:xfrm>
            <a:prstGeom prst="ellipse">
              <a:avLst/>
            </a:prstGeom>
            <a:solidFill>
              <a:srgbClr val="8E92FF">
                <a:alpha val="100000"/>
              </a:srgbClr>
            </a:solidFill>
            <a:ln w="9000" cap="rnd">
              <a:solidFill>
                <a:srgbClr val="8E92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5"/>
            <p:cNvSpPr/>
            <p:nvPr/>
          </p:nvSpPr>
          <p:spPr>
            <a:xfrm>
              <a:off x="4520691" y="5732295"/>
              <a:ext cx="49651" cy="49651"/>
            </a:xfrm>
            <a:prstGeom prst="ellipse">
              <a:avLst/>
            </a:prstGeom>
            <a:solidFill>
              <a:srgbClr val="9590FF">
                <a:alpha val="100000"/>
              </a:srgbClr>
            </a:solidFill>
            <a:ln w="9000" cap="rnd">
              <a:solidFill>
                <a:srgbClr val="959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6"/>
            <p:cNvSpPr/>
            <p:nvPr/>
          </p:nvSpPr>
          <p:spPr>
            <a:xfrm>
              <a:off x="4574251" y="5730964"/>
              <a:ext cx="49651" cy="49651"/>
            </a:xfrm>
            <a:prstGeom prst="ellipse">
              <a:avLst/>
            </a:prstGeom>
            <a:solidFill>
              <a:srgbClr val="9B8EFF">
                <a:alpha val="100000"/>
              </a:srgbClr>
            </a:solidFill>
            <a:ln w="9000" cap="rnd">
              <a:solidFill>
                <a:srgbClr val="9B8E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7"/>
            <p:cNvSpPr/>
            <p:nvPr/>
          </p:nvSpPr>
          <p:spPr>
            <a:xfrm>
              <a:off x="4440351" y="5662340"/>
              <a:ext cx="49651" cy="49651"/>
            </a:xfrm>
            <a:prstGeom prst="ellipse">
              <a:avLst/>
            </a:prstGeom>
            <a:solidFill>
              <a:srgbClr val="A18BFF">
                <a:alpha val="100000"/>
              </a:srgbClr>
            </a:solidFill>
            <a:ln w="9000" cap="rnd">
              <a:solidFill>
                <a:srgbClr val="A18B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8"/>
            <p:cNvSpPr/>
            <p:nvPr/>
          </p:nvSpPr>
          <p:spPr>
            <a:xfrm>
              <a:off x="5399076" y="5747148"/>
              <a:ext cx="49651" cy="49651"/>
            </a:xfrm>
            <a:prstGeom prst="ellipse">
              <a:avLst/>
            </a:prstGeom>
            <a:solidFill>
              <a:srgbClr val="A789FF">
                <a:alpha val="100000"/>
              </a:srgbClr>
            </a:solidFill>
            <a:ln w="9000" cap="rnd">
              <a:solidFill>
                <a:srgbClr val="A78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59"/>
            <p:cNvSpPr/>
            <p:nvPr/>
          </p:nvSpPr>
          <p:spPr>
            <a:xfrm>
              <a:off x="5083072" y="5747116"/>
              <a:ext cx="49651" cy="49651"/>
            </a:xfrm>
            <a:prstGeom prst="ellipse">
              <a:avLst/>
            </a:prstGeom>
            <a:solidFill>
              <a:srgbClr val="AD87FF">
                <a:alpha val="100000"/>
              </a:srgbClr>
            </a:solidFill>
            <a:ln w="9000" cap="rnd">
              <a:solidFill>
                <a:srgbClr val="AD8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0"/>
            <p:cNvSpPr/>
            <p:nvPr/>
          </p:nvSpPr>
          <p:spPr>
            <a:xfrm>
              <a:off x="5463349" y="5747739"/>
              <a:ext cx="49651" cy="49651"/>
            </a:xfrm>
            <a:prstGeom prst="ellipse">
              <a:avLst/>
            </a:prstGeom>
            <a:solidFill>
              <a:srgbClr val="B285FF">
                <a:alpha val="100000"/>
              </a:srgbClr>
            </a:solidFill>
            <a:ln w="9000" cap="rnd">
              <a:solidFill>
                <a:srgbClr val="B285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1"/>
            <p:cNvSpPr/>
            <p:nvPr/>
          </p:nvSpPr>
          <p:spPr>
            <a:xfrm>
              <a:off x="5549045" y="5731230"/>
              <a:ext cx="49651" cy="49651"/>
            </a:xfrm>
            <a:prstGeom prst="ellipse">
              <a:avLst/>
            </a:prstGeom>
            <a:solidFill>
              <a:srgbClr val="B783FF">
                <a:alpha val="100000"/>
              </a:srgbClr>
            </a:solidFill>
            <a:ln w="9000" cap="rnd">
              <a:solidFill>
                <a:srgbClr val="B78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2"/>
            <p:cNvSpPr/>
            <p:nvPr/>
          </p:nvSpPr>
          <p:spPr>
            <a:xfrm>
              <a:off x="5174124" y="5747968"/>
              <a:ext cx="49651" cy="49651"/>
            </a:xfrm>
            <a:prstGeom prst="ellipse">
              <a:avLst/>
            </a:prstGeom>
            <a:solidFill>
              <a:srgbClr val="BC81FF">
                <a:alpha val="100000"/>
              </a:srgbClr>
            </a:solidFill>
            <a:ln w="9000" cap="rnd">
              <a:solidFill>
                <a:srgbClr val="BC81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3"/>
            <p:cNvSpPr/>
            <p:nvPr/>
          </p:nvSpPr>
          <p:spPr>
            <a:xfrm>
              <a:off x="5415144" y="5746393"/>
              <a:ext cx="49651" cy="49651"/>
            </a:xfrm>
            <a:prstGeom prst="ellipse">
              <a:avLst/>
            </a:prstGeom>
            <a:solidFill>
              <a:srgbClr val="C07FFF">
                <a:alpha val="100000"/>
              </a:srgbClr>
            </a:solidFill>
            <a:ln w="9000" cap="rnd">
              <a:solidFill>
                <a:srgbClr val="C07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4"/>
            <p:cNvSpPr/>
            <p:nvPr/>
          </p:nvSpPr>
          <p:spPr>
            <a:xfrm>
              <a:off x="3401285" y="5684375"/>
              <a:ext cx="49651" cy="49651"/>
            </a:xfrm>
            <a:prstGeom prst="ellipse">
              <a:avLst/>
            </a:prstGeom>
            <a:solidFill>
              <a:srgbClr val="C57DFF">
                <a:alpha val="100000"/>
              </a:srgbClr>
            </a:solidFill>
            <a:ln w="9000" cap="rnd">
              <a:solidFill>
                <a:srgbClr val="C57D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5"/>
            <p:cNvSpPr/>
            <p:nvPr/>
          </p:nvSpPr>
          <p:spPr>
            <a:xfrm>
              <a:off x="4692083" y="5747709"/>
              <a:ext cx="49651" cy="49651"/>
            </a:xfrm>
            <a:prstGeom prst="ellipse">
              <a:avLst/>
            </a:prstGeom>
            <a:solidFill>
              <a:srgbClr val="C97BFF">
                <a:alpha val="100000"/>
              </a:srgbClr>
            </a:solidFill>
            <a:ln w="9000" cap="rnd">
              <a:solidFill>
                <a:srgbClr val="C97B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6"/>
            <p:cNvSpPr/>
            <p:nvPr/>
          </p:nvSpPr>
          <p:spPr>
            <a:xfrm>
              <a:off x="4536759" y="5727061"/>
              <a:ext cx="49651" cy="49651"/>
            </a:xfrm>
            <a:prstGeom prst="ellipse">
              <a:avLst/>
            </a:prstGeom>
            <a:solidFill>
              <a:srgbClr val="CD79FF">
                <a:alpha val="100000"/>
              </a:srgbClr>
            </a:solidFill>
            <a:ln w="9000" cap="rnd">
              <a:solidFill>
                <a:srgbClr val="CD7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7"/>
            <p:cNvSpPr/>
            <p:nvPr/>
          </p:nvSpPr>
          <p:spPr>
            <a:xfrm>
              <a:off x="5838269" y="5744356"/>
              <a:ext cx="49651" cy="49651"/>
            </a:xfrm>
            <a:prstGeom prst="ellipse">
              <a:avLst/>
            </a:prstGeom>
            <a:solidFill>
              <a:srgbClr val="D177FF">
                <a:alpha val="100000"/>
              </a:srgbClr>
            </a:solidFill>
            <a:ln w="9000" cap="rnd">
              <a:solidFill>
                <a:srgbClr val="D17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8"/>
            <p:cNvSpPr/>
            <p:nvPr/>
          </p:nvSpPr>
          <p:spPr>
            <a:xfrm>
              <a:off x="5415144" y="5730954"/>
              <a:ext cx="49651" cy="49651"/>
            </a:xfrm>
            <a:prstGeom prst="ellipse">
              <a:avLst/>
            </a:prstGeom>
            <a:solidFill>
              <a:srgbClr val="D575FE">
                <a:alpha val="100000"/>
              </a:srgbClr>
            </a:solidFill>
            <a:ln w="9000" cap="rnd">
              <a:solidFill>
                <a:srgbClr val="D575F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69"/>
            <p:cNvSpPr/>
            <p:nvPr/>
          </p:nvSpPr>
          <p:spPr>
            <a:xfrm>
              <a:off x="3187044" y="4921948"/>
              <a:ext cx="49651" cy="49651"/>
            </a:xfrm>
            <a:prstGeom prst="ellipse">
              <a:avLst/>
            </a:prstGeom>
            <a:solidFill>
              <a:srgbClr val="D873FC">
                <a:alpha val="100000"/>
              </a:srgbClr>
            </a:solidFill>
            <a:ln w="9000" cap="rnd">
              <a:solidFill>
                <a:srgbClr val="D873F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0"/>
            <p:cNvSpPr/>
            <p:nvPr/>
          </p:nvSpPr>
          <p:spPr>
            <a:xfrm>
              <a:off x="5211616" y="5742859"/>
              <a:ext cx="49651" cy="49651"/>
            </a:xfrm>
            <a:prstGeom prst="ellipse">
              <a:avLst/>
            </a:prstGeom>
            <a:solidFill>
              <a:srgbClr val="DB72FB">
                <a:alpha val="100000"/>
              </a:srgbClr>
            </a:solidFill>
            <a:ln w="9000" cap="rnd">
              <a:solidFill>
                <a:srgbClr val="DB72F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1"/>
            <p:cNvSpPr/>
            <p:nvPr/>
          </p:nvSpPr>
          <p:spPr>
            <a:xfrm>
              <a:off x="4981308" y="5714306"/>
              <a:ext cx="49651" cy="49651"/>
            </a:xfrm>
            <a:prstGeom prst="ellipse">
              <a:avLst/>
            </a:prstGeom>
            <a:solidFill>
              <a:srgbClr val="DF70F9">
                <a:alpha val="100000"/>
              </a:srgbClr>
            </a:solidFill>
            <a:ln w="9000" cap="rnd">
              <a:solidFill>
                <a:srgbClr val="DF70F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2"/>
            <p:cNvSpPr/>
            <p:nvPr/>
          </p:nvSpPr>
          <p:spPr>
            <a:xfrm>
              <a:off x="2962092" y="3115234"/>
              <a:ext cx="49651" cy="49651"/>
            </a:xfrm>
            <a:prstGeom prst="ellipse">
              <a:avLst/>
            </a:prstGeom>
            <a:solidFill>
              <a:srgbClr val="E26EF7">
                <a:alpha val="100000"/>
              </a:srgbClr>
            </a:solidFill>
            <a:ln w="9000" cap="rnd">
              <a:solidFill>
                <a:srgbClr val="E26EF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3"/>
            <p:cNvSpPr/>
            <p:nvPr/>
          </p:nvSpPr>
          <p:spPr>
            <a:xfrm>
              <a:off x="5715081" y="5743758"/>
              <a:ext cx="49651" cy="49651"/>
            </a:xfrm>
            <a:prstGeom prst="ellipse">
              <a:avLst/>
            </a:prstGeom>
            <a:solidFill>
              <a:srgbClr val="E46DF5">
                <a:alpha val="100000"/>
              </a:srgbClr>
            </a:solidFill>
            <a:ln w="9000" cap="rnd">
              <a:solidFill>
                <a:srgbClr val="E46DF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4"/>
            <p:cNvSpPr/>
            <p:nvPr/>
          </p:nvSpPr>
          <p:spPr>
            <a:xfrm>
              <a:off x="5452637" y="5743245"/>
              <a:ext cx="49651" cy="49651"/>
            </a:xfrm>
            <a:prstGeom prst="ellipse">
              <a:avLst/>
            </a:prstGeom>
            <a:solidFill>
              <a:srgbClr val="E76BF3">
                <a:alpha val="100000"/>
              </a:srgbClr>
            </a:solidFill>
            <a:ln w="9000" cap="rnd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5"/>
            <p:cNvSpPr/>
            <p:nvPr/>
          </p:nvSpPr>
          <p:spPr>
            <a:xfrm>
              <a:off x="5602605" y="5747708"/>
              <a:ext cx="49651" cy="49651"/>
            </a:xfrm>
            <a:prstGeom prst="ellipse">
              <a:avLst/>
            </a:prstGeom>
            <a:solidFill>
              <a:srgbClr val="EA6AF1">
                <a:alpha val="100000"/>
              </a:srgbClr>
            </a:solidFill>
            <a:ln w="9000" cap="rnd">
              <a:solidFill>
                <a:srgbClr val="EA6AF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6"/>
            <p:cNvSpPr/>
            <p:nvPr/>
          </p:nvSpPr>
          <p:spPr>
            <a:xfrm>
              <a:off x="3283452" y="5689324"/>
              <a:ext cx="49651" cy="49651"/>
            </a:xfrm>
            <a:prstGeom prst="ellipse">
              <a:avLst/>
            </a:prstGeom>
            <a:solidFill>
              <a:srgbClr val="EC69EE">
                <a:alpha val="100000"/>
              </a:srgbClr>
            </a:solidFill>
            <a:ln w="9000" cap="rnd">
              <a:solidFill>
                <a:srgbClr val="EC69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7"/>
            <p:cNvSpPr/>
            <p:nvPr/>
          </p:nvSpPr>
          <p:spPr>
            <a:xfrm>
              <a:off x="1537393" y="5601558"/>
              <a:ext cx="49651" cy="49651"/>
            </a:xfrm>
            <a:prstGeom prst="ellipse">
              <a:avLst/>
            </a:prstGeom>
            <a:solidFill>
              <a:srgbClr val="EE67EC">
                <a:alpha val="100000"/>
              </a:srgbClr>
            </a:solidFill>
            <a:ln w="9000" cap="rnd">
              <a:solidFill>
                <a:srgbClr val="EE67E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8"/>
            <p:cNvSpPr/>
            <p:nvPr/>
          </p:nvSpPr>
          <p:spPr>
            <a:xfrm>
              <a:off x="4734931" y="5593122"/>
              <a:ext cx="49651" cy="49651"/>
            </a:xfrm>
            <a:prstGeom prst="ellipse">
              <a:avLst/>
            </a:prstGeom>
            <a:solidFill>
              <a:srgbClr val="F066EA">
                <a:alpha val="100000"/>
              </a:srgbClr>
            </a:solidFill>
            <a:ln w="9000" cap="rnd">
              <a:solidFill>
                <a:srgbClr val="F066E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79"/>
            <p:cNvSpPr/>
            <p:nvPr/>
          </p:nvSpPr>
          <p:spPr>
            <a:xfrm>
              <a:off x="5806133" y="5744202"/>
              <a:ext cx="49651" cy="49651"/>
            </a:xfrm>
            <a:prstGeom prst="ellipse">
              <a:avLst/>
            </a:prstGeom>
            <a:solidFill>
              <a:srgbClr val="F265E7">
                <a:alpha val="100000"/>
              </a:srgbClr>
            </a:solidFill>
            <a:ln w="9000" cap="rnd">
              <a:solidFill>
                <a:srgbClr val="F265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0"/>
            <p:cNvSpPr/>
            <p:nvPr/>
          </p:nvSpPr>
          <p:spPr>
            <a:xfrm>
              <a:off x="3047788" y="5600853"/>
              <a:ext cx="49651" cy="49651"/>
            </a:xfrm>
            <a:prstGeom prst="ellipse">
              <a:avLst/>
            </a:prstGeom>
            <a:solidFill>
              <a:srgbClr val="F464E4">
                <a:alpha val="100000"/>
              </a:srgbClr>
            </a:solidFill>
            <a:ln w="9000" cap="rnd">
              <a:solidFill>
                <a:srgbClr val="F464E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1"/>
            <p:cNvSpPr/>
            <p:nvPr/>
          </p:nvSpPr>
          <p:spPr>
            <a:xfrm>
              <a:off x="5211616" y="5746861"/>
              <a:ext cx="49651" cy="49651"/>
            </a:xfrm>
            <a:prstGeom prst="ellipse">
              <a:avLst/>
            </a:prstGeom>
            <a:solidFill>
              <a:srgbClr val="F663E2">
                <a:alpha val="100000"/>
              </a:srgbClr>
            </a:solidFill>
            <a:ln w="9000" cap="rnd">
              <a:solidFill>
                <a:srgbClr val="F663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2"/>
            <p:cNvSpPr/>
            <p:nvPr/>
          </p:nvSpPr>
          <p:spPr>
            <a:xfrm>
              <a:off x="4799203" y="5706386"/>
              <a:ext cx="49651" cy="49651"/>
            </a:xfrm>
            <a:prstGeom prst="ellipse">
              <a:avLst/>
            </a:prstGeom>
            <a:solidFill>
              <a:srgbClr val="F763DF">
                <a:alpha val="100000"/>
              </a:srgbClr>
            </a:solidFill>
            <a:ln w="9000" cap="rnd">
              <a:solidFill>
                <a:srgbClr val="F763D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3"/>
            <p:cNvSpPr/>
            <p:nvPr/>
          </p:nvSpPr>
          <p:spPr>
            <a:xfrm>
              <a:off x="3861902" y="5636199"/>
              <a:ext cx="49651" cy="49651"/>
            </a:xfrm>
            <a:prstGeom prst="ellipse">
              <a:avLst/>
            </a:prstGeom>
            <a:solidFill>
              <a:srgbClr val="F962DC">
                <a:alpha val="100000"/>
              </a:srgbClr>
            </a:solidFill>
            <a:ln w="9000" cap="rnd">
              <a:solidFill>
                <a:srgbClr val="F962D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4"/>
            <p:cNvSpPr/>
            <p:nvPr/>
          </p:nvSpPr>
          <p:spPr>
            <a:xfrm>
              <a:off x="4509979" y="5740496"/>
              <a:ext cx="49651" cy="49651"/>
            </a:xfrm>
            <a:prstGeom prst="ellipse">
              <a:avLst/>
            </a:prstGeom>
            <a:solidFill>
              <a:srgbClr val="FA62D9">
                <a:alpha val="100000"/>
              </a:srgbClr>
            </a:solidFill>
            <a:ln w="9000" cap="rnd">
              <a:solidFill>
                <a:srgbClr val="FA62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5"/>
            <p:cNvSpPr/>
            <p:nvPr/>
          </p:nvSpPr>
          <p:spPr>
            <a:xfrm>
              <a:off x="5773997" y="5747322"/>
              <a:ext cx="49651" cy="49651"/>
            </a:xfrm>
            <a:prstGeom prst="ellipse">
              <a:avLst/>
            </a:prstGeom>
            <a:solidFill>
              <a:srgbClr val="FB61D6">
                <a:alpha val="100000"/>
              </a:srgbClr>
            </a:solidFill>
            <a:ln w="9000" cap="rnd">
              <a:solidFill>
                <a:srgbClr val="FB61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6"/>
            <p:cNvSpPr/>
            <p:nvPr/>
          </p:nvSpPr>
          <p:spPr>
            <a:xfrm>
              <a:off x="6079290" y="5746874"/>
              <a:ext cx="49651" cy="49651"/>
            </a:xfrm>
            <a:prstGeom prst="ellipse">
              <a:avLst/>
            </a:prstGeom>
            <a:solidFill>
              <a:srgbClr val="FD61D3">
                <a:alpha val="100000"/>
              </a:srgbClr>
            </a:solidFill>
            <a:ln w="9000" cap="rnd">
              <a:solidFill>
                <a:srgbClr val="FD61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7"/>
            <p:cNvSpPr/>
            <p:nvPr/>
          </p:nvSpPr>
          <p:spPr>
            <a:xfrm>
              <a:off x="4418927" y="5715930"/>
              <a:ext cx="49651" cy="49651"/>
            </a:xfrm>
            <a:prstGeom prst="ellipse">
              <a:avLst/>
            </a:prstGeom>
            <a:solidFill>
              <a:srgbClr val="FE61D0">
                <a:alpha val="100000"/>
              </a:srgbClr>
            </a:solidFill>
            <a:ln w="9000" cap="rnd">
              <a:solidFill>
                <a:srgbClr val="FE61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8"/>
            <p:cNvSpPr/>
            <p:nvPr/>
          </p:nvSpPr>
          <p:spPr>
            <a:xfrm>
              <a:off x="3990446" y="5737699"/>
              <a:ext cx="49651" cy="49651"/>
            </a:xfrm>
            <a:prstGeom prst="ellipse">
              <a:avLst/>
            </a:prstGeom>
            <a:solidFill>
              <a:srgbClr val="FE61CD">
                <a:alpha val="100000"/>
              </a:srgbClr>
            </a:solidFill>
            <a:ln w="9000" cap="rnd">
              <a:solidFill>
                <a:srgbClr val="FE61C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89"/>
            <p:cNvSpPr/>
            <p:nvPr/>
          </p:nvSpPr>
          <p:spPr>
            <a:xfrm>
              <a:off x="3369149" y="5597534"/>
              <a:ext cx="49651" cy="49651"/>
            </a:xfrm>
            <a:prstGeom prst="ellipse">
              <a:avLst/>
            </a:prstGeom>
            <a:solidFill>
              <a:srgbClr val="FF61C9">
                <a:alpha val="100000"/>
              </a:srgbClr>
            </a:solidFill>
            <a:ln w="9000" cap="rnd">
              <a:solidFill>
                <a:srgbClr val="FF61C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0"/>
            <p:cNvSpPr/>
            <p:nvPr/>
          </p:nvSpPr>
          <p:spPr>
            <a:xfrm>
              <a:off x="4783135" y="5688452"/>
              <a:ext cx="49651" cy="49651"/>
            </a:xfrm>
            <a:prstGeom prst="ellipse">
              <a:avLst/>
            </a:prstGeom>
            <a:solidFill>
              <a:srgbClr val="FF61C6">
                <a:alpha val="100000"/>
              </a:srgbClr>
            </a:solidFill>
            <a:ln w="9000" cap="rnd">
              <a:solidFill>
                <a:srgbClr val="FF61C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1"/>
            <p:cNvSpPr/>
            <p:nvPr/>
          </p:nvSpPr>
          <p:spPr>
            <a:xfrm>
              <a:off x="3856545" y="5667411"/>
              <a:ext cx="49651" cy="49651"/>
            </a:xfrm>
            <a:prstGeom prst="ellipse">
              <a:avLst/>
            </a:prstGeom>
            <a:solidFill>
              <a:srgbClr val="FF61C3">
                <a:alpha val="100000"/>
              </a:srgbClr>
            </a:solidFill>
            <a:ln w="9000" cap="rnd">
              <a:solidFill>
                <a:srgbClr val="FF61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2"/>
            <p:cNvSpPr/>
            <p:nvPr/>
          </p:nvSpPr>
          <p:spPr>
            <a:xfrm>
              <a:off x="3337013" y="3072072"/>
              <a:ext cx="49651" cy="49651"/>
            </a:xfrm>
            <a:prstGeom prst="ellipse">
              <a:avLst/>
            </a:prstGeom>
            <a:solidFill>
              <a:srgbClr val="FF62BF">
                <a:alpha val="100000"/>
              </a:srgbClr>
            </a:solidFill>
            <a:ln w="9000" cap="rnd">
              <a:solidFill>
                <a:srgbClr val="FF62B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3"/>
            <p:cNvSpPr/>
            <p:nvPr/>
          </p:nvSpPr>
          <p:spPr>
            <a:xfrm>
              <a:off x="4509979" y="5723016"/>
              <a:ext cx="49651" cy="49651"/>
            </a:xfrm>
            <a:prstGeom prst="ellipse">
              <a:avLst/>
            </a:prstGeom>
            <a:solidFill>
              <a:srgbClr val="FF62BC">
                <a:alpha val="100000"/>
              </a:srgbClr>
            </a:solidFill>
            <a:ln w="9000" cap="rnd">
              <a:solidFill>
                <a:srgbClr val="FF62B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4"/>
            <p:cNvSpPr/>
            <p:nvPr/>
          </p:nvSpPr>
          <p:spPr>
            <a:xfrm>
              <a:off x="4702795" y="5715174"/>
              <a:ext cx="49651" cy="49651"/>
            </a:xfrm>
            <a:prstGeom prst="ellipse">
              <a:avLst/>
            </a:prstGeom>
            <a:solidFill>
              <a:srgbClr val="FF63B8">
                <a:alpha val="100000"/>
              </a:srgbClr>
            </a:solidFill>
            <a:ln w="9000" cap="rnd">
              <a:solidFill>
                <a:srgbClr val="FF63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5"/>
            <p:cNvSpPr/>
            <p:nvPr/>
          </p:nvSpPr>
          <p:spPr>
            <a:xfrm>
              <a:off x="5109852" y="5721676"/>
              <a:ext cx="49651" cy="49651"/>
            </a:xfrm>
            <a:prstGeom prst="ellipse">
              <a:avLst/>
            </a:prstGeom>
            <a:solidFill>
              <a:srgbClr val="FF63B5">
                <a:alpha val="100000"/>
              </a:srgbClr>
            </a:solidFill>
            <a:ln w="9000" cap="rnd">
              <a:solidFill>
                <a:srgbClr val="FF63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6"/>
            <p:cNvSpPr/>
            <p:nvPr/>
          </p:nvSpPr>
          <p:spPr>
            <a:xfrm>
              <a:off x="4692083" y="5747997"/>
              <a:ext cx="49651" cy="49651"/>
            </a:xfrm>
            <a:prstGeom prst="ellipse">
              <a:avLst/>
            </a:prstGeom>
            <a:solidFill>
              <a:srgbClr val="FF64B1">
                <a:alpha val="100000"/>
              </a:srgbClr>
            </a:solidFill>
            <a:ln w="9000" cap="rnd">
              <a:solidFill>
                <a:srgbClr val="FF64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7"/>
            <p:cNvSpPr/>
            <p:nvPr/>
          </p:nvSpPr>
          <p:spPr>
            <a:xfrm>
              <a:off x="4258246" y="5711358"/>
              <a:ext cx="49651" cy="49651"/>
            </a:xfrm>
            <a:prstGeom prst="ellipse">
              <a:avLst/>
            </a:prstGeom>
            <a:solidFill>
              <a:srgbClr val="FF65AD">
                <a:alpha val="100000"/>
              </a:srgbClr>
            </a:solidFill>
            <a:ln w="9000" cap="rnd">
              <a:solidFill>
                <a:srgbClr val="FF65A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8"/>
            <p:cNvSpPr/>
            <p:nvPr/>
          </p:nvSpPr>
          <p:spPr>
            <a:xfrm>
              <a:off x="3267384" y="5686923"/>
              <a:ext cx="49651" cy="49651"/>
            </a:xfrm>
            <a:prstGeom prst="ellipse">
              <a:avLst/>
            </a:prstGeom>
            <a:solidFill>
              <a:srgbClr val="FF66A9">
                <a:alpha val="100000"/>
              </a:srgbClr>
            </a:solidFill>
            <a:ln w="9000" cap="rnd">
              <a:solidFill>
                <a:srgbClr val="FF66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199"/>
            <p:cNvSpPr/>
            <p:nvPr/>
          </p:nvSpPr>
          <p:spPr>
            <a:xfrm>
              <a:off x="5640097" y="5747549"/>
              <a:ext cx="49651" cy="49651"/>
            </a:xfrm>
            <a:prstGeom prst="ellipse">
              <a:avLst/>
            </a:prstGeom>
            <a:solidFill>
              <a:srgbClr val="FF67A6">
                <a:alpha val="100000"/>
              </a:srgbClr>
            </a:solidFill>
            <a:ln w="9000" cap="rnd">
              <a:solidFill>
                <a:srgbClr val="FF67A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0"/>
            <p:cNvSpPr/>
            <p:nvPr/>
          </p:nvSpPr>
          <p:spPr>
            <a:xfrm>
              <a:off x="5045580" y="5738585"/>
              <a:ext cx="49651" cy="49651"/>
            </a:xfrm>
            <a:prstGeom prst="ellipse">
              <a:avLst/>
            </a:prstGeom>
            <a:solidFill>
              <a:srgbClr val="FF68A2">
                <a:alpha val="100000"/>
              </a:srgbClr>
            </a:solidFill>
            <a:ln w="9000" cap="rnd">
              <a:solidFill>
                <a:srgbClr val="FF68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1"/>
            <p:cNvSpPr/>
            <p:nvPr/>
          </p:nvSpPr>
          <p:spPr>
            <a:xfrm>
              <a:off x="5816845" y="5732080"/>
              <a:ext cx="49651" cy="49651"/>
            </a:xfrm>
            <a:prstGeom prst="ellipse">
              <a:avLst/>
            </a:prstGeom>
            <a:solidFill>
              <a:srgbClr val="FF699E">
                <a:alpha val="100000"/>
              </a:srgbClr>
            </a:solidFill>
            <a:ln w="9000" cap="rnd">
              <a:solidFill>
                <a:srgbClr val="FF699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2"/>
            <p:cNvSpPr/>
            <p:nvPr/>
          </p:nvSpPr>
          <p:spPr>
            <a:xfrm>
              <a:off x="4836695" y="5747952"/>
              <a:ext cx="49651" cy="49651"/>
            </a:xfrm>
            <a:prstGeom prst="ellipse">
              <a:avLst/>
            </a:prstGeom>
            <a:solidFill>
              <a:srgbClr val="FF6A9A">
                <a:alpha val="100000"/>
              </a:srgbClr>
            </a:solidFill>
            <a:ln w="9000" cap="rnd">
              <a:solidFill>
                <a:srgbClr val="FF6A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3"/>
            <p:cNvSpPr/>
            <p:nvPr/>
          </p:nvSpPr>
          <p:spPr>
            <a:xfrm>
              <a:off x="5704369" y="5745509"/>
              <a:ext cx="49651" cy="49651"/>
            </a:xfrm>
            <a:prstGeom prst="ellipse">
              <a:avLst/>
            </a:prstGeom>
            <a:solidFill>
              <a:srgbClr val="FF6B95">
                <a:alpha val="100000"/>
              </a:srgbClr>
            </a:solidFill>
            <a:ln w="9000" cap="rnd">
              <a:solidFill>
                <a:srgbClr val="FF6B9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4"/>
            <p:cNvSpPr/>
            <p:nvPr/>
          </p:nvSpPr>
          <p:spPr>
            <a:xfrm>
              <a:off x="4483199" y="5747896"/>
              <a:ext cx="49651" cy="49651"/>
            </a:xfrm>
            <a:prstGeom prst="ellipse">
              <a:avLst/>
            </a:prstGeom>
            <a:solidFill>
              <a:srgbClr val="FF6C91">
                <a:alpha val="100000"/>
              </a:srgbClr>
            </a:solidFill>
            <a:ln w="9000" cap="rnd">
              <a:solidFill>
                <a:srgbClr val="FF6C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5"/>
            <p:cNvSpPr/>
            <p:nvPr/>
          </p:nvSpPr>
          <p:spPr>
            <a:xfrm>
              <a:off x="3701221" y="5679743"/>
              <a:ext cx="49651" cy="49651"/>
            </a:xfrm>
            <a:prstGeom prst="ellipse">
              <a:avLst/>
            </a:prstGeom>
            <a:solidFill>
              <a:srgbClr val="FE6D8D">
                <a:alpha val="100000"/>
              </a:srgbClr>
            </a:solidFill>
            <a:ln w="9000" cap="rnd">
              <a:solidFill>
                <a:srgbClr val="FE6D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6"/>
            <p:cNvSpPr/>
            <p:nvPr/>
          </p:nvSpPr>
          <p:spPr>
            <a:xfrm>
              <a:off x="4354654" y="5747986"/>
              <a:ext cx="49651" cy="49651"/>
            </a:xfrm>
            <a:prstGeom prst="ellipse">
              <a:avLst/>
            </a:prstGeom>
            <a:solidFill>
              <a:srgbClr val="FE6E89">
                <a:alpha val="100000"/>
              </a:srgbClr>
            </a:solidFill>
            <a:ln w="9000" cap="rnd">
              <a:solidFill>
                <a:srgbClr val="FE6E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7"/>
            <p:cNvSpPr/>
            <p:nvPr/>
          </p:nvSpPr>
          <p:spPr>
            <a:xfrm>
              <a:off x="4408215" y="5686549"/>
              <a:ext cx="49651" cy="49651"/>
            </a:xfrm>
            <a:prstGeom prst="ellipse">
              <a:avLst/>
            </a:prstGeom>
            <a:solidFill>
              <a:srgbClr val="FD7084">
                <a:alpha val="100000"/>
              </a:srgbClr>
            </a:solidFill>
            <a:ln w="9000" cap="rnd">
              <a:solidFill>
                <a:srgbClr val="FD70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8"/>
            <p:cNvSpPr/>
            <p:nvPr/>
          </p:nvSpPr>
          <p:spPr>
            <a:xfrm>
              <a:off x="5383008" y="5742048"/>
              <a:ext cx="49651" cy="49651"/>
            </a:xfrm>
            <a:prstGeom prst="ellipse">
              <a:avLst/>
            </a:prstGeom>
            <a:solidFill>
              <a:srgbClr val="FC7180">
                <a:alpha val="100000"/>
              </a:srgbClr>
            </a:solidFill>
            <a:ln w="9000" cap="rnd">
              <a:solidFill>
                <a:srgbClr val="FC71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09"/>
            <p:cNvSpPr/>
            <p:nvPr/>
          </p:nvSpPr>
          <p:spPr>
            <a:xfrm>
              <a:off x="3310232" y="5645746"/>
              <a:ext cx="49651" cy="49651"/>
            </a:xfrm>
            <a:prstGeom prst="ellipse">
              <a:avLst/>
            </a:prstGeom>
            <a:solidFill>
              <a:srgbClr val="FB727B">
                <a:alpha val="100000"/>
              </a:srgbClr>
            </a:solidFill>
            <a:ln w="9000" cap="rnd">
              <a:solidFill>
                <a:srgbClr val="FB727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0"/>
            <p:cNvSpPr/>
            <p:nvPr/>
          </p:nvSpPr>
          <p:spPr>
            <a:xfrm>
              <a:off x="3808341" y="5695885"/>
              <a:ext cx="49651" cy="49651"/>
            </a:xfrm>
            <a:prstGeom prst="ellipse">
              <a:avLst/>
            </a:prstGeom>
            <a:solidFill>
              <a:srgbClr val="FA7477">
                <a:alpha val="100000"/>
              </a:srgbClr>
            </a:solidFill>
            <a:ln w="9000" cap="rnd">
              <a:solidFill>
                <a:srgbClr val="FA7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1"/>
            <p:cNvSpPr/>
            <p:nvPr/>
          </p:nvSpPr>
          <p:spPr>
            <a:xfrm>
              <a:off x="3653017" y="5415065"/>
              <a:ext cx="49651" cy="49651"/>
            </a:xfrm>
            <a:prstGeom prst="ellipse">
              <a:avLst/>
            </a:prstGeom>
            <a:solidFill>
              <a:srgbClr val="F97572">
                <a:alpha val="100000"/>
              </a:srgbClr>
            </a:solidFill>
            <a:ln w="9000" cap="rnd">
              <a:solidFill>
                <a:srgbClr val="F9757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2"/>
            <p:cNvSpPr/>
            <p:nvPr/>
          </p:nvSpPr>
          <p:spPr>
            <a:xfrm>
              <a:off x="2349968" y="5194488"/>
              <a:ext cx="602626" cy="256463"/>
            </a:xfrm>
            <a:custGeom>
              <a:avLst/>
              <a:pathLst>
                <a:path w="602626" h="256463">
                  <a:moveTo>
                    <a:pt x="0" y="0"/>
                  </a:moveTo>
                  <a:lnTo>
                    <a:pt x="602626" y="256463"/>
                  </a:lnTo>
                </a:path>
              </a:pathLst>
            </a:custGeom>
            <a:ln w="1355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3"/>
            <p:cNvSpPr/>
            <p:nvPr/>
          </p:nvSpPr>
          <p:spPr>
            <a:xfrm>
              <a:off x="2529455" y="5767381"/>
              <a:ext cx="2232396" cy="161834"/>
            </a:xfrm>
            <a:custGeom>
              <a:avLst/>
              <a:pathLst>
                <a:path w="2232396" h="161834">
                  <a:moveTo>
                    <a:pt x="0" y="161834"/>
                  </a:moveTo>
                  <a:lnTo>
                    <a:pt x="2232396" y="0"/>
                  </a:lnTo>
                </a:path>
              </a:pathLst>
            </a:custGeom>
            <a:ln w="13550" cap="rnd">
              <a:solidFill>
                <a:srgbClr val="F7786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4"/>
            <p:cNvSpPr/>
            <p:nvPr/>
          </p:nvSpPr>
          <p:spPr>
            <a:xfrm>
              <a:off x="4362914" y="4876063"/>
              <a:ext cx="253579" cy="853060"/>
            </a:xfrm>
            <a:custGeom>
              <a:avLst/>
              <a:pathLst>
                <a:path w="253579" h="853060">
                  <a:moveTo>
                    <a:pt x="0" y="0"/>
                  </a:moveTo>
                  <a:lnTo>
                    <a:pt x="253579" y="853060"/>
                  </a:lnTo>
                </a:path>
              </a:pathLst>
            </a:custGeom>
            <a:ln w="13550" cap="rnd">
              <a:solidFill>
                <a:srgbClr val="F5796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5"/>
            <p:cNvSpPr/>
            <p:nvPr/>
          </p:nvSpPr>
          <p:spPr>
            <a:xfrm>
              <a:off x="4899248" y="4862963"/>
              <a:ext cx="41940" cy="876215"/>
            </a:xfrm>
            <a:custGeom>
              <a:avLst/>
              <a:pathLst>
                <a:path w="41940" h="876215">
                  <a:moveTo>
                    <a:pt x="0" y="0"/>
                  </a:moveTo>
                  <a:lnTo>
                    <a:pt x="41940" y="876215"/>
                  </a:lnTo>
                </a:path>
              </a:pathLst>
            </a:custGeom>
            <a:ln w="13550" cap="rnd">
              <a:solidFill>
                <a:srgbClr val="F47A5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6"/>
            <p:cNvSpPr/>
            <p:nvPr/>
          </p:nvSpPr>
          <p:spPr>
            <a:xfrm>
              <a:off x="3421814" y="4411925"/>
              <a:ext cx="219933" cy="749509"/>
            </a:xfrm>
            <a:custGeom>
              <a:avLst/>
              <a:pathLst>
                <a:path w="219933" h="749509">
                  <a:moveTo>
                    <a:pt x="0" y="0"/>
                  </a:moveTo>
                  <a:lnTo>
                    <a:pt x="219933" y="749509"/>
                  </a:lnTo>
                </a:path>
              </a:pathLst>
            </a:custGeom>
            <a:ln w="13550" cap="rnd">
              <a:solidFill>
                <a:srgbClr val="F17D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7"/>
            <p:cNvSpPr/>
            <p:nvPr/>
          </p:nvSpPr>
          <p:spPr>
            <a:xfrm>
              <a:off x="4619299" y="5776117"/>
              <a:ext cx="287536" cy="71252"/>
            </a:xfrm>
            <a:custGeom>
              <a:avLst/>
              <a:pathLst>
                <a:path w="287536" h="71252">
                  <a:moveTo>
                    <a:pt x="0" y="71252"/>
                  </a:moveTo>
                  <a:lnTo>
                    <a:pt x="287536" y="0"/>
                  </a:lnTo>
                </a:path>
              </a:pathLst>
            </a:custGeom>
            <a:ln w="13550" cap="rnd">
              <a:solidFill>
                <a:srgbClr val="F07E4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8"/>
            <p:cNvSpPr/>
            <p:nvPr/>
          </p:nvSpPr>
          <p:spPr>
            <a:xfrm>
              <a:off x="3445812" y="5771803"/>
              <a:ext cx="1358943" cy="157310"/>
            </a:xfrm>
            <a:custGeom>
              <a:avLst/>
              <a:pathLst>
                <a:path w="1358943" h="157310">
                  <a:moveTo>
                    <a:pt x="0" y="157310"/>
                  </a:moveTo>
                  <a:lnTo>
                    <a:pt x="1358943" y="0"/>
                  </a:lnTo>
                </a:path>
              </a:pathLst>
            </a:custGeom>
            <a:ln w="13550" cap="rnd">
              <a:solidFill>
                <a:srgbClr val="EE80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19"/>
            <p:cNvSpPr/>
            <p:nvPr/>
          </p:nvSpPr>
          <p:spPr>
            <a:xfrm>
              <a:off x="5627192" y="5783611"/>
              <a:ext cx="51869" cy="132753"/>
            </a:xfrm>
            <a:custGeom>
              <a:avLst/>
              <a:pathLst>
                <a:path w="51869" h="132753">
                  <a:moveTo>
                    <a:pt x="51869" y="132753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ED81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0"/>
            <p:cNvSpPr/>
            <p:nvPr/>
          </p:nvSpPr>
          <p:spPr>
            <a:xfrm>
              <a:off x="5688370" y="5777236"/>
              <a:ext cx="325267" cy="149726"/>
            </a:xfrm>
            <a:custGeom>
              <a:avLst/>
              <a:pathLst>
                <a:path w="325267" h="149726">
                  <a:moveTo>
                    <a:pt x="325267" y="14972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EB833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1"/>
            <p:cNvSpPr/>
            <p:nvPr/>
          </p:nvSpPr>
          <p:spPr>
            <a:xfrm>
              <a:off x="2703749" y="5767430"/>
              <a:ext cx="2068820" cy="161774"/>
            </a:xfrm>
            <a:custGeom>
              <a:avLst/>
              <a:pathLst>
                <a:path w="2068820" h="161774">
                  <a:moveTo>
                    <a:pt x="0" y="161774"/>
                  </a:moveTo>
                  <a:lnTo>
                    <a:pt x="2068820" y="0"/>
                  </a:lnTo>
                </a:path>
              </a:pathLst>
            </a:custGeom>
            <a:ln w="13550" cap="rnd">
              <a:solidFill>
                <a:srgbClr val="E984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2"/>
            <p:cNvSpPr/>
            <p:nvPr/>
          </p:nvSpPr>
          <p:spPr>
            <a:xfrm>
              <a:off x="5149287" y="5436264"/>
              <a:ext cx="1394" cy="301864"/>
            </a:xfrm>
            <a:custGeom>
              <a:avLst/>
              <a:pathLst>
                <a:path w="1394" h="301864">
                  <a:moveTo>
                    <a:pt x="0" y="0"/>
                  </a:moveTo>
                  <a:lnTo>
                    <a:pt x="1394" y="301864"/>
                  </a:lnTo>
                </a:path>
              </a:pathLst>
            </a:custGeom>
            <a:ln w="13550" cap="rnd">
              <a:solidFill>
                <a:srgbClr val="E8852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3"/>
            <p:cNvSpPr/>
            <p:nvPr/>
          </p:nvSpPr>
          <p:spPr>
            <a:xfrm>
              <a:off x="3368123" y="5026808"/>
              <a:ext cx="339591" cy="525982"/>
            </a:xfrm>
            <a:custGeom>
              <a:avLst/>
              <a:pathLst>
                <a:path w="339591" h="525982">
                  <a:moveTo>
                    <a:pt x="0" y="0"/>
                  </a:moveTo>
                  <a:lnTo>
                    <a:pt x="339591" y="525982"/>
                  </a:lnTo>
                </a:path>
              </a:pathLst>
            </a:custGeom>
            <a:ln w="13550" cap="rnd">
              <a:solidFill>
                <a:srgbClr val="E6871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4"/>
            <p:cNvSpPr/>
            <p:nvPr/>
          </p:nvSpPr>
          <p:spPr>
            <a:xfrm>
              <a:off x="4698078" y="5776509"/>
              <a:ext cx="391387" cy="151072"/>
            </a:xfrm>
            <a:custGeom>
              <a:avLst/>
              <a:pathLst>
                <a:path w="391387" h="151072">
                  <a:moveTo>
                    <a:pt x="0" y="151072"/>
                  </a:moveTo>
                  <a:lnTo>
                    <a:pt x="391387" y="0"/>
                  </a:lnTo>
                </a:path>
              </a:pathLst>
            </a:custGeom>
            <a:ln w="13550" cap="rnd">
              <a:solidFill>
                <a:srgbClr val="E488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5"/>
            <p:cNvSpPr/>
            <p:nvPr/>
          </p:nvSpPr>
          <p:spPr>
            <a:xfrm>
              <a:off x="5687681" y="4574755"/>
              <a:ext cx="112582" cy="1181485"/>
            </a:xfrm>
            <a:custGeom>
              <a:avLst/>
              <a:pathLst>
                <a:path w="112582" h="1181485">
                  <a:moveTo>
                    <a:pt x="112582" y="0"/>
                  </a:moveTo>
                  <a:lnTo>
                    <a:pt x="0" y="1181485"/>
                  </a:lnTo>
                </a:path>
              </a:pathLst>
            </a:custGeom>
            <a:ln w="13550" cap="rnd">
              <a:solidFill>
                <a:srgbClr val="E08B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6"/>
            <p:cNvSpPr/>
            <p:nvPr/>
          </p:nvSpPr>
          <p:spPr>
            <a:xfrm>
              <a:off x="1612574" y="5773323"/>
              <a:ext cx="2731495" cy="155915"/>
            </a:xfrm>
            <a:custGeom>
              <a:avLst/>
              <a:pathLst>
                <a:path w="2731495" h="155915">
                  <a:moveTo>
                    <a:pt x="0" y="155915"/>
                  </a:moveTo>
                  <a:lnTo>
                    <a:pt x="2731495" y="0"/>
                  </a:lnTo>
                </a:path>
              </a:pathLst>
            </a:custGeom>
            <a:ln w="13550" cap="rnd">
              <a:solidFill>
                <a:srgbClr val="DE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7"/>
            <p:cNvSpPr/>
            <p:nvPr/>
          </p:nvSpPr>
          <p:spPr>
            <a:xfrm>
              <a:off x="5453280" y="5786293"/>
              <a:ext cx="25822" cy="94260"/>
            </a:xfrm>
            <a:custGeom>
              <a:avLst/>
              <a:pathLst>
                <a:path w="25822" h="94260">
                  <a:moveTo>
                    <a:pt x="0" y="94260"/>
                  </a:moveTo>
                  <a:lnTo>
                    <a:pt x="25822" y="0"/>
                  </a:lnTo>
                </a:path>
              </a:pathLst>
            </a:custGeom>
            <a:ln w="13550" cap="rnd">
              <a:solidFill>
                <a:srgbClr val="DA8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l228"/>
            <p:cNvSpPr/>
            <p:nvPr/>
          </p:nvSpPr>
          <p:spPr>
            <a:xfrm>
              <a:off x="3246954" y="5402048"/>
              <a:ext cx="308258" cy="294238"/>
            </a:xfrm>
            <a:custGeom>
              <a:avLst/>
              <a:pathLst>
                <a:path w="308258" h="294238">
                  <a:moveTo>
                    <a:pt x="0" y="0"/>
                  </a:moveTo>
                  <a:lnTo>
                    <a:pt x="308258" y="294238"/>
                  </a:lnTo>
                </a:path>
              </a:pathLst>
            </a:custGeom>
            <a:ln w="13550" cap="rnd">
              <a:solidFill>
                <a:srgbClr val="D89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l229"/>
            <p:cNvSpPr/>
            <p:nvPr/>
          </p:nvSpPr>
          <p:spPr>
            <a:xfrm>
              <a:off x="3582533" y="4264545"/>
              <a:ext cx="572263" cy="1474328"/>
            </a:xfrm>
            <a:custGeom>
              <a:avLst/>
              <a:pathLst>
                <a:path w="572263" h="1474328">
                  <a:moveTo>
                    <a:pt x="0" y="0"/>
                  </a:moveTo>
                  <a:lnTo>
                    <a:pt x="572263" y="1474328"/>
                  </a:lnTo>
                </a:path>
              </a:pathLst>
            </a:custGeom>
            <a:ln w="13550" cap="rnd">
              <a:solidFill>
                <a:srgbClr val="D691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l230"/>
            <p:cNvSpPr/>
            <p:nvPr/>
          </p:nvSpPr>
          <p:spPr>
            <a:xfrm>
              <a:off x="4140455" y="4290960"/>
              <a:ext cx="379860" cy="1362179"/>
            </a:xfrm>
            <a:custGeom>
              <a:avLst/>
              <a:pathLst>
                <a:path w="379860" h="1362179">
                  <a:moveTo>
                    <a:pt x="0" y="0"/>
                  </a:moveTo>
                  <a:lnTo>
                    <a:pt x="379860" y="1362179"/>
                  </a:lnTo>
                </a:path>
              </a:pathLst>
            </a:custGeom>
            <a:ln w="13550" cap="rnd">
              <a:solidFill>
                <a:srgbClr val="D193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l231"/>
            <p:cNvSpPr/>
            <p:nvPr/>
          </p:nvSpPr>
          <p:spPr>
            <a:xfrm>
              <a:off x="1853117" y="5766813"/>
              <a:ext cx="2689127" cy="162422"/>
            </a:xfrm>
            <a:custGeom>
              <a:avLst/>
              <a:pathLst>
                <a:path w="2689127" h="162422">
                  <a:moveTo>
                    <a:pt x="0" y="162422"/>
                  </a:moveTo>
                  <a:lnTo>
                    <a:pt x="2689127" y="0"/>
                  </a:lnTo>
                </a:path>
              </a:pathLst>
            </a:custGeom>
            <a:ln w="13550" cap="rnd">
              <a:solidFill>
                <a:srgbClr val="CE9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l232"/>
            <p:cNvSpPr/>
            <p:nvPr/>
          </p:nvSpPr>
          <p:spPr>
            <a:xfrm>
              <a:off x="5465772" y="4859536"/>
              <a:ext cx="69516" cy="894615"/>
            </a:xfrm>
            <a:custGeom>
              <a:avLst/>
              <a:pathLst>
                <a:path w="69516" h="894615">
                  <a:moveTo>
                    <a:pt x="0" y="0"/>
                  </a:moveTo>
                  <a:lnTo>
                    <a:pt x="69516" y="894615"/>
                  </a:lnTo>
                </a:path>
              </a:pathLst>
            </a:custGeom>
            <a:ln w="13550" cap="rnd">
              <a:solidFill>
                <a:srgbClr val="CC96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l233"/>
            <p:cNvSpPr/>
            <p:nvPr/>
          </p:nvSpPr>
          <p:spPr>
            <a:xfrm>
              <a:off x="2097656" y="5485651"/>
              <a:ext cx="538213" cy="130288"/>
            </a:xfrm>
            <a:custGeom>
              <a:avLst/>
              <a:pathLst>
                <a:path w="538213" h="130288">
                  <a:moveTo>
                    <a:pt x="0" y="0"/>
                  </a:moveTo>
                  <a:lnTo>
                    <a:pt x="538213" y="130288"/>
                  </a:lnTo>
                </a:path>
              </a:pathLst>
            </a:custGeom>
            <a:ln w="13550" cap="rnd">
              <a:solidFill>
                <a:srgbClr val="C49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l234"/>
            <p:cNvSpPr/>
            <p:nvPr/>
          </p:nvSpPr>
          <p:spPr>
            <a:xfrm>
              <a:off x="3666093" y="4585093"/>
              <a:ext cx="78290" cy="104074"/>
            </a:xfrm>
            <a:custGeom>
              <a:avLst/>
              <a:pathLst>
                <a:path w="78290" h="104074">
                  <a:moveTo>
                    <a:pt x="0" y="0"/>
                  </a:moveTo>
                  <a:lnTo>
                    <a:pt x="78290" y="104074"/>
                  </a:lnTo>
                </a:path>
              </a:pathLst>
            </a:custGeom>
            <a:ln w="13550" cap="rnd">
              <a:solidFill>
                <a:srgbClr val="BF9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l235"/>
            <p:cNvSpPr/>
            <p:nvPr/>
          </p:nvSpPr>
          <p:spPr>
            <a:xfrm>
              <a:off x="5805942" y="4716635"/>
              <a:ext cx="131448" cy="1040558"/>
            </a:xfrm>
            <a:custGeom>
              <a:avLst/>
              <a:pathLst>
                <a:path w="131448" h="1040558">
                  <a:moveTo>
                    <a:pt x="131448" y="0"/>
                  </a:moveTo>
                  <a:lnTo>
                    <a:pt x="0" y="1040558"/>
                  </a:lnTo>
                </a:path>
              </a:pathLst>
            </a:custGeom>
            <a:ln w="13550" cap="rnd">
              <a:solidFill>
                <a:srgbClr val="BC9D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l236"/>
            <p:cNvSpPr/>
            <p:nvPr/>
          </p:nvSpPr>
          <p:spPr>
            <a:xfrm>
              <a:off x="3869232" y="4824538"/>
              <a:ext cx="69598" cy="668149"/>
            </a:xfrm>
            <a:custGeom>
              <a:avLst/>
              <a:pathLst>
                <a:path w="69598" h="668149">
                  <a:moveTo>
                    <a:pt x="0" y="0"/>
                  </a:moveTo>
                  <a:lnTo>
                    <a:pt x="69598" y="668149"/>
                  </a:lnTo>
                </a:path>
              </a:pathLst>
            </a:custGeom>
            <a:ln w="13550" cap="rnd">
              <a:solidFill>
                <a:srgbClr val="B99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l237"/>
            <p:cNvSpPr/>
            <p:nvPr/>
          </p:nvSpPr>
          <p:spPr>
            <a:xfrm>
              <a:off x="4839068" y="5778273"/>
              <a:ext cx="341674" cy="148884"/>
            </a:xfrm>
            <a:custGeom>
              <a:avLst/>
              <a:pathLst>
                <a:path w="341674" h="148884">
                  <a:moveTo>
                    <a:pt x="0" y="148884"/>
                  </a:moveTo>
                  <a:lnTo>
                    <a:pt x="341674" y="0"/>
                  </a:lnTo>
                </a:path>
              </a:pathLst>
            </a:custGeom>
            <a:ln w="13550" cap="rnd">
              <a:solidFill>
                <a:srgbClr val="B0A1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238"/>
            <p:cNvSpPr/>
            <p:nvPr/>
          </p:nvSpPr>
          <p:spPr>
            <a:xfrm>
              <a:off x="4634237" y="4874530"/>
              <a:ext cx="165748" cy="874269"/>
            </a:xfrm>
            <a:custGeom>
              <a:avLst/>
              <a:pathLst>
                <a:path w="165748" h="874269">
                  <a:moveTo>
                    <a:pt x="0" y="0"/>
                  </a:moveTo>
                  <a:lnTo>
                    <a:pt x="165748" y="874269"/>
                  </a:lnTo>
                </a:path>
              </a:pathLst>
            </a:custGeom>
            <a:ln w="13550" cap="rnd">
              <a:solidFill>
                <a:srgbClr val="ADA2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l239"/>
            <p:cNvSpPr/>
            <p:nvPr/>
          </p:nvSpPr>
          <p:spPr>
            <a:xfrm>
              <a:off x="2177623" y="5773504"/>
              <a:ext cx="2327135" cy="155719"/>
            </a:xfrm>
            <a:custGeom>
              <a:avLst/>
              <a:pathLst>
                <a:path w="2327135" h="155719">
                  <a:moveTo>
                    <a:pt x="0" y="155719"/>
                  </a:moveTo>
                  <a:lnTo>
                    <a:pt x="2327135" y="0"/>
                  </a:lnTo>
                </a:path>
              </a:pathLst>
            </a:custGeom>
            <a:ln w="13550" cap="rnd">
              <a:solidFill>
                <a:srgbClr val="AAA3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l240"/>
            <p:cNvSpPr/>
            <p:nvPr/>
          </p:nvSpPr>
          <p:spPr>
            <a:xfrm>
              <a:off x="3376192" y="5548266"/>
              <a:ext cx="178758" cy="161422"/>
            </a:xfrm>
            <a:custGeom>
              <a:avLst/>
              <a:pathLst>
                <a:path w="178758" h="161422">
                  <a:moveTo>
                    <a:pt x="0" y="0"/>
                  </a:moveTo>
                  <a:lnTo>
                    <a:pt x="178758" y="161422"/>
                  </a:lnTo>
                </a:path>
              </a:pathLst>
            </a:custGeom>
            <a:ln w="13550" cap="rnd">
              <a:solidFill>
                <a:srgbClr val="A6A4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l241"/>
            <p:cNvSpPr/>
            <p:nvPr/>
          </p:nvSpPr>
          <p:spPr>
            <a:xfrm>
              <a:off x="4420576" y="5775101"/>
              <a:ext cx="336074" cy="56247"/>
            </a:xfrm>
            <a:custGeom>
              <a:avLst/>
              <a:pathLst>
                <a:path w="336074" h="56247">
                  <a:moveTo>
                    <a:pt x="0" y="56247"/>
                  </a:moveTo>
                  <a:lnTo>
                    <a:pt x="336074" y="0"/>
                  </a:lnTo>
                </a:path>
              </a:pathLst>
            </a:custGeom>
            <a:ln w="13550" cap="rnd">
              <a:solidFill>
                <a:srgbClr val="9FA6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l242"/>
            <p:cNvSpPr/>
            <p:nvPr/>
          </p:nvSpPr>
          <p:spPr>
            <a:xfrm>
              <a:off x="5325584" y="4999776"/>
              <a:ext cx="54458" cy="754866"/>
            </a:xfrm>
            <a:custGeom>
              <a:avLst/>
              <a:pathLst>
                <a:path w="54458" h="754866">
                  <a:moveTo>
                    <a:pt x="0" y="0"/>
                  </a:moveTo>
                  <a:lnTo>
                    <a:pt x="54458" y="754866"/>
                  </a:lnTo>
                </a:path>
              </a:pathLst>
            </a:custGeom>
            <a:ln w="13550" cap="rnd">
              <a:solidFill>
                <a:srgbClr val="9CA7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l243"/>
            <p:cNvSpPr/>
            <p:nvPr/>
          </p:nvSpPr>
          <p:spPr>
            <a:xfrm>
              <a:off x="2733569" y="5773827"/>
              <a:ext cx="1958662" cy="155373"/>
            </a:xfrm>
            <a:custGeom>
              <a:avLst/>
              <a:pathLst>
                <a:path w="1958662" h="155373">
                  <a:moveTo>
                    <a:pt x="0" y="155373"/>
                  </a:moveTo>
                  <a:lnTo>
                    <a:pt x="1958662" y="0"/>
                  </a:lnTo>
                </a:path>
              </a:pathLst>
            </a:custGeom>
            <a:ln w="13550" cap="rnd">
              <a:solidFill>
                <a:srgbClr val="98A8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l244"/>
            <p:cNvSpPr/>
            <p:nvPr/>
          </p:nvSpPr>
          <p:spPr>
            <a:xfrm>
              <a:off x="5632076" y="5573254"/>
              <a:ext cx="659" cy="181313"/>
            </a:xfrm>
            <a:custGeom>
              <a:avLst/>
              <a:pathLst>
                <a:path w="659" h="181313">
                  <a:moveTo>
                    <a:pt x="0" y="0"/>
                  </a:moveTo>
                  <a:lnTo>
                    <a:pt x="659" y="181313"/>
                  </a:lnTo>
                </a:path>
              </a:pathLst>
            </a:custGeom>
            <a:ln w="13550" cap="rnd">
              <a:solidFill>
                <a:srgbClr val="94A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l245"/>
            <p:cNvSpPr/>
            <p:nvPr/>
          </p:nvSpPr>
          <p:spPr>
            <a:xfrm>
              <a:off x="5472036" y="4569553"/>
              <a:ext cx="90053" cy="1182131"/>
            </a:xfrm>
            <a:custGeom>
              <a:avLst/>
              <a:pathLst>
                <a:path w="90053" h="1182131">
                  <a:moveTo>
                    <a:pt x="0" y="0"/>
                  </a:moveTo>
                  <a:lnTo>
                    <a:pt x="90053" y="1182131"/>
                  </a:lnTo>
                </a:path>
              </a:pathLst>
            </a:custGeom>
            <a:ln w="13550" cap="rnd">
              <a:solidFill>
                <a:srgbClr val="90AA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l246"/>
            <p:cNvSpPr/>
            <p:nvPr/>
          </p:nvSpPr>
          <p:spPr>
            <a:xfrm>
              <a:off x="5898668" y="4855771"/>
              <a:ext cx="226855" cy="900103"/>
            </a:xfrm>
            <a:custGeom>
              <a:avLst/>
              <a:pathLst>
                <a:path w="226855" h="900103">
                  <a:moveTo>
                    <a:pt x="226855" y="0"/>
                  </a:moveTo>
                  <a:lnTo>
                    <a:pt x="0" y="900103"/>
                  </a:lnTo>
                </a:path>
              </a:pathLst>
            </a:custGeom>
            <a:ln w="13550" cap="rnd">
              <a:solidFill>
                <a:srgbClr val="8CAB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l247"/>
            <p:cNvSpPr/>
            <p:nvPr/>
          </p:nvSpPr>
          <p:spPr>
            <a:xfrm>
              <a:off x="3094416" y="5115906"/>
              <a:ext cx="483496" cy="592634"/>
            </a:xfrm>
            <a:custGeom>
              <a:avLst/>
              <a:pathLst>
                <a:path w="483496" h="592634">
                  <a:moveTo>
                    <a:pt x="0" y="0"/>
                  </a:moveTo>
                  <a:lnTo>
                    <a:pt x="483496" y="592634"/>
                  </a:lnTo>
                </a:path>
              </a:pathLst>
            </a:custGeom>
            <a:ln w="13550" cap="rnd">
              <a:solidFill>
                <a:srgbClr val="87A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248"/>
            <p:cNvSpPr/>
            <p:nvPr/>
          </p:nvSpPr>
          <p:spPr>
            <a:xfrm>
              <a:off x="4177651" y="5768341"/>
              <a:ext cx="841498" cy="160504"/>
            </a:xfrm>
            <a:custGeom>
              <a:avLst/>
              <a:pathLst>
                <a:path w="841498" h="160504">
                  <a:moveTo>
                    <a:pt x="0" y="160504"/>
                  </a:moveTo>
                  <a:lnTo>
                    <a:pt x="841498" y="0"/>
                  </a:lnTo>
                </a:path>
              </a:pathLst>
            </a:custGeom>
            <a:ln w="13550" cap="rnd">
              <a:solidFill>
                <a:srgbClr val="83AD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249"/>
            <p:cNvSpPr/>
            <p:nvPr/>
          </p:nvSpPr>
          <p:spPr>
            <a:xfrm>
              <a:off x="4096073" y="5170289"/>
              <a:ext cx="198521" cy="581195"/>
            </a:xfrm>
            <a:custGeom>
              <a:avLst/>
              <a:pathLst>
                <a:path w="198521" h="581195">
                  <a:moveTo>
                    <a:pt x="0" y="0"/>
                  </a:moveTo>
                  <a:lnTo>
                    <a:pt x="198521" y="581195"/>
                  </a:lnTo>
                </a:path>
              </a:pathLst>
            </a:custGeom>
            <a:ln w="13550" cap="rnd">
              <a:solidFill>
                <a:srgbClr val="7E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0"/>
            <p:cNvSpPr/>
            <p:nvPr/>
          </p:nvSpPr>
          <p:spPr>
            <a:xfrm>
              <a:off x="2284732" y="5773318"/>
              <a:ext cx="2257520" cy="155902"/>
            </a:xfrm>
            <a:custGeom>
              <a:avLst/>
              <a:pathLst>
                <a:path w="2257520" h="155902">
                  <a:moveTo>
                    <a:pt x="0" y="155902"/>
                  </a:moveTo>
                  <a:lnTo>
                    <a:pt x="2257520" y="0"/>
                  </a:lnTo>
                </a:path>
              </a:pathLst>
            </a:custGeom>
            <a:ln w="13550" cap="rnd">
              <a:solidFill>
                <a:srgbClr val="79A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1"/>
            <p:cNvSpPr/>
            <p:nvPr/>
          </p:nvSpPr>
          <p:spPr>
            <a:xfrm>
              <a:off x="4551565" y="5461131"/>
              <a:ext cx="96364" cy="271239"/>
            </a:xfrm>
            <a:custGeom>
              <a:avLst/>
              <a:pathLst>
                <a:path w="96364" h="271239">
                  <a:moveTo>
                    <a:pt x="0" y="0"/>
                  </a:moveTo>
                  <a:lnTo>
                    <a:pt x="96364" y="271239"/>
                  </a:lnTo>
                </a:path>
              </a:pathLst>
            </a:custGeom>
            <a:ln w="13550" cap="rnd">
              <a:solidFill>
                <a:srgbClr val="74B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252"/>
            <p:cNvSpPr/>
            <p:nvPr/>
          </p:nvSpPr>
          <p:spPr>
            <a:xfrm>
              <a:off x="3310164" y="5765120"/>
              <a:ext cx="873205" cy="19155"/>
            </a:xfrm>
            <a:custGeom>
              <a:avLst/>
              <a:pathLst>
                <a:path w="873205" h="19155">
                  <a:moveTo>
                    <a:pt x="0" y="19155"/>
                  </a:moveTo>
                  <a:lnTo>
                    <a:pt x="873205" y="0"/>
                  </a:lnTo>
                </a:path>
              </a:pathLst>
            </a:custGeom>
            <a:ln w="13550" cap="rnd">
              <a:solidFill>
                <a:srgbClr val="6FB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253"/>
            <p:cNvSpPr/>
            <p:nvPr/>
          </p:nvSpPr>
          <p:spPr>
            <a:xfrm>
              <a:off x="4601262" y="4291220"/>
              <a:ext cx="193538" cy="1094717"/>
            </a:xfrm>
            <a:custGeom>
              <a:avLst/>
              <a:pathLst>
                <a:path w="193538" h="1094717">
                  <a:moveTo>
                    <a:pt x="0" y="0"/>
                  </a:moveTo>
                  <a:lnTo>
                    <a:pt x="193538" y="1094717"/>
                  </a:lnTo>
                </a:path>
              </a:pathLst>
            </a:custGeom>
            <a:ln w="13550" cap="rnd">
              <a:solidFill>
                <a:srgbClr val="69B1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254"/>
            <p:cNvSpPr/>
            <p:nvPr/>
          </p:nvSpPr>
          <p:spPr>
            <a:xfrm>
              <a:off x="2417260" y="5491725"/>
              <a:ext cx="818432" cy="184445"/>
            </a:xfrm>
            <a:custGeom>
              <a:avLst/>
              <a:pathLst>
                <a:path w="818432" h="184445">
                  <a:moveTo>
                    <a:pt x="0" y="0"/>
                  </a:moveTo>
                  <a:lnTo>
                    <a:pt x="818432" y="184445"/>
                  </a:lnTo>
                </a:path>
              </a:pathLst>
            </a:custGeom>
            <a:ln w="13550" cap="rnd">
              <a:solidFill>
                <a:srgbClr val="63B2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255"/>
            <p:cNvSpPr/>
            <p:nvPr/>
          </p:nvSpPr>
          <p:spPr>
            <a:xfrm>
              <a:off x="5608609" y="5782362"/>
              <a:ext cx="67497" cy="98191"/>
            </a:xfrm>
            <a:custGeom>
              <a:avLst/>
              <a:pathLst>
                <a:path w="67497" h="98191">
                  <a:moveTo>
                    <a:pt x="67497" y="98191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5CB3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256"/>
            <p:cNvSpPr/>
            <p:nvPr/>
          </p:nvSpPr>
          <p:spPr>
            <a:xfrm>
              <a:off x="1933607" y="5637919"/>
              <a:ext cx="1017951" cy="105723"/>
            </a:xfrm>
            <a:custGeom>
              <a:avLst/>
              <a:pathLst>
                <a:path w="1017951" h="105723">
                  <a:moveTo>
                    <a:pt x="0" y="0"/>
                  </a:moveTo>
                  <a:lnTo>
                    <a:pt x="1017951" y="105723"/>
                  </a:lnTo>
                </a:path>
              </a:pathLst>
            </a:custGeom>
            <a:ln w="13550" cap="rnd">
              <a:solidFill>
                <a:srgbClr val="55B3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7"/>
            <p:cNvSpPr/>
            <p:nvPr/>
          </p:nvSpPr>
          <p:spPr>
            <a:xfrm>
              <a:off x="4456864" y="4728145"/>
              <a:ext cx="224851" cy="1009869"/>
            </a:xfrm>
            <a:custGeom>
              <a:avLst/>
              <a:pathLst>
                <a:path w="224851" h="1009869">
                  <a:moveTo>
                    <a:pt x="0" y="0"/>
                  </a:moveTo>
                  <a:lnTo>
                    <a:pt x="224851" y="1009869"/>
                  </a:lnTo>
                </a:path>
              </a:pathLst>
            </a:custGeom>
            <a:ln w="13550" cap="rnd">
              <a:solidFill>
                <a:srgbClr val="4DB4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258"/>
            <p:cNvSpPr/>
            <p:nvPr/>
          </p:nvSpPr>
          <p:spPr>
            <a:xfrm>
              <a:off x="5725537" y="5778987"/>
              <a:ext cx="280161" cy="147369"/>
            </a:xfrm>
            <a:custGeom>
              <a:avLst/>
              <a:pathLst>
                <a:path w="280161" h="147369">
                  <a:moveTo>
                    <a:pt x="280161" y="147369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44B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259"/>
            <p:cNvSpPr/>
            <p:nvPr/>
          </p:nvSpPr>
          <p:spPr>
            <a:xfrm>
              <a:off x="5603357" y="5781653"/>
              <a:ext cx="69305" cy="98900"/>
            </a:xfrm>
            <a:custGeom>
              <a:avLst/>
              <a:pathLst>
                <a:path w="69305" h="98900">
                  <a:moveTo>
                    <a:pt x="69305" y="9890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39B6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260"/>
            <p:cNvSpPr/>
            <p:nvPr/>
          </p:nvSpPr>
          <p:spPr>
            <a:xfrm>
              <a:off x="4313627" y="4584827"/>
              <a:ext cx="324152" cy="1050633"/>
            </a:xfrm>
            <a:custGeom>
              <a:avLst/>
              <a:pathLst>
                <a:path w="324152" h="1050633">
                  <a:moveTo>
                    <a:pt x="0" y="0"/>
                  </a:moveTo>
                  <a:lnTo>
                    <a:pt x="324152" y="1050633"/>
                  </a:lnTo>
                </a:path>
              </a:pathLst>
            </a:custGeom>
            <a:ln w="13550" cap="rnd">
              <a:solidFill>
                <a:srgbClr val="2CB6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261"/>
            <p:cNvSpPr/>
            <p:nvPr/>
          </p:nvSpPr>
          <p:spPr>
            <a:xfrm>
              <a:off x="5644342" y="5780650"/>
              <a:ext cx="209465" cy="144170"/>
            </a:xfrm>
            <a:custGeom>
              <a:avLst/>
              <a:pathLst>
                <a:path w="209465" h="144170">
                  <a:moveTo>
                    <a:pt x="209465" y="14417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18B7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262"/>
            <p:cNvSpPr/>
            <p:nvPr/>
          </p:nvSpPr>
          <p:spPr>
            <a:xfrm>
              <a:off x="4860484" y="5549524"/>
              <a:ext cx="26077" cy="209214"/>
            </a:xfrm>
            <a:custGeom>
              <a:avLst/>
              <a:pathLst>
                <a:path w="26077" h="209214">
                  <a:moveTo>
                    <a:pt x="0" y="0"/>
                  </a:moveTo>
                  <a:lnTo>
                    <a:pt x="26077" y="209214"/>
                  </a:lnTo>
                </a:path>
              </a:pathLst>
            </a:custGeom>
            <a:ln w="13550" cap="rnd">
              <a:solidFill>
                <a:srgbClr val="18B7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263"/>
            <p:cNvSpPr/>
            <p:nvPr/>
          </p:nvSpPr>
          <p:spPr>
            <a:xfrm>
              <a:off x="5943006" y="5296136"/>
              <a:ext cx="172850" cy="462001"/>
            </a:xfrm>
            <a:custGeom>
              <a:avLst/>
              <a:pathLst>
                <a:path w="172850" h="462001">
                  <a:moveTo>
                    <a:pt x="172850" y="0"/>
                  </a:moveTo>
                  <a:lnTo>
                    <a:pt x="0" y="462001"/>
                  </a:lnTo>
                </a:path>
              </a:pathLst>
            </a:custGeom>
            <a:ln w="13550" cap="rnd">
              <a:solidFill>
                <a:srgbClr val="00B81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l264"/>
            <p:cNvSpPr/>
            <p:nvPr/>
          </p:nvSpPr>
          <p:spPr>
            <a:xfrm>
              <a:off x="3994180" y="4790411"/>
              <a:ext cx="114418" cy="509651"/>
            </a:xfrm>
            <a:custGeom>
              <a:avLst/>
              <a:pathLst>
                <a:path w="114418" h="509651">
                  <a:moveTo>
                    <a:pt x="0" y="0"/>
                  </a:moveTo>
                  <a:lnTo>
                    <a:pt x="114418" y="509651"/>
                  </a:lnTo>
                </a:path>
              </a:pathLst>
            </a:custGeom>
            <a:ln w="13550" cap="rnd">
              <a:solidFill>
                <a:srgbClr val="00B8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l265"/>
            <p:cNvSpPr/>
            <p:nvPr/>
          </p:nvSpPr>
          <p:spPr>
            <a:xfrm>
              <a:off x="5170645" y="5780832"/>
              <a:ext cx="199034" cy="143673"/>
            </a:xfrm>
            <a:custGeom>
              <a:avLst/>
              <a:pathLst>
                <a:path w="199034" h="143673">
                  <a:moveTo>
                    <a:pt x="0" y="143673"/>
                  </a:moveTo>
                  <a:lnTo>
                    <a:pt x="199034" y="0"/>
                  </a:lnTo>
                </a:path>
              </a:pathLst>
            </a:custGeom>
            <a:ln w="13550" cap="rnd">
              <a:solidFill>
                <a:srgbClr val="00B92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l266"/>
            <p:cNvSpPr/>
            <p:nvPr/>
          </p:nvSpPr>
          <p:spPr>
            <a:xfrm>
              <a:off x="5169170" y="4570934"/>
              <a:ext cx="34723" cy="1182904"/>
            </a:xfrm>
            <a:custGeom>
              <a:avLst/>
              <a:pathLst>
                <a:path w="34723" h="1182904">
                  <a:moveTo>
                    <a:pt x="0" y="0"/>
                  </a:moveTo>
                  <a:lnTo>
                    <a:pt x="34723" y="1182904"/>
                  </a:lnTo>
                </a:path>
              </a:pathLst>
            </a:custGeom>
            <a:ln w="13550" cap="rnd">
              <a:solidFill>
                <a:srgbClr val="00B93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l267"/>
            <p:cNvSpPr/>
            <p:nvPr/>
          </p:nvSpPr>
          <p:spPr>
            <a:xfrm>
              <a:off x="2916887" y="5773990"/>
              <a:ext cx="1780709" cy="155193"/>
            </a:xfrm>
            <a:custGeom>
              <a:avLst/>
              <a:pathLst>
                <a:path w="1780709" h="155193">
                  <a:moveTo>
                    <a:pt x="0" y="155193"/>
                  </a:moveTo>
                  <a:lnTo>
                    <a:pt x="1780709" y="0"/>
                  </a:lnTo>
                </a:path>
              </a:pathLst>
            </a:custGeom>
            <a:ln w="13550" cap="rnd">
              <a:solidFill>
                <a:srgbClr val="00BA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l268"/>
            <p:cNvSpPr/>
            <p:nvPr/>
          </p:nvSpPr>
          <p:spPr>
            <a:xfrm>
              <a:off x="5483272" y="5433125"/>
              <a:ext cx="10136" cy="314293"/>
            </a:xfrm>
            <a:custGeom>
              <a:avLst/>
              <a:pathLst>
                <a:path w="10136" h="314293">
                  <a:moveTo>
                    <a:pt x="10136" y="0"/>
                  </a:moveTo>
                  <a:lnTo>
                    <a:pt x="0" y="314293"/>
                  </a:lnTo>
                </a:path>
              </a:pathLst>
            </a:custGeom>
            <a:ln w="13550" cap="rnd">
              <a:solidFill>
                <a:srgbClr val="00BB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l269"/>
            <p:cNvSpPr/>
            <p:nvPr/>
          </p:nvSpPr>
          <p:spPr>
            <a:xfrm>
              <a:off x="3595928" y="5773719"/>
              <a:ext cx="335734" cy="21664"/>
            </a:xfrm>
            <a:custGeom>
              <a:avLst/>
              <a:pathLst>
                <a:path w="335734" h="21664">
                  <a:moveTo>
                    <a:pt x="0" y="21664"/>
                  </a:moveTo>
                  <a:lnTo>
                    <a:pt x="335734" y="0"/>
                  </a:lnTo>
                </a:path>
              </a:pathLst>
            </a:custGeom>
            <a:ln w="13550" cap="rnd">
              <a:solidFill>
                <a:srgbClr val="00BB4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l270"/>
            <p:cNvSpPr/>
            <p:nvPr/>
          </p:nvSpPr>
          <p:spPr>
            <a:xfrm>
              <a:off x="2780005" y="4768885"/>
              <a:ext cx="238143" cy="161191"/>
            </a:xfrm>
            <a:custGeom>
              <a:avLst/>
              <a:pathLst>
                <a:path w="238143" h="161191">
                  <a:moveTo>
                    <a:pt x="0" y="0"/>
                  </a:moveTo>
                  <a:lnTo>
                    <a:pt x="238143" y="161191"/>
                  </a:lnTo>
                </a:path>
              </a:pathLst>
            </a:custGeom>
            <a:ln w="13550" cap="rnd">
              <a:solidFill>
                <a:srgbClr val="00BC5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l271"/>
            <p:cNvSpPr/>
            <p:nvPr/>
          </p:nvSpPr>
          <p:spPr>
            <a:xfrm>
              <a:off x="4072844" y="5772408"/>
              <a:ext cx="351593" cy="30136"/>
            </a:xfrm>
            <a:custGeom>
              <a:avLst/>
              <a:pathLst>
                <a:path w="351593" h="30136">
                  <a:moveTo>
                    <a:pt x="0" y="30136"/>
                  </a:moveTo>
                  <a:lnTo>
                    <a:pt x="351593" y="0"/>
                  </a:lnTo>
                </a:path>
              </a:pathLst>
            </a:custGeom>
            <a:ln w="13550" cap="rnd">
              <a:solidFill>
                <a:srgbClr val="00BD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l272"/>
            <p:cNvSpPr/>
            <p:nvPr/>
          </p:nvSpPr>
          <p:spPr>
            <a:xfrm>
              <a:off x="1981948" y="5761212"/>
              <a:ext cx="1446223" cy="23317"/>
            </a:xfrm>
            <a:custGeom>
              <a:avLst/>
              <a:pathLst>
                <a:path w="1446223" h="23317">
                  <a:moveTo>
                    <a:pt x="0" y="23317"/>
                  </a:moveTo>
                  <a:lnTo>
                    <a:pt x="1446223" y="0"/>
                  </a:lnTo>
                </a:path>
              </a:pathLst>
            </a:custGeom>
            <a:ln w="13550" cap="rnd">
              <a:solidFill>
                <a:srgbClr val="00BD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l273"/>
            <p:cNvSpPr/>
            <p:nvPr/>
          </p:nvSpPr>
          <p:spPr>
            <a:xfrm>
              <a:off x="2311751" y="5760528"/>
              <a:ext cx="1459204" cy="21371"/>
            </a:xfrm>
            <a:custGeom>
              <a:avLst/>
              <a:pathLst>
                <a:path w="1459204" h="21371">
                  <a:moveTo>
                    <a:pt x="0" y="21371"/>
                  </a:moveTo>
                  <a:lnTo>
                    <a:pt x="1459204" y="0"/>
                  </a:lnTo>
                </a:path>
              </a:pathLst>
            </a:custGeom>
            <a:ln w="13550" cap="rnd">
              <a:solidFill>
                <a:srgbClr val="00BD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l274"/>
            <p:cNvSpPr/>
            <p:nvPr/>
          </p:nvSpPr>
          <p:spPr>
            <a:xfrm>
              <a:off x="5192595" y="5779045"/>
              <a:ext cx="161905" cy="144051"/>
            </a:xfrm>
            <a:custGeom>
              <a:avLst/>
              <a:pathLst>
                <a:path w="161905" h="144051">
                  <a:moveTo>
                    <a:pt x="0" y="144051"/>
                  </a:moveTo>
                  <a:lnTo>
                    <a:pt x="161905" y="0"/>
                  </a:lnTo>
                </a:path>
              </a:pathLst>
            </a:custGeom>
            <a:ln w="13550" cap="rnd">
              <a:solidFill>
                <a:srgbClr val="00BE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l275"/>
            <p:cNvSpPr/>
            <p:nvPr/>
          </p:nvSpPr>
          <p:spPr>
            <a:xfrm>
              <a:off x="5782532" y="5432943"/>
              <a:ext cx="213" cy="324731"/>
            </a:xfrm>
            <a:custGeom>
              <a:avLst/>
              <a:pathLst>
                <a:path w="213" h="324731">
                  <a:moveTo>
                    <a:pt x="0" y="0"/>
                  </a:moveTo>
                  <a:lnTo>
                    <a:pt x="213" y="324731"/>
                  </a:lnTo>
                </a:path>
              </a:pathLst>
            </a:custGeom>
            <a:ln w="13550" cap="rnd">
              <a:solidFill>
                <a:srgbClr val="00BE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l276"/>
            <p:cNvSpPr/>
            <p:nvPr/>
          </p:nvSpPr>
          <p:spPr>
            <a:xfrm>
              <a:off x="3960782" y="5312308"/>
              <a:ext cx="192446" cy="357908"/>
            </a:xfrm>
            <a:custGeom>
              <a:avLst/>
              <a:pathLst>
                <a:path w="192446" h="357908">
                  <a:moveTo>
                    <a:pt x="0" y="0"/>
                  </a:moveTo>
                  <a:lnTo>
                    <a:pt x="192446" y="357908"/>
                  </a:lnTo>
                </a:path>
              </a:pathLst>
            </a:custGeom>
            <a:ln w="13550" cap="rnd">
              <a:solidFill>
                <a:srgbClr val="00BF7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l277"/>
            <p:cNvSpPr/>
            <p:nvPr/>
          </p:nvSpPr>
          <p:spPr>
            <a:xfrm>
              <a:off x="4520253" y="5022031"/>
              <a:ext cx="140212" cy="669580"/>
            </a:xfrm>
            <a:custGeom>
              <a:avLst/>
              <a:pathLst>
                <a:path w="140212" h="669580">
                  <a:moveTo>
                    <a:pt x="0" y="0"/>
                  </a:moveTo>
                  <a:lnTo>
                    <a:pt x="140212" y="669580"/>
                  </a:lnTo>
                </a:path>
              </a:pathLst>
            </a:custGeom>
            <a:ln w="13550" cap="rnd">
              <a:solidFill>
                <a:srgbClr val="00BF7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l278"/>
            <p:cNvSpPr/>
            <p:nvPr/>
          </p:nvSpPr>
          <p:spPr>
            <a:xfrm>
              <a:off x="4443518" y="4433702"/>
              <a:ext cx="270513" cy="1294069"/>
            </a:xfrm>
            <a:custGeom>
              <a:avLst/>
              <a:pathLst>
                <a:path w="270513" h="1294069">
                  <a:moveTo>
                    <a:pt x="0" y="0"/>
                  </a:moveTo>
                  <a:lnTo>
                    <a:pt x="270513" y="1294069"/>
                  </a:lnTo>
                </a:path>
              </a:pathLst>
            </a:custGeom>
            <a:ln w="13550" cap="rnd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l279"/>
            <p:cNvSpPr/>
            <p:nvPr/>
          </p:nvSpPr>
          <p:spPr>
            <a:xfrm>
              <a:off x="4402331" y="4157384"/>
              <a:ext cx="317150" cy="1570836"/>
            </a:xfrm>
            <a:custGeom>
              <a:avLst/>
              <a:pathLst>
                <a:path w="317150" h="1570836">
                  <a:moveTo>
                    <a:pt x="0" y="0"/>
                  </a:moveTo>
                  <a:lnTo>
                    <a:pt x="317150" y="1570836"/>
                  </a:lnTo>
                </a:path>
              </a:pathLst>
            </a:custGeom>
            <a:ln w="13550" cap="rnd">
              <a:solidFill>
                <a:srgbClr val="00BF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l280"/>
            <p:cNvSpPr/>
            <p:nvPr/>
          </p:nvSpPr>
          <p:spPr>
            <a:xfrm>
              <a:off x="5432109" y="5786241"/>
              <a:ext cx="19520" cy="94312"/>
            </a:xfrm>
            <a:custGeom>
              <a:avLst/>
              <a:pathLst>
                <a:path w="19520" h="94312">
                  <a:moveTo>
                    <a:pt x="19520" y="9431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C0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l281"/>
            <p:cNvSpPr/>
            <p:nvPr/>
          </p:nvSpPr>
          <p:spPr>
            <a:xfrm>
              <a:off x="3309796" y="5773246"/>
              <a:ext cx="1468165" cy="155892"/>
            </a:xfrm>
            <a:custGeom>
              <a:avLst/>
              <a:pathLst>
                <a:path w="1468165" h="155892">
                  <a:moveTo>
                    <a:pt x="0" y="155892"/>
                  </a:moveTo>
                  <a:lnTo>
                    <a:pt x="1468165" y="0"/>
                  </a:lnTo>
                </a:path>
              </a:pathLst>
            </a:custGeom>
            <a:ln w="13550" cap="rnd">
              <a:solidFill>
                <a:srgbClr val="00C0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l282"/>
            <p:cNvSpPr/>
            <p:nvPr/>
          </p:nvSpPr>
          <p:spPr>
            <a:xfrm>
              <a:off x="5788459" y="4283706"/>
              <a:ext cx="36539" cy="1474975"/>
            </a:xfrm>
            <a:custGeom>
              <a:avLst/>
              <a:pathLst>
                <a:path w="36539" h="1474975">
                  <a:moveTo>
                    <a:pt x="36539" y="0"/>
                  </a:moveTo>
                  <a:lnTo>
                    <a:pt x="0" y="1474975"/>
                  </a:lnTo>
                </a:path>
              </a:pathLst>
            </a:custGeom>
            <a:ln w="13550" cap="rnd">
              <a:solidFill>
                <a:srgbClr val="00C09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l283"/>
            <p:cNvSpPr/>
            <p:nvPr/>
          </p:nvSpPr>
          <p:spPr>
            <a:xfrm>
              <a:off x="4895692" y="4568430"/>
              <a:ext cx="146192" cy="1171859"/>
            </a:xfrm>
            <a:custGeom>
              <a:avLst/>
              <a:pathLst>
                <a:path w="146192" h="1171859">
                  <a:moveTo>
                    <a:pt x="0" y="0"/>
                  </a:moveTo>
                  <a:lnTo>
                    <a:pt x="146192" y="1171859"/>
                  </a:lnTo>
                </a:path>
              </a:pathLst>
            </a:custGeom>
            <a:ln w="13550" cap="rnd">
              <a:solidFill>
                <a:srgbClr val="00C1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l284"/>
            <p:cNvSpPr/>
            <p:nvPr/>
          </p:nvSpPr>
          <p:spPr>
            <a:xfrm>
              <a:off x="4337715" y="5776024"/>
              <a:ext cx="649421" cy="152580"/>
            </a:xfrm>
            <a:custGeom>
              <a:avLst/>
              <a:pathLst>
                <a:path w="649421" h="152580">
                  <a:moveTo>
                    <a:pt x="0" y="152580"/>
                  </a:moveTo>
                  <a:lnTo>
                    <a:pt x="649421" y="0"/>
                  </a:lnTo>
                </a:path>
              </a:pathLst>
            </a:custGeom>
            <a:ln w="13550" cap="rnd">
              <a:solidFill>
                <a:srgbClr val="00C19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l285"/>
            <p:cNvSpPr/>
            <p:nvPr/>
          </p:nvSpPr>
          <p:spPr>
            <a:xfrm>
              <a:off x="3767289" y="4438105"/>
              <a:ext cx="77661" cy="242762"/>
            </a:xfrm>
            <a:custGeom>
              <a:avLst/>
              <a:pathLst>
                <a:path w="77661" h="242762">
                  <a:moveTo>
                    <a:pt x="0" y="0"/>
                  </a:moveTo>
                  <a:lnTo>
                    <a:pt x="77661" y="242762"/>
                  </a:lnTo>
                </a:path>
              </a:pathLst>
            </a:custGeom>
            <a:ln w="13550" cap="rnd">
              <a:solidFill>
                <a:srgbClr val="00C1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l286"/>
            <p:cNvSpPr/>
            <p:nvPr/>
          </p:nvSpPr>
          <p:spPr>
            <a:xfrm>
              <a:off x="3709312" y="4970440"/>
              <a:ext cx="237336" cy="729394"/>
            </a:xfrm>
            <a:custGeom>
              <a:avLst/>
              <a:pathLst>
                <a:path w="237336" h="729394">
                  <a:moveTo>
                    <a:pt x="0" y="0"/>
                  </a:moveTo>
                  <a:lnTo>
                    <a:pt x="237336" y="729394"/>
                  </a:lnTo>
                </a:path>
              </a:pathLst>
            </a:custGeom>
            <a:ln w="13550" cap="rnd">
              <a:solidFill>
                <a:srgbClr val="00C1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l287"/>
            <p:cNvSpPr/>
            <p:nvPr/>
          </p:nvSpPr>
          <p:spPr>
            <a:xfrm>
              <a:off x="5641772" y="4425695"/>
              <a:ext cx="44104" cy="1320589"/>
            </a:xfrm>
            <a:custGeom>
              <a:avLst/>
              <a:pathLst>
                <a:path w="44104" h="1320589">
                  <a:moveTo>
                    <a:pt x="0" y="0"/>
                  </a:moveTo>
                  <a:lnTo>
                    <a:pt x="44104" y="1320589"/>
                  </a:lnTo>
                </a:path>
              </a:pathLst>
            </a:custGeom>
            <a:ln w="13550" cap="rnd">
              <a:solidFill>
                <a:srgbClr val="00C1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l288"/>
            <p:cNvSpPr/>
            <p:nvPr/>
          </p:nvSpPr>
          <p:spPr>
            <a:xfrm>
              <a:off x="3970540" y="5773014"/>
              <a:ext cx="336030" cy="16255"/>
            </a:xfrm>
            <a:custGeom>
              <a:avLst/>
              <a:pathLst>
                <a:path w="336030" h="16255">
                  <a:moveTo>
                    <a:pt x="0" y="16255"/>
                  </a:moveTo>
                  <a:lnTo>
                    <a:pt x="336030" y="0"/>
                  </a:lnTo>
                </a:path>
              </a:pathLst>
            </a:custGeom>
            <a:ln w="13550" cap="rnd">
              <a:solidFill>
                <a:srgbClr val="00C1A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l289"/>
            <p:cNvSpPr/>
            <p:nvPr/>
          </p:nvSpPr>
          <p:spPr>
            <a:xfrm>
              <a:off x="3529431" y="5413002"/>
              <a:ext cx="214022" cy="238679"/>
            </a:xfrm>
            <a:custGeom>
              <a:avLst/>
              <a:pathLst>
                <a:path w="214022" h="238679">
                  <a:moveTo>
                    <a:pt x="0" y="0"/>
                  </a:moveTo>
                  <a:lnTo>
                    <a:pt x="214022" y="238679"/>
                  </a:lnTo>
                </a:path>
              </a:pathLst>
            </a:custGeom>
            <a:ln w="13550" cap="rnd">
              <a:solidFill>
                <a:srgbClr val="00C0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l290"/>
            <p:cNvSpPr/>
            <p:nvPr/>
          </p:nvSpPr>
          <p:spPr>
            <a:xfrm>
              <a:off x="4756372" y="4431427"/>
              <a:ext cx="162321" cy="1299342"/>
            </a:xfrm>
            <a:custGeom>
              <a:avLst/>
              <a:pathLst>
                <a:path w="162321" h="1299342">
                  <a:moveTo>
                    <a:pt x="0" y="0"/>
                  </a:moveTo>
                  <a:lnTo>
                    <a:pt x="162321" y="1299342"/>
                  </a:lnTo>
                </a:path>
              </a:pathLst>
            </a:custGeom>
            <a:ln w="13550" cap="rnd">
              <a:solidFill>
                <a:srgbClr val="00C0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l291"/>
            <p:cNvSpPr/>
            <p:nvPr/>
          </p:nvSpPr>
          <p:spPr>
            <a:xfrm>
              <a:off x="3442276" y="4840684"/>
              <a:ext cx="394601" cy="686721"/>
            </a:xfrm>
            <a:custGeom>
              <a:avLst/>
              <a:pathLst>
                <a:path w="394601" h="686721">
                  <a:moveTo>
                    <a:pt x="0" y="0"/>
                  </a:moveTo>
                  <a:lnTo>
                    <a:pt x="394601" y="686721"/>
                  </a:lnTo>
                </a:path>
              </a:pathLst>
            </a:custGeom>
            <a:ln w="13550" cap="rnd">
              <a:solidFill>
                <a:srgbClr val="00C0B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l292"/>
            <p:cNvSpPr/>
            <p:nvPr/>
          </p:nvSpPr>
          <p:spPr>
            <a:xfrm>
              <a:off x="4833618" y="4151784"/>
              <a:ext cx="91357" cy="1568808"/>
            </a:xfrm>
            <a:custGeom>
              <a:avLst/>
              <a:pathLst>
                <a:path w="91357" h="1568808">
                  <a:moveTo>
                    <a:pt x="0" y="0"/>
                  </a:moveTo>
                  <a:lnTo>
                    <a:pt x="91357" y="1568808"/>
                  </a:lnTo>
                </a:path>
              </a:pathLst>
            </a:custGeom>
            <a:ln w="13550" cap="rnd">
              <a:solidFill>
                <a:srgbClr val="00BFC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l293"/>
            <p:cNvSpPr/>
            <p:nvPr/>
          </p:nvSpPr>
          <p:spPr>
            <a:xfrm>
              <a:off x="5639292" y="5291769"/>
              <a:ext cx="4083" cy="462974"/>
            </a:xfrm>
            <a:custGeom>
              <a:avLst/>
              <a:pathLst>
                <a:path w="4083" h="462974">
                  <a:moveTo>
                    <a:pt x="0" y="0"/>
                  </a:moveTo>
                  <a:lnTo>
                    <a:pt x="4083" y="462974"/>
                  </a:lnTo>
                </a:path>
              </a:pathLst>
            </a:custGeom>
            <a:ln w="1355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l294"/>
            <p:cNvSpPr/>
            <p:nvPr/>
          </p:nvSpPr>
          <p:spPr>
            <a:xfrm>
              <a:off x="5925113" y="5146648"/>
              <a:ext cx="137778" cy="609404"/>
            </a:xfrm>
            <a:custGeom>
              <a:avLst/>
              <a:pathLst>
                <a:path w="137778" h="609404">
                  <a:moveTo>
                    <a:pt x="137778" y="0"/>
                  </a:moveTo>
                  <a:lnTo>
                    <a:pt x="0" y="609404"/>
                  </a:lnTo>
                </a:path>
              </a:pathLst>
            </a:custGeom>
            <a:ln w="13550" cap="rnd">
              <a:solidFill>
                <a:srgbClr val="00BF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l295"/>
            <p:cNvSpPr/>
            <p:nvPr/>
          </p:nvSpPr>
          <p:spPr>
            <a:xfrm>
              <a:off x="1821480" y="5755224"/>
              <a:ext cx="1413875" cy="26784"/>
            </a:xfrm>
            <a:custGeom>
              <a:avLst/>
              <a:pathLst>
                <a:path w="1413875" h="26784">
                  <a:moveTo>
                    <a:pt x="0" y="26784"/>
                  </a:moveTo>
                  <a:lnTo>
                    <a:pt x="1413875" y="0"/>
                  </a:lnTo>
                </a:path>
              </a:pathLst>
            </a:custGeom>
            <a:ln w="13550" cap="rnd">
              <a:solidFill>
                <a:srgbClr val="00BE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l296"/>
            <p:cNvSpPr/>
            <p:nvPr/>
          </p:nvSpPr>
          <p:spPr>
            <a:xfrm>
              <a:off x="5038135" y="4714058"/>
              <a:ext cx="37116" cy="1021837"/>
            </a:xfrm>
            <a:custGeom>
              <a:avLst/>
              <a:pathLst>
                <a:path w="37116" h="1021837">
                  <a:moveTo>
                    <a:pt x="0" y="0"/>
                  </a:moveTo>
                  <a:lnTo>
                    <a:pt x="37116" y="1021837"/>
                  </a:lnTo>
                </a:path>
              </a:pathLst>
            </a:custGeom>
            <a:ln w="13550" cap="rnd">
              <a:solidFill>
                <a:srgbClr val="00BD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l297"/>
            <p:cNvSpPr/>
            <p:nvPr/>
          </p:nvSpPr>
          <p:spPr>
            <a:xfrm>
              <a:off x="4024959" y="5458123"/>
              <a:ext cx="106790" cy="196546"/>
            </a:xfrm>
            <a:custGeom>
              <a:avLst/>
              <a:pathLst>
                <a:path w="106790" h="196546">
                  <a:moveTo>
                    <a:pt x="0" y="0"/>
                  </a:moveTo>
                  <a:lnTo>
                    <a:pt x="106790" y="196546"/>
                  </a:lnTo>
                </a:path>
              </a:pathLst>
            </a:custGeom>
            <a:ln w="13550" cap="rnd">
              <a:solidFill>
                <a:srgbClr val="00BDD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l298"/>
            <p:cNvSpPr/>
            <p:nvPr/>
          </p:nvSpPr>
          <p:spPr>
            <a:xfrm>
              <a:off x="3800131" y="5173603"/>
              <a:ext cx="236331" cy="545535"/>
            </a:xfrm>
            <a:custGeom>
              <a:avLst/>
              <a:pathLst>
                <a:path w="236331" h="545535">
                  <a:moveTo>
                    <a:pt x="0" y="0"/>
                  </a:moveTo>
                  <a:lnTo>
                    <a:pt x="236331" y="545535"/>
                  </a:lnTo>
                </a:path>
              </a:pathLst>
            </a:custGeom>
            <a:ln w="13550" cap="rnd">
              <a:solidFill>
                <a:srgbClr val="00BBD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l299"/>
            <p:cNvSpPr/>
            <p:nvPr/>
          </p:nvSpPr>
          <p:spPr>
            <a:xfrm>
              <a:off x="3644459" y="4682313"/>
              <a:ext cx="137376" cy="602307"/>
            </a:xfrm>
            <a:custGeom>
              <a:avLst/>
              <a:pathLst>
                <a:path w="137376" h="602307">
                  <a:moveTo>
                    <a:pt x="0" y="0"/>
                  </a:moveTo>
                  <a:lnTo>
                    <a:pt x="137376" y="602307"/>
                  </a:lnTo>
                </a:path>
              </a:pathLst>
            </a:custGeom>
            <a:ln w="13550" cap="rnd">
              <a:solidFill>
                <a:srgbClr val="00BAD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l300"/>
            <p:cNvSpPr/>
            <p:nvPr/>
          </p:nvSpPr>
          <p:spPr>
            <a:xfrm>
              <a:off x="4785143" y="5016843"/>
              <a:ext cx="116972" cy="720508"/>
            </a:xfrm>
            <a:custGeom>
              <a:avLst/>
              <a:pathLst>
                <a:path w="116972" h="720508">
                  <a:moveTo>
                    <a:pt x="0" y="0"/>
                  </a:moveTo>
                  <a:lnTo>
                    <a:pt x="116972" y="720508"/>
                  </a:lnTo>
                </a:path>
              </a:pathLst>
            </a:custGeom>
            <a:ln w="13550" cap="rnd">
              <a:solidFill>
                <a:srgbClr val="00B9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l301"/>
            <p:cNvSpPr/>
            <p:nvPr/>
          </p:nvSpPr>
          <p:spPr>
            <a:xfrm>
              <a:off x="2395618" y="5771374"/>
              <a:ext cx="2194840" cy="157841"/>
            </a:xfrm>
            <a:custGeom>
              <a:avLst/>
              <a:pathLst>
                <a:path w="2194840" h="157841">
                  <a:moveTo>
                    <a:pt x="0" y="157841"/>
                  </a:moveTo>
                  <a:lnTo>
                    <a:pt x="2194840" y="0"/>
                  </a:lnTo>
                </a:path>
              </a:pathLst>
            </a:custGeom>
            <a:ln w="13550" cap="rnd">
              <a:solidFill>
                <a:srgbClr val="00B8E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l302"/>
            <p:cNvSpPr/>
            <p:nvPr/>
          </p:nvSpPr>
          <p:spPr>
            <a:xfrm>
              <a:off x="3781233" y="5774841"/>
              <a:ext cx="1061067" cy="154174"/>
            </a:xfrm>
            <a:custGeom>
              <a:avLst/>
              <a:pathLst>
                <a:path w="1061067" h="154174">
                  <a:moveTo>
                    <a:pt x="0" y="154174"/>
                  </a:moveTo>
                  <a:lnTo>
                    <a:pt x="1061067" y="0"/>
                  </a:lnTo>
                </a:path>
              </a:pathLst>
            </a:custGeom>
            <a:ln w="13550" cap="rnd">
              <a:solidFill>
                <a:srgbClr val="00B8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l303"/>
            <p:cNvSpPr/>
            <p:nvPr/>
          </p:nvSpPr>
          <p:spPr>
            <a:xfrm>
              <a:off x="5965782" y="5461732"/>
              <a:ext cx="146514" cy="293455"/>
            </a:xfrm>
            <a:custGeom>
              <a:avLst/>
              <a:pathLst>
                <a:path w="146514" h="293455">
                  <a:moveTo>
                    <a:pt x="146514" y="0"/>
                  </a:moveTo>
                  <a:lnTo>
                    <a:pt x="0" y="293455"/>
                  </a:lnTo>
                </a:path>
              </a:pathLst>
            </a:custGeom>
            <a:ln w="13550" cap="rnd">
              <a:solidFill>
                <a:srgbClr val="00B7E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l304"/>
            <p:cNvSpPr/>
            <p:nvPr/>
          </p:nvSpPr>
          <p:spPr>
            <a:xfrm>
              <a:off x="4288989" y="5604089"/>
              <a:ext cx="78525" cy="147343"/>
            </a:xfrm>
            <a:custGeom>
              <a:avLst/>
              <a:pathLst>
                <a:path w="78525" h="147343">
                  <a:moveTo>
                    <a:pt x="0" y="0"/>
                  </a:moveTo>
                  <a:lnTo>
                    <a:pt x="78525" y="147343"/>
                  </a:lnTo>
                </a:path>
              </a:pathLst>
            </a:custGeom>
            <a:ln w="13550" cap="rnd">
              <a:solidFill>
                <a:srgbClr val="00B6E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l305"/>
            <p:cNvSpPr/>
            <p:nvPr/>
          </p:nvSpPr>
          <p:spPr>
            <a:xfrm>
              <a:off x="5356962" y="5572984"/>
              <a:ext cx="7443" cy="180252"/>
            </a:xfrm>
            <a:custGeom>
              <a:avLst/>
              <a:pathLst>
                <a:path w="7443" h="180252">
                  <a:moveTo>
                    <a:pt x="0" y="0"/>
                  </a:moveTo>
                  <a:lnTo>
                    <a:pt x="7443" y="180252"/>
                  </a:lnTo>
                </a:path>
              </a:pathLst>
            </a:custGeom>
            <a:ln w="13550" cap="rnd">
              <a:solidFill>
                <a:srgbClr val="00B5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l306"/>
            <p:cNvSpPr/>
            <p:nvPr/>
          </p:nvSpPr>
          <p:spPr>
            <a:xfrm>
              <a:off x="2276029" y="4795798"/>
              <a:ext cx="485055" cy="330455"/>
            </a:xfrm>
            <a:custGeom>
              <a:avLst/>
              <a:pathLst>
                <a:path w="485055" h="330455">
                  <a:moveTo>
                    <a:pt x="0" y="0"/>
                  </a:moveTo>
                  <a:lnTo>
                    <a:pt x="485055" y="330455"/>
                  </a:lnTo>
                </a:path>
              </a:pathLst>
            </a:custGeom>
            <a:ln w="13550" cap="rnd">
              <a:solidFill>
                <a:srgbClr val="00B2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l307"/>
            <p:cNvSpPr/>
            <p:nvPr/>
          </p:nvSpPr>
          <p:spPr>
            <a:xfrm>
              <a:off x="3803173" y="5458135"/>
              <a:ext cx="108600" cy="185854"/>
            </a:xfrm>
            <a:custGeom>
              <a:avLst/>
              <a:pathLst>
                <a:path w="108600" h="185854">
                  <a:moveTo>
                    <a:pt x="0" y="0"/>
                  </a:moveTo>
                  <a:lnTo>
                    <a:pt x="108600" y="185854"/>
                  </a:lnTo>
                </a:path>
              </a:pathLst>
            </a:custGeom>
            <a:ln w="13550" cap="rnd">
              <a:solidFill>
                <a:srgbClr val="00B1F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l308"/>
            <p:cNvSpPr/>
            <p:nvPr/>
          </p:nvSpPr>
          <p:spPr>
            <a:xfrm>
              <a:off x="4297974" y="5315487"/>
              <a:ext cx="103100" cy="259767"/>
            </a:xfrm>
            <a:custGeom>
              <a:avLst/>
              <a:pathLst>
                <a:path w="103100" h="259767">
                  <a:moveTo>
                    <a:pt x="0" y="0"/>
                  </a:moveTo>
                  <a:lnTo>
                    <a:pt x="103100" y="259767"/>
                  </a:lnTo>
                </a:path>
              </a:pathLst>
            </a:custGeom>
            <a:ln w="13550" cap="rnd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l309"/>
            <p:cNvSpPr/>
            <p:nvPr/>
          </p:nvSpPr>
          <p:spPr>
            <a:xfrm>
              <a:off x="4278568" y="5455624"/>
              <a:ext cx="152979" cy="274095"/>
            </a:xfrm>
            <a:custGeom>
              <a:avLst/>
              <a:pathLst>
                <a:path w="152979" h="274095">
                  <a:moveTo>
                    <a:pt x="0" y="0"/>
                  </a:moveTo>
                  <a:lnTo>
                    <a:pt x="152979" y="274095"/>
                  </a:lnTo>
                </a:path>
              </a:pathLst>
            </a:custGeom>
            <a:ln w="13550" cap="rnd">
              <a:solidFill>
                <a:srgbClr val="00AF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l310"/>
            <p:cNvSpPr/>
            <p:nvPr/>
          </p:nvSpPr>
          <p:spPr>
            <a:xfrm>
              <a:off x="2914347" y="5259200"/>
              <a:ext cx="463119" cy="353571"/>
            </a:xfrm>
            <a:custGeom>
              <a:avLst/>
              <a:pathLst>
                <a:path w="463119" h="353571">
                  <a:moveTo>
                    <a:pt x="0" y="0"/>
                  </a:moveTo>
                  <a:lnTo>
                    <a:pt x="463119" y="353571"/>
                  </a:lnTo>
                </a:path>
              </a:pathLst>
            </a:custGeom>
            <a:ln w="13550" cap="rnd">
              <a:solidFill>
                <a:srgbClr val="00ADF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l311"/>
            <p:cNvSpPr/>
            <p:nvPr/>
          </p:nvSpPr>
          <p:spPr>
            <a:xfrm>
              <a:off x="5860223" y="4568962"/>
              <a:ext cx="212849" cy="1186226"/>
            </a:xfrm>
            <a:custGeom>
              <a:avLst/>
              <a:pathLst>
                <a:path w="212849" h="1186226">
                  <a:moveTo>
                    <a:pt x="212849" y="0"/>
                  </a:moveTo>
                  <a:lnTo>
                    <a:pt x="0" y="1186226"/>
                  </a:lnTo>
                </a:path>
              </a:pathLst>
            </a:custGeom>
            <a:ln w="13550" cap="rnd">
              <a:solidFill>
                <a:srgbClr val="00ACF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l312"/>
            <p:cNvSpPr/>
            <p:nvPr/>
          </p:nvSpPr>
          <p:spPr>
            <a:xfrm>
              <a:off x="5609595" y="5004031"/>
              <a:ext cx="17498" cy="729636"/>
            </a:xfrm>
            <a:custGeom>
              <a:avLst/>
              <a:pathLst>
                <a:path w="17498" h="729636">
                  <a:moveTo>
                    <a:pt x="0" y="0"/>
                  </a:moveTo>
                  <a:lnTo>
                    <a:pt x="17498" y="729636"/>
                  </a:lnTo>
                </a:path>
              </a:pathLst>
            </a:custGeom>
            <a:ln w="13550" cap="rnd">
              <a:solidFill>
                <a:srgbClr val="00AAF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l313"/>
            <p:cNvSpPr/>
            <p:nvPr/>
          </p:nvSpPr>
          <p:spPr>
            <a:xfrm>
              <a:off x="5636860" y="5783227"/>
              <a:ext cx="88200" cy="97326"/>
            </a:xfrm>
            <a:custGeom>
              <a:avLst/>
              <a:pathLst>
                <a:path w="88200" h="97326">
                  <a:moveTo>
                    <a:pt x="88200" y="9732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AAF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l314"/>
            <p:cNvSpPr/>
            <p:nvPr/>
          </p:nvSpPr>
          <p:spPr>
            <a:xfrm>
              <a:off x="2773571" y="5762628"/>
              <a:ext cx="1109861" cy="19317"/>
            </a:xfrm>
            <a:custGeom>
              <a:avLst/>
              <a:pathLst>
                <a:path w="1109861" h="19317">
                  <a:moveTo>
                    <a:pt x="0" y="19317"/>
                  </a:moveTo>
                  <a:lnTo>
                    <a:pt x="1109861" y="0"/>
                  </a:lnTo>
                </a:path>
              </a:pathLst>
            </a:custGeom>
            <a:ln w="13550" cap="rnd">
              <a:solidFill>
                <a:srgbClr val="00A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l315"/>
            <p:cNvSpPr/>
            <p:nvPr/>
          </p:nvSpPr>
          <p:spPr>
            <a:xfrm>
              <a:off x="4922948" y="5302122"/>
              <a:ext cx="13132" cy="434590"/>
            </a:xfrm>
            <a:custGeom>
              <a:avLst/>
              <a:pathLst>
                <a:path w="13132" h="434590">
                  <a:moveTo>
                    <a:pt x="0" y="0"/>
                  </a:moveTo>
                  <a:lnTo>
                    <a:pt x="13132" y="434590"/>
                  </a:lnTo>
                </a:path>
              </a:pathLst>
            </a:custGeom>
            <a:ln w="13550" cap="rnd">
              <a:solidFill>
                <a:srgbClr val="00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l316"/>
            <p:cNvSpPr/>
            <p:nvPr/>
          </p:nvSpPr>
          <p:spPr>
            <a:xfrm>
              <a:off x="2573878" y="5756541"/>
              <a:ext cx="1529150" cy="26292"/>
            </a:xfrm>
            <a:custGeom>
              <a:avLst/>
              <a:pathLst>
                <a:path w="1529150" h="26292">
                  <a:moveTo>
                    <a:pt x="0" y="26292"/>
                  </a:moveTo>
                  <a:lnTo>
                    <a:pt x="1529150" y="0"/>
                  </a:lnTo>
                </a:path>
              </a:pathLst>
            </a:custGeom>
            <a:ln w="13550" cap="rnd">
              <a:solidFill>
                <a:srgbClr val="2AA2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l317"/>
            <p:cNvSpPr/>
            <p:nvPr/>
          </p:nvSpPr>
          <p:spPr>
            <a:xfrm>
              <a:off x="4626337" y="5771494"/>
              <a:ext cx="473609" cy="156536"/>
            </a:xfrm>
            <a:custGeom>
              <a:avLst/>
              <a:pathLst>
                <a:path w="473609" h="156536">
                  <a:moveTo>
                    <a:pt x="0" y="156536"/>
                  </a:moveTo>
                  <a:lnTo>
                    <a:pt x="473609" y="0"/>
                  </a:lnTo>
                </a:path>
              </a:pathLst>
            </a:custGeom>
            <a:ln w="13550" cap="rnd">
              <a:solidFill>
                <a:srgbClr val="3EA1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l318"/>
            <p:cNvSpPr/>
            <p:nvPr/>
          </p:nvSpPr>
          <p:spPr>
            <a:xfrm>
              <a:off x="6025989" y="5606711"/>
              <a:ext cx="97105" cy="151860"/>
            </a:xfrm>
            <a:custGeom>
              <a:avLst/>
              <a:pathLst>
                <a:path w="97105" h="151860">
                  <a:moveTo>
                    <a:pt x="97105" y="0"/>
                  </a:moveTo>
                  <a:lnTo>
                    <a:pt x="0" y="151860"/>
                  </a:lnTo>
                </a:path>
              </a:pathLst>
            </a:custGeom>
            <a:ln w="13550" cap="rnd">
              <a:solidFill>
                <a:srgbClr val="5A9D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l319"/>
            <p:cNvSpPr/>
            <p:nvPr/>
          </p:nvSpPr>
          <p:spPr>
            <a:xfrm>
              <a:off x="5293622" y="5288932"/>
              <a:ext cx="27654" cy="450823"/>
            </a:xfrm>
            <a:custGeom>
              <a:avLst/>
              <a:pathLst>
                <a:path w="27654" h="450823">
                  <a:moveTo>
                    <a:pt x="0" y="0"/>
                  </a:moveTo>
                  <a:lnTo>
                    <a:pt x="27654" y="450823"/>
                  </a:lnTo>
                </a:path>
              </a:pathLst>
            </a:custGeom>
            <a:ln w="13550" cap="rnd">
              <a:solidFill>
                <a:srgbClr val="649B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l320"/>
            <p:cNvSpPr/>
            <p:nvPr/>
          </p:nvSpPr>
          <p:spPr>
            <a:xfrm>
              <a:off x="3410809" y="5266156"/>
              <a:ext cx="116346" cy="242780"/>
            </a:xfrm>
            <a:custGeom>
              <a:avLst/>
              <a:pathLst>
                <a:path w="116346" h="242780">
                  <a:moveTo>
                    <a:pt x="0" y="0"/>
                  </a:moveTo>
                  <a:lnTo>
                    <a:pt x="116346" y="242780"/>
                  </a:lnTo>
                </a:path>
              </a:pathLst>
            </a:custGeom>
            <a:ln w="13550" cap="rnd">
              <a:solidFill>
                <a:srgbClr val="6E9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l321"/>
            <p:cNvSpPr/>
            <p:nvPr/>
          </p:nvSpPr>
          <p:spPr>
            <a:xfrm>
              <a:off x="5081118" y="5009719"/>
              <a:ext cx="2" cy="729637"/>
            </a:xfrm>
            <a:custGeom>
              <a:avLst/>
              <a:pathLst>
                <a:path w="2" h="729637">
                  <a:moveTo>
                    <a:pt x="2" y="0"/>
                  </a:moveTo>
                  <a:lnTo>
                    <a:pt x="0" y="729637"/>
                  </a:lnTo>
                </a:path>
              </a:pathLst>
            </a:custGeom>
            <a:ln w="13550" cap="rnd">
              <a:solidFill>
                <a:srgbClr val="779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l322"/>
            <p:cNvSpPr/>
            <p:nvPr/>
          </p:nvSpPr>
          <p:spPr>
            <a:xfrm>
              <a:off x="4100212" y="4980678"/>
              <a:ext cx="174256" cy="734231"/>
            </a:xfrm>
            <a:custGeom>
              <a:avLst/>
              <a:pathLst>
                <a:path w="174256" h="734231">
                  <a:moveTo>
                    <a:pt x="0" y="0"/>
                  </a:moveTo>
                  <a:lnTo>
                    <a:pt x="174256" y="734231"/>
                  </a:lnTo>
                </a:path>
              </a:pathLst>
            </a:custGeom>
            <a:ln w="13550" cap="rnd">
              <a:solidFill>
                <a:srgbClr val="7F9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l323"/>
            <p:cNvSpPr/>
            <p:nvPr/>
          </p:nvSpPr>
          <p:spPr>
            <a:xfrm>
              <a:off x="3638425" y="5774631"/>
              <a:ext cx="1150294" cy="154422"/>
            </a:xfrm>
            <a:custGeom>
              <a:avLst/>
              <a:pathLst>
                <a:path w="1150294" h="154422">
                  <a:moveTo>
                    <a:pt x="0" y="154422"/>
                  </a:moveTo>
                  <a:lnTo>
                    <a:pt x="1150294" y="0"/>
                  </a:lnTo>
                </a:path>
              </a:pathLst>
            </a:custGeom>
            <a:ln w="13550" cap="rnd">
              <a:solidFill>
                <a:srgbClr val="879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l324"/>
            <p:cNvSpPr/>
            <p:nvPr/>
          </p:nvSpPr>
          <p:spPr>
            <a:xfrm>
              <a:off x="2316061" y="5342616"/>
              <a:ext cx="909404" cy="327917"/>
            </a:xfrm>
            <a:custGeom>
              <a:avLst/>
              <a:pathLst>
                <a:path w="909404" h="327917">
                  <a:moveTo>
                    <a:pt x="0" y="0"/>
                  </a:moveTo>
                  <a:lnTo>
                    <a:pt x="909404" y="327917"/>
                  </a:lnTo>
                </a:path>
              </a:pathLst>
            </a:custGeom>
            <a:ln w="13550" cap="rnd">
              <a:solidFill>
                <a:srgbClr val="8E92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l325"/>
            <p:cNvSpPr/>
            <p:nvPr/>
          </p:nvSpPr>
          <p:spPr>
            <a:xfrm>
              <a:off x="4130001" y="4439091"/>
              <a:ext cx="411287" cy="1304617"/>
            </a:xfrm>
            <a:custGeom>
              <a:avLst/>
              <a:pathLst>
                <a:path w="411287" h="1304617">
                  <a:moveTo>
                    <a:pt x="0" y="0"/>
                  </a:moveTo>
                  <a:lnTo>
                    <a:pt x="411287" y="1304617"/>
                  </a:lnTo>
                </a:path>
              </a:pathLst>
            </a:custGeom>
            <a:ln w="13550" cap="rnd">
              <a:solidFill>
                <a:srgbClr val="959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l326"/>
            <p:cNvSpPr/>
            <p:nvPr/>
          </p:nvSpPr>
          <p:spPr>
            <a:xfrm>
              <a:off x="4559466" y="5611113"/>
              <a:ext cx="35897" cy="131112"/>
            </a:xfrm>
            <a:custGeom>
              <a:avLst/>
              <a:pathLst>
                <a:path w="35897" h="131112">
                  <a:moveTo>
                    <a:pt x="0" y="0"/>
                  </a:moveTo>
                  <a:lnTo>
                    <a:pt x="35897" y="131112"/>
                  </a:lnTo>
                </a:path>
              </a:pathLst>
            </a:custGeom>
            <a:ln w="13550" cap="rnd">
              <a:solidFill>
                <a:srgbClr val="9B8E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l327"/>
            <p:cNvSpPr/>
            <p:nvPr/>
          </p:nvSpPr>
          <p:spPr>
            <a:xfrm>
              <a:off x="4238683" y="5027192"/>
              <a:ext cx="221929" cy="646674"/>
            </a:xfrm>
            <a:custGeom>
              <a:avLst/>
              <a:pathLst>
                <a:path w="221929" h="646674">
                  <a:moveTo>
                    <a:pt x="0" y="0"/>
                  </a:moveTo>
                  <a:lnTo>
                    <a:pt x="221929" y="646674"/>
                  </a:lnTo>
                </a:path>
              </a:pathLst>
            </a:custGeom>
            <a:ln w="13550" cap="rnd">
              <a:solidFill>
                <a:srgbClr val="A18B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l328"/>
            <p:cNvSpPr/>
            <p:nvPr/>
          </p:nvSpPr>
          <p:spPr>
            <a:xfrm>
              <a:off x="5362122" y="5784188"/>
              <a:ext cx="54830" cy="96365"/>
            </a:xfrm>
            <a:custGeom>
              <a:avLst/>
              <a:pathLst>
                <a:path w="54830" h="96365">
                  <a:moveTo>
                    <a:pt x="0" y="96365"/>
                  </a:moveTo>
                  <a:lnTo>
                    <a:pt x="54830" y="0"/>
                  </a:lnTo>
                </a:path>
              </a:pathLst>
            </a:custGeom>
            <a:ln w="13550" cap="rnd">
              <a:solidFill>
                <a:srgbClr val="A78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l329"/>
            <p:cNvSpPr/>
            <p:nvPr/>
          </p:nvSpPr>
          <p:spPr>
            <a:xfrm>
              <a:off x="4790278" y="5778084"/>
              <a:ext cx="305016" cy="148632"/>
            </a:xfrm>
            <a:custGeom>
              <a:avLst/>
              <a:pathLst>
                <a:path w="305016" h="148632">
                  <a:moveTo>
                    <a:pt x="0" y="148632"/>
                  </a:moveTo>
                  <a:lnTo>
                    <a:pt x="305016" y="0"/>
                  </a:lnTo>
                </a:path>
              </a:pathLst>
            </a:custGeom>
            <a:ln w="13550" cap="rnd">
              <a:solidFill>
                <a:srgbClr val="AD8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l330"/>
            <p:cNvSpPr/>
            <p:nvPr/>
          </p:nvSpPr>
          <p:spPr>
            <a:xfrm>
              <a:off x="5514967" y="4281376"/>
              <a:ext cx="58341" cy="1460624"/>
            </a:xfrm>
            <a:custGeom>
              <a:avLst/>
              <a:pathLst>
                <a:path w="58341" h="1460624">
                  <a:moveTo>
                    <a:pt x="0" y="0"/>
                  </a:moveTo>
                  <a:lnTo>
                    <a:pt x="58341" y="1460624"/>
                  </a:lnTo>
                </a:path>
              </a:pathLst>
            </a:custGeom>
            <a:ln w="13550" cap="rnd">
              <a:solidFill>
                <a:srgbClr val="B78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l331"/>
            <p:cNvSpPr/>
            <p:nvPr/>
          </p:nvSpPr>
          <p:spPr>
            <a:xfrm>
              <a:off x="5015486" y="5781704"/>
              <a:ext cx="172622" cy="141872"/>
            </a:xfrm>
            <a:custGeom>
              <a:avLst/>
              <a:pathLst>
                <a:path w="172622" h="141872">
                  <a:moveTo>
                    <a:pt x="0" y="141872"/>
                  </a:moveTo>
                  <a:lnTo>
                    <a:pt x="172622" y="0"/>
                  </a:lnTo>
                </a:path>
              </a:pathLst>
            </a:custGeom>
            <a:ln w="13550" cap="rnd">
              <a:solidFill>
                <a:srgbClr val="BC81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l332"/>
            <p:cNvSpPr/>
            <p:nvPr/>
          </p:nvSpPr>
          <p:spPr>
            <a:xfrm>
              <a:off x="5317924" y="4423130"/>
              <a:ext cx="120778" cy="1334079"/>
            </a:xfrm>
            <a:custGeom>
              <a:avLst/>
              <a:pathLst>
                <a:path w="120778" h="1334079">
                  <a:moveTo>
                    <a:pt x="0" y="0"/>
                  </a:moveTo>
                  <a:lnTo>
                    <a:pt x="120778" y="1334079"/>
                  </a:lnTo>
                </a:path>
              </a:pathLst>
            </a:custGeom>
            <a:ln w="13550" cap="rnd">
              <a:solidFill>
                <a:srgbClr val="C07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l333"/>
            <p:cNvSpPr/>
            <p:nvPr/>
          </p:nvSpPr>
          <p:spPr>
            <a:xfrm>
              <a:off x="3008012" y="5631767"/>
              <a:ext cx="404321" cy="74881"/>
            </a:xfrm>
            <a:custGeom>
              <a:avLst/>
              <a:pathLst>
                <a:path w="404321" h="74881">
                  <a:moveTo>
                    <a:pt x="0" y="0"/>
                  </a:moveTo>
                  <a:lnTo>
                    <a:pt x="404321" y="74881"/>
                  </a:lnTo>
                </a:path>
              </a:pathLst>
            </a:custGeom>
            <a:ln w="13550" cap="rnd">
              <a:solidFill>
                <a:srgbClr val="C57D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l334"/>
            <p:cNvSpPr/>
            <p:nvPr/>
          </p:nvSpPr>
          <p:spPr>
            <a:xfrm>
              <a:off x="3100199" y="5773886"/>
              <a:ext cx="1602765" cy="155275"/>
            </a:xfrm>
            <a:custGeom>
              <a:avLst/>
              <a:pathLst>
                <a:path w="1602765" h="155275">
                  <a:moveTo>
                    <a:pt x="0" y="155275"/>
                  </a:moveTo>
                  <a:lnTo>
                    <a:pt x="1602765" y="0"/>
                  </a:lnTo>
                </a:path>
              </a:pathLst>
            </a:custGeom>
            <a:ln w="13550" cap="rnd">
              <a:solidFill>
                <a:srgbClr val="C97B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l335"/>
            <p:cNvSpPr/>
            <p:nvPr/>
          </p:nvSpPr>
          <p:spPr>
            <a:xfrm>
              <a:off x="4423184" y="5171927"/>
              <a:ext cx="135136" cy="566279"/>
            </a:xfrm>
            <a:custGeom>
              <a:avLst/>
              <a:pathLst>
                <a:path w="135136" h="566279">
                  <a:moveTo>
                    <a:pt x="0" y="0"/>
                  </a:moveTo>
                  <a:lnTo>
                    <a:pt x="135136" y="566279"/>
                  </a:lnTo>
                </a:path>
              </a:pathLst>
            </a:custGeom>
            <a:ln w="13550" cap="rnd">
              <a:solidFill>
                <a:srgbClr val="CD7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l336"/>
            <p:cNvSpPr/>
            <p:nvPr/>
          </p:nvSpPr>
          <p:spPr>
            <a:xfrm>
              <a:off x="5866952" y="5002617"/>
              <a:ext cx="214727" cy="753040"/>
            </a:xfrm>
            <a:custGeom>
              <a:avLst/>
              <a:pathLst>
                <a:path w="214727" h="753040">
                  <a:moveTo>
                    <a:pt x="214727" y="0"/>
                  </a:moveTo>
                  <a:lnTo>
                    <a:pt x="0" y="753040"/>
                  </a:lnTo>
                </a:path>
              </a:pathLst>
            </a:custGeom>
            <a:ln w="13550" cap="rnd">
              <a:solidFill>
                <a:srgbClr val="D17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l337"/>
            <p:cNvSpPr/>
            <p:nvPr/>
          </p:nvSpPr>
          <p:spPr>
            <a:xfrm>
              <a:off x="5440589" y="5146619"/>
              <a:ext cx="26211" cy="595107"/>
            </a:xfrm>
            <a:custGeom>
              <a:avLst/>
              <a:pathLst>
                <a:path w="26211" h="595107">
                  <a:moveTo>
                    <a:pt x="26211" y="0"/>
                  </a:moveTo>
                  <a:lnTo>
                    <a:pt x="0" y="595107"/>
                  </a:lnTo>
                </a:path>
              </a:pathLst>
            </a:custGeom>
            <a:ln w="13550" cap="rnd">
              <a:solidFill>
                <a:srgbClr val="D575F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l338"/>
            <p:cNvSpPr/>
            <p:nvPr/>
          </p:nvSpPr>
          <p:spPr>
            <a:xfrm>
              <a:off x="3155639" y="4776332"/>
              <a:ext cx="51825" cy="157087"/>
            </a:xfrm>
            <a:custGeom>
              <a:avLst/>
              <a:pathLst>
                <a:path w="51825" h="157087">
                  <a:moveTo>
                    <a:pt x="0" y="0"/>
                  </a:moveTo>
                  <a:lnTo>
                    <a:pt x="51825" y="157087"/>
                  </a:lnTo>
                </a:path>
              </a:pathLst>
            </a:custGeom>
            <a:ln w="13550" cap="rnd">
              <a:solidFill>
                <a:srgbClr val="D873F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l339"/>
            <p:cNvSpPr/>
            <p:nvPr/>
          </p:nvSpPr>
          <p:spPr>
            <a:xfrm>
              <a:off x="5235068" y="4143600"/>
              <a:ext cx="1362" cy="1610017"/>
            </a:xfrm>
            <a:custGeom>
              <a:avLst/>
              <a:pathLst>
                <a:path w="1362" h="1610017">
                  <a:moveTo>
                    <a:pt x="0" y="0"/>
                  </a:moveTo>
                  <a:lnTo>
                    <a:pt x="1362" y="1610017"/>
                  </a:lnTo>
                </a:path>
              </a:pathLst>
            </a:custGeom>
            <a:ln w="13550" cap="rnd">
              <a:solidFill>
                <a:srgbClr val="DB72F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l340"/>
            <p:cNvSpPr/>
            <p:nvPr/>
          </p:nvSpPr>
          <p:spPr>
            <a:xfrm>
              <a:off x="5740776" y="5149728"/>
              <a:ext cx="37416" cy="604815"/>
            </a:xfrm>
            <a:custGeom>
              <a:avLst/>
              <a:pathLst>
                <a:path w="37416" h="604815">
                  <a:moveTo>
                    <a:pt x="37416" y="0"/>
                  </a:moveTo>
                  <a:lnTo>
                    <a:pt x="0" y="604815"/>
                  </a:lnTo>
                </a:path>
              </a:pathLst>
            </a:custGeom>
            <a:ln w="13550" cap="rnd">
              <a:solidFill>
                <a:srgbClr val="E46DF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l341"/>
            <p:cNvSpPr/>
            <p:nvPr/>
          </p:nvSpPr>
          <p:spPr>
            <a:xfrm>
              <a:off x="5638897" y="5780616"/>
              <a:ext cx="204368" cy="144051"/>
            </a:xfrm>
            <a:custGeom>
              <a:avLst/>
              <a:pathLst>
                <a:path w="204368" h="144051">
                  <a:moveTo>
                    <a:pt x="204368" y="144051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EA6AF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l342"/>
            <p:cNvSpPr/>
            <p:nvPr/>
          </p:nvSpPr>
          <p:spPr>
            <a:xfrm>
              <a:off x="2412587" y="5637160"/>
              <a:ext cx="881732" cy="75790"/>
            </a:xfrm>
            <a:custGeom>
              <a:avLst/>
              <a:pathLst>
                <a:path w="881732" h="75790">
                  <a:moveTo>
                    <a:pt x="0" y="0"/>
                  </a:moveTo>
                  <a:lnTo>
                    <a:pt x="881732" y="75790"/>
                  </a:lnTo>
                </a:path>
              </a:pathLst>
            </a:custGeom>
            <a:ln w="13550" cap="rnd">
              <a:solidFill>
                <a:srgbClr val="EC69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l343"/>
            <p:cNvSpPr/>
            <p:nvPr/>
          </p:nvSpPr>
          <p:spPr>
            <a:xfrm>
              <a:off x="4684316" y="5168762"/>
              <a:ext cx="73111" cy="435314"/>
            </a:xfrm>
            <a:custGeom>
              <a:avLst/>
              <a:pathLst>
                <a:path w="73111" h="435314">
                  <a:moveTo>
                    <a:pt x="0" y="0"/>
                  </a:moveTo>
                  <a:lnTo>
                    <a:pt x="73111" y="435314"/>
                  </a:lnTo>
                </a:path>
              </a:pathLst>
            </a:custGeom>
            <a:ln w="13550" cap="rnd">
              <a:solidFill>
                <a:srgbClr val="F066E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l344"/>
            <p:cNvSpPr/>
            <p:nvPr/>
          </p:nvSpPr>
          <p:spPr>
            <a:xfrm>
              <a:off x="5833150" y="4425095"/>
              <a:ext cx="209763" cy="1330037"/>
            </a:xfrm>
            <a:custGeom>
              <a:avLst/>
              <a:pathLst>
                <a:path w="209763" h="1330037">
                  <a:moveTo>
                    <a:pt x="209763" y="0"/>
                  </a:moveTo>
                  <a:lnTo>
                    <a:pt x="0" y="1330037"/>
                  </a:lnTo>
                </a:path>
              </a:pathLst>
            </a:custGeom>
            <a:ln w="13550" cap="rnd">
              <a:solidFill>
                <a:srgbClr val="F265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l345"/>
            <p:cNvSpPr/>
            <p:nvPr/>
          </p:nvSpPr>
          <p:spPr>
            <a:xfrm>
              <a:off x="2928141" y="5496863"/>
              <a:ext cx="133996" cy="119475"/>
            </a:xfrm>
            <a:custGeom>
              <a:avLst/>
              <a:pathLst>
                <a:path w="133996" h="119475">
                  <a:moveTo>
                    <a:pt x="0" y="0"/>
                  </a:moveTo>
                  <a:lnTo>
                    <a:pt x="133996" y="119475"/>
                  </a:lnTo>
                </a:path>
              </a:pathLst>
            </a:custGeom>
            <a:ln w="13550" cap="rnd">
              <a:solidFill>
                <a:srgbClr val="F464E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l346"/>
            <p:cNvSpPr/>
            <p:nvPr/>
          </p:nvSpPr>
          <p:spPr>
            <a:xfrm>
              <a:off x="5174989" y="4856268"/>
              <a:ext cx="60511" cy="901382"/>
            </a:xfrm>
            <a:custGeom>
              <a:avLst/>
              <a:pathLst>
                <a:path w="60511" h="901382">
                  <a:moveTo>
                    <a:pt x="0" y="0"/>
                  </a:moveTo>
                  <a:lnTo>
                    <a:pt x="60511" y="901382"/>
                  </a:lnTo>
                </a:path>
              </a:pathLst>
            </a:custGeom>
            <a:ln w="13550" cap="rnd">
              <a:solidFill>
                <a:srgbClr val="F663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l347"/>
            <p:cNvSpPr/>
            <p:nvPr/>
          </p:nvSpPr>
          <p:spPr>
            <a:xfrm>
              <a:off x="4754961" y="4720670"/>
              <a:ext cx="68108" cy="996506"/>
            </a:xfrm>
            <a:custGeom>
              <a:avLst/>
              <a:pathLst>
                <a:path w="68108" h="996506">
                  <a:moveTo>
                    <a:pt x="0" y="0"/>
                  </a:moveTo>
                  <a:lnTo>
                    <a:pt x="68108" y="996506"/>
                  </a:lnTo>
                </a:path>
              </a:pathLst>
            </a:custGeom>
            <a:ln w="13550" cap="rnd">
              <a:solidFill>
                <a:srgbClr val="F763D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l348"/>
            <p:cNvSpPr/>
            <p:nvPr/>
          </p:nvSpPr>
          <p:spPr>
            <a:xfrm>
              <a:off x="3698643" y="5271953"/>
              <a:ext cx="181966" cy="376416"/>
            </a:xfrm>
            <a:custGeom>
              <a:avLst/>
              <a:pathLst>
                <a:path w="181966" h="376416">
                  <a:moveTo>
                    <a:pt x="0" y="0"/>
                  </a:moveTo>
                  <a:lnTo>
                    <a:pt x="181966" y="376416"/>
                  </a:lnTo>
                </a:path>
              </a:pathLst>
            </a:custGeom>
            <a:ln w="13550" cap="rnd">
              <a:solidFill>
                <a:srgbClr val="F962D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l349"/>
            <p:cNvSpPr/>
            <p:nvPr/>
          </p:nvSpPr>
          <p:spPr>
            <a:xfrm>
              <a:off x="3826046" y="5765801"/>
              <a:ext cx="694756" cy="23790"/>
            </a:xfrm>
            <a:custGeom>
              <a:avLst/>
              <a:pathLst>
                <a:path w="694756" h="23790">
                  <a:moveTo>
                    <a:pt x="0" y="23790"/>
                  </a:moveTo>
                  <a:lnTo>
                    <a:pt x="694756" y="0"/>
                  </a:lnTo>
                </a:path>
              </a:pathLst>
            </a:custGeom>
            <a:ln w="13550" cap="rnd">
              <a:solidFill>
                <a:srgbClr val="FA62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l350"/>
            <p:cNvSpPr/>
            <p:nvPr/>
          </p:nvSpPr>
          <p:spPr>
            <a:xfrm>
              <a:off x="5800804" y="5004762"/>
              <a:ext cx="107180" cy="753459"/>
            </a:xfrm>
            <a:custGeom>
              <a:avLst/>
              <a:pathLst>
                <a:path w="107180" h="753459">
                  <a:moveTo>
                    <a:pt x="107180" y="0"/>
                  </a:moveTo>
                  <a:lnTo>
                    <a:pt x="0" y="753459"/>
                  </a:lnTo>
                </a:path>
              </a:pathLst>
            </a:custGeom>
            <a:ln w="13550" cap="rnd">
              <a:solidFill>
                <a:srgbClr val="FB61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l351"/>
            <p:cNvSpPr/>
            <p:nvPr/>
          </p:nvSpPr>
          <p:spPr>
            <a:xfrm>
              <a:off x="3952356" y="4589730"/>
              <a:ext cx="485876" cy="1138096"/>
            </a:xfrm>
            <a:custGeom>
              <a:avLst/>
              <a:pathLst>
                <a:path w="485876" h="1138096">
                  <a:moveTo>
                    <a:pt x="0" y="0"/>
                  </a:moveTo>
                  <a:lnTo>
                    <a:pt x="485876" y="1138096"/>
                  </a:lnTo>
                </a:path>
              </a:pathLst>
            </a:custGeom>
            <a:ln w="13550" cap="rnd">
              <a:solidFill>
                <a:srgbClr val="FE61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l352"/>
            <p:cNvSpPr/>
            <p:nvPr/>
          </p:nvSpPr>
          <p:spPr>
            <a:xfrm>
              <a:off x="2992682" y="5762703"/>
              <a:ext cx="1008581" cy="12850"/>
            </a:xfrm>
            <a:custGeom>
              <a:avLst/>
              <a:pathLst>
                <a:path w="1008581" h="12850">
                  <a:moveTo>
                    <a:pt x="0" y="12850"/>
                  </a:moveTo>
                  <a:lnTo>
                    <a:pt x="1008581" y="0"/>
                  </a:lnTo>
                </a:path>
              </a:pathLst>
            </a:custGeom>
            <a:ln w="13550" cap="rnd">
              <a:solidFill>
                <a:srgbClr val="FE61C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l353"/>
            <p:cNvSpPr/>
            <p:nvPr/>
          </p:nvSpPr>
          <p:spPr>
            <a:xfrm>
              <a:off x="2735296" y="5051320"/>
              <a:ext cx="648074" cy="561846"/>
            </a:xfrm>
            <a:custGeom>
              <a:avLst/>
              <a:pathLst>
                <a:path w="648074" h="561846">
                  <a:moveTo>
                    <a:pt x="0" y="0"/>
                  </a:moveTo>
                  <a:lnTo>
                    <a:pt x="648074" y="561846"/>
                  </a:lnTo>
                </a:path>
              </a:pathLst>
            </a:custGeom>
            <a:ln w="13550" cap="rnd">
              <a:solidFill>
                <a:srgbClr val="FF61C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l354"/>
            <p:cNvSpPr/>
            <p:nvPr/>
          </p:nvSpPr>
          <p:spPr>
            <a:xfrm>
              <a:off x="4612507" y="4576898"/>
              <a:ext cx="193070" cy="1122517"/>
            </a:xfrm>
            <a:custGeom>
              <a:avLst/>
              <a:pathLst>
                <a:path w="193070" h="1122517">
                  <a:moveTo>
                    <a:pt x="0" y="0"/>
                  </a:moveTo>
                  <a:lnTo>
                    <a:pt x="193070" y="1122517"/>
                  </a:lnTo>
                </a:path>
              </a:pathLst>
            </a:custGeom>
            <a:ln w="13550" cap="rnd">
              <a:solidFill>
                <a:srgbClr val="FF61C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l355"/>
            <p:cNvSpPr/>
            <p:nvPr/>
          </p:nvSpPr>
          <p:spPr>
            <a:xfrm>
              <a:off x="3034437" y="4415517"/>
              <a:ext cx="839167" cy="1265011"/>
            </a:xfrm>
            <a:custGeom>
              <a:avLst/>
              <a:pathLst>
                <a:path w="839167" h="1265011">
                  <a:moveTo>
                    <a:pt x="0" y="0"/>
                  </a:moveTo>
                  <a:lnTo>
                    <a:pt x="839167" y="1265011"/>
                  </a:lnTo>
                </a:path>
              </a:pathLst>
            </a:custGeom>
            <a:ln w="13550" cap="rnd">
              <a:solidFill>
                <a:srgbClr val="FF61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l356"/>
            <p:cNvSpPr/>
            <p:nvPr/>
          </p:nvSpPr>
          <p:spPr>
            <a:xfrm>
              <a:off x="4204112" y="4728882"/>
              <a:ext cx="326351" cy="1005584"/>
            </a:xfrm>
            <a:custGeom>
              <a:avLst/>
              <a:pathLst>
                <a:path w="326351" h="1005584">
                  <a:moveTo>
                    <a:pt x="0" y="0"/>
                  </a:moveTo>
                  <a:lnTo>
                    <a:pt x="326351" y="1005584"/>
                  </a:lnTo>
                </a:path>
              </a:pathLst>
            </a:custGeom>
            <a:ln w="13550" cap="rnd">
              <a:solidFill>
                <a:srgbClr val="FF62B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l357"/>
            <p:cNvSpPr/>
            <p:nvPr/>
          </p:nvSpPr>
          <p:spPr>
            <a:xfrm>
              <a:off x="4649006" y="5314625"/>
              <a:ext cx="76059" cy="411542"/>
            </a:xfrm>
            <a:custGeom>
              <a:avLst/>
              <a:pathLst>
                <a:path w="76059" h="411542">
                  <a:moveTo>
                    <a:pt x="0" y="0"/>
                  </a:moveTo>
                  <a:lnTo>
                    <a:pt x="76059" y="411542"/>
                  </a:lnTo>
                </a:path>
              </a:pathLst>
            </a:custGeom>
            <a:ln w="13550" cap="rnd">
              <a:solidFill>
                <a:srgbClr val="FF63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l358"/>
            <p:cNvSpPr/>
            <p:nvPr/>
          </p:nvSpPr>
          <p:spPr>
            <a:xfrm>
              <a:off x="5087470" y="4290816"/>
              <a:ext cx="46751" cy="1441625"/>
            </a:xfrm>
            <a:custGeom>
              <a:avLst/>
              <a:pathLst>
                <a:path w="46751" h="1441625">
                  <a:moveTo>
                    <a:pt x="0" y="0"/>
                  </a:moveTo>
                  <a:lnTo>
                    <a:pt x="46751" y="1441625"/>
                  </a:lnTo>
                </a:path>
              </a:pathLst>
            </a:custGeom>
            <a:ln w="13550" cap="rnd">
              <a:solidFill>
                <a:srgbClr val="FF63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l359"/>
            <p:cNvSpPr/>
            <p:nvPr/>
          </p:nvSpPr>
          <p:spPr>
            <a:xfrm>
              <a:off x="3273227" y="5774331"/>
              <a:ext cx="1429753" cy="154801"/>
            </a:xfrm>
            <a:custGeom>
              <a:avLst/>
              <a:pathLst>
                <a:path w="1429753" h="154801">
                  <a:moveTo>
                    <a:pt x="0" y="154801"/>
                  </a:moveTo>
                  <a:lnTo>
                    <a:pt x="1429753" y="0"/>
                  </a:lnTo>
                </a:path>
              </a:pathLst>
            </a:custGeom>
            <a:ln w="13550" cap="rnd">
              <a:solidFill>
                <a:srgbClr val="FF64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l360"/>
            <p:cNvSpPr/>
            <p:nvPr/>
          </p:nvSpPr>
          <p:spPr>
            <a:xfrm>
              <a:off x="3770285" y="4267708"/>
              <a:ext cx="508151" cy="1455200"/>
            </a:xfrm>
            <a:custGeom>
              <a:avLst/>
              <a:pathLst>
                <a:path w="508151" h="1455200">
                  <a:moveTo>
                    <a:pt x="0" y="0"/>
                  </a:moveTo>
                  <a:lnTo>
                    <a:pt x="508151" y="1455200"/>
                  </a:lnTo>
                </a:path>
              </a:pathLst>
            </a:custGeom>
            <a:ln w="13550" cap="rnd">
              <a:solidFill>
                <a:srgbClr val="FF65A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l361"/>
            <p:cNvSpPr/>
            <p:nvPr/>
          </p:nvSpPr>
          <p:spPr>
            <a:xfrm>
              <a:off x="2616171" y="5637270"/>
              <a:ext cx="662113" cy="72944"/>
            </a:xfrm>
            <a:custGeom>
              <a:avLst/>
              <a:pathLst>
                <a:path w="662113" h="72944">
                  <a:moveTo>
                    <a:pt x="0" y="0"/>
                  </a:moveTo>
                  <a:lnTo>
                    <a:pt x="662113" y="72944"/>
                  </a:lnTo>
                </a:path>
              </a:pathLst>
            </a:custGeom>
            <a:ln w="13550" cap="rnd">
              <a:solidFill>
                <a:srgbClr val="FF66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l362"/>
            <p:cNvSpPr/>
            <p:nvPr/>
          </p:nvSpPr>
          <p:spPr>
            <a:xfrm>
              <a:off x="5643237" y="4715459"/>
              <a:ext cx="21397" cy="1042850"/>
            </a:xfrm>
            <a:custGeom>
              <a:avLst/>
              <a:pathLst>
                <a:path w="21397" h="1042850">
                  <a:moveTo>
                    <a:pt x="0" y="0"/>
                  </a:moveTo>
                  <a:lnTo>
                    <a:pt x="21397" y="1042850"/>
                  </a:lnTo>
                </a:path>
              </a:pathLst>
            </a:custGeom>
            <a:ln w="13550" cap="rnd">
              <a:solidFill>
                <a:srgbClr val="FF67A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l363"/>
            <p:cNvSpPr/>
            <p:nvPr/>
          </p:nvSpPr>
          <p:spPr>
            <a:xfrm>
              <a:off x="5036681" y="5156610"/>
              <a:ext cx="32944" cy="592754"/>
            </a:xfrm>
            <a:custGeom>
              <a:avLst/>
              <a:pathLst>
                <a:path w="32944" h="592754">
                  <a:moveTo>
                    <a:pt x="0" y="0"/>
                  </a:moveTo>
                  <a:lnTo>
                    <a:pt x="32944" y="592754"/>
                  </a:lnTo>
                </a:path>
              </a:pathLst>
            </a:custGeom>
            <a:ln w="13550" cap="rnd">
              <a:solidFill>
                <a:srgbClr val="FF68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l364"/>
            <p:cNvSpPr/>
            <p:nvPr/>
          </p:nvSpPr>
          <p:spPr>
            <a:xfrm>
              <a:off x="5843922" y="5292180"/>
              <a:ext cx="73078" cy="450840"/>
            </a:xfrm>
            <a:custGeom>
              <a:avLst/>
              <a:pathLst>
                <a:path w="73078" h="450840">
                  <a:moveTo>
                    <a:pt x="73078" y="0"/>
                  </a:moveTo>
                  <a:lnTo>
                    <a:pt x="0" y="450840"/>
                  </a:lnTo>
                </a:path>
              </a:pathLst>
            </a:custGeom>
            <a:ln w="13550" cap="rnd">
              <a:solidFill>
                <a:srgbClr val="FF699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l365"/>
            <p:cNvSpPr/>
            <p:nvPr/>
          </p:nvSpPr>
          <p:spPr>
            <a:xfrm>
              <a:off x="3963427" y="5775178"/>
              <a:ext cx="884289" cy="153726"/>
            </a:xfrm>
            <a:custGeom>
              <a:avLst/>
              <a:pathLst>
                <a:path w="884289" h="153726">
                  <a:moveTo>
                    <a:pt x="0" y="153726"/>
                  </a:moveTo>
                  <a:lnTo>
                    <a:pt x="884289" y="0"/>
                  </a:lnTo>
                </a:path>
              </a:pathLst>
            </a:custGeom>
            <a:ln w="13550" cap="rnd">
              <a:solidFill>
                <a:srgbClr val="FF6A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l366"/>
            <p:cNvSpPr/>
            <p:nvPr/>
          </p:nvSpPr>
          <p:spPr>
            <a:xfrm>
              <a:off x="5729924" y="4856289"/>
              <a:ext cx="46691" cy="899996"/>
            </a:xfrm>
            <a:custGeom>
              <a:avLst/>
              <a:pathLst>
                <a:path w="46691" h="899996">
                  <a:moveTo>
                    <a:pt x="46691" y="0"/>
                  </a:moveTo>
                  <a:lnTo>
                    <a:pt x="0" y="899996"/>
                  </a:lnTo>
                </a:path>
              </a:pathLst>
            </a:custGeom>
            <a:ln w="13550" cap="rnd">
              <a:solidFill>
                <a:srgbClr val="FF6B9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l367"/>
            <p:cNvSpPr/>
            <p:nvPr/>
          </p:nvSpPr>
          <p:spPr>
            <a:xfrm>
              <a:off x="2074994" y="5773621"/>
              <a:ext cx="2419050" cy="155606"/>
            </a:xfrm>
            <a:custGeom>
              <a:avLst/>
              <a:pathLst>
                <a:path w="2419050" h="155606">
                  <a:moveTo>
                    <a:pt x="0" y="155606"/>
                  </a:moveTo>
                  <a:lnTo>
                    <a:pt x="2419050" y="0"/>
                  </a:lnTo>
                </a:path>
              </a:pathLst>
            </a:custGeom>
            <a:ln w="13550" cap="rnd">
              <a:solidFill>
                <a:srgbClr val="FF6C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l368"/>
            <p:cNvSpPr/>
            <p:nvPr/>
          </p:nvSpPr>
          <p:spPr>
            <a:xfrm>
              <a:off x="2948517" y="4909286"/>
              <a:ext cx="767715" cy="785244"/>
            </a:xfrm>
            <a:custGeom>
              <a:avLst/>
              <a:pathLst>
                <a:path w="767715" h="785244">
                  <a:moveTo>
                    <a:pt x="0" y="0"/>
                  </a:moveTo>
                  <a:lnTo>
                    <a:pt x="767715" y="785244"/>
                  </a:lnTo>
                </a:path>
              </a:pathLst>
            </a:custGeom>
            <a:ln w="13550" cap="rnd">
              <a:solidFill>
                <a:srgbClr val="FE6D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l369"/>
            <p:cNvSpPr/>
            <p:nvPr/>
          </p:nvSpPr>
          <p:spPr>
            <a:xfrm>
              <a:off x="1798604" y="5773660"/>
              <a:ext cx="2566892" cy="155573"/>
            </a:xfrm>
            <a:custGeom>
              <a:avLst/>
              <a:pathLst>
                <a:path w="2566892" h="155573">
                  <a:moveTo>
                    <a:pt x="0" y="155573"/>
                  </a:moveTo>
                  <a:lnTo>
                    <a:pt x="2566892" y="0"/>
                  </a:lnTo>
                </a:path>
              </a:pathLst>
            </a:custGeom>
            <a:ln w="13550" cap="rnd">
              <a:solidFill>
                <a:srgbClr val="FE6E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l370"/>
            <p:cNvSpPr/>
            <p:nvPr/>
          </p:nvSpPr>
          <p:spPr>
            <a:xfrm>
              <a:off x="4234267" y="4832580"/>
              <a:ext cx="195670" cy="865077"/>
            </a:xfrm>
            <a:custGeom>
              <a:avLst/>
              <a:pathLst>
                <a:path w="195670" h="865077">
                  <a:moveTo>
                    <a:pt x="0" y="0"/>
                  </a:moveTo>
                  <a:lnTo>
                    <a:pt x="195670" y="865077"/>
                  </a:lnTo>
                </a:path>
              </a:pathLst>
            </a:custGeom>
            <a:ln w="13550" cap="rnd">
              <a:solidFill>
                <a:srgbClr val="FD70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l371"/>
            <p:cNvSpPr/>
            <p:nvPr/>
          </p:nvSpPr>
          <p:spPr>
            <a:xfrm>
              <a:off x="5327537" y="4717288"/>
              <a:ext cx="79224" cy="1035558"/>
            </a:xfrm>
            <a:custGeom>
              <a:avLst/>
              <a:pathLst>
                <a:path w="79224" h="1035558">
                  <a:moveTo>
                    <a:pt x="0" y="0"/>
                  </a:moveTo>
                  <a:lnTo>
                    <a:pt x="79224" y="1035558"/>
                  </a:lnTo>
                </a:path>
              </a:pathLst>
            </a:custGeom>
            <a:ln w="13550" cap="rnd">
              <a:solidFill>
                <a:srgbClr val="FC71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l372"/>
            <p:cNvSpPr/>
            <p:nvPr/>
          </p:nvSpPr>
          <p:spPr>
            <a:xfrm>
              <a:off x="2631600" y="5345953"/>
              <a:ext cx="690728" cy="318743"/>
            </a:xfrm>
            <a:custGeom>
              <a:avLst/>
              <a:pathLst>
                <a:path w="690728" h="318743">
                  <a:moveTo>
                    <a:pt x="0" y="0"/>
                  </a:moveTo>
                  <a:lnTo>
                    <a:pt x="690728" y="318743"/>
                  </a:lnTo>
                </a:path>
              </a:pathLst>
            </a:custGeom>
            <a:ln w="13550" cap="rnd">
              <a:solidFill>
                <a:srgbClr val="FB727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l373"/>
            <p:cNvSpPr/>
            <p:nvPr/>
          </p:nvSpPr>
          <p:spPr>
            <a:xfrm>
              <a:off x="2928704" y="4624149"/>
              <a:ext cx="895527" cy="1085727"/>
            </a:xfrm>
            <a:custGeom>
              <a:avLst/>
              <a:pathLst>
                <a:path w="895527" h="1085727">
                  <a:moveTo>
                    <a:pt x="0" y="0"/>
                  </a:moveTo>
                  <a:lnTo>
                    <a:pt x="895527" y="1085727"/>
                  </a:lnTo>
                </a:path>
              </a:pathLst>
            </a:custGeom>
            <a:ln w="13550" cap="rnd">
              <a:solidFill>
                <a:srgbClr val="FA7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l374"/>
            <p:cNvSpPr/>
            <p:nvPr/>
          </p:nvSpPr>
          <p:spPr>
            <a:xfrm>
              <a:off x="3614115" y="5119046"/>
              <a:ext cx="60987" cy="307048"/>
            </a:xfrm>
            <a:custGeom>
              <a:avLst/>
              <a:pathLst>
                <a:path w="60987" h="307048">
                  <a:moveTo>
                    <a:pt x="0" y="0"/>
                  </a:moveTo>
                  <a:lnTo>
                    <a:pt x="60987" y="307048"/>
                  </a:lnTo>
                </a:path>
              </a:pathLst>
            </a:custGeom>
            <a:ln w="13550" cap="rnd">
              <a:solidFill>
                <a:srgbClr val="F9757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tx375"/>
            <p:cNvSpPr/>
            <p:nvPr/>
          </p:nvSpPr>
          <p:spPr>
            <a:xfrm>
              <a:off x="1909545" y="5151257"/>
              <a:ext cx="417563" cy="678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8766D">
                      <a:alpha val="100000"/>
                    </a:srgbClr>
                  </a:solidFill>
                  <a:latin typeface="Arial"/>
                  <a:cs typeface="Arial"/>
                </a:rPr>
                <a:t>Afghanistan</a:t>
              </a:r>
            </a:p>
          </p:txBody>
        </p:sp>
        <p:sp>
          <p:nvSpPr>
            <p:cNvPr id="377" name="tx376"/>
            <p:cNvSpPr/>
            <p:nvPr/>
          </p:nvSpPr>
          <p:spPr>
            <a:xfrm>
              <a:off x="2245569" y="5902567"/>
              <a:ext cx="261025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77868">
                      <a:alpha val="100000"/>
                    </a:srgbClr>
                  </a:solidFill>
                  <a:latin typeface="Arial"/>
                  <a:cs typeface="Arial"/>
                </a:rPr>
                <a:t>Albania</a:t>
              </a:r>
            </a:p>
          </p:txBody>
        </p:sp>
        <p:sp>
          <p:nvSpPr>
            <p:cNvPr id="378" name="tx377"/>
            <p:cNvSpPr/>
            <p:nvPr/>
          </p:nvSpPr>
          <p:spPr>
            <a:xfrm>
              <a:off x="4235393" y="4786262"/>
              <a:ext cx="245005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57963">
                      <a:alpha val="100000"/>
                    </a:srgbClr>
                  </a:solidFill>
                  <a:latin typeface="Arial"/>
                  <a:cs typeface="Arial"/>
                </a:rPr>
                <a:t>Algeria</a:t>
              </a:r>
            </a:p>
          </p:txBody>
        </p:sp>
        <p:sp>
          <p:nvSpPr>
            <p:cNvPr id="379" name="tx378"/>
            <p:cNvSpPr/>
            <p:nvPr/>
          </p:nvSpPr>
          <p:spPr>
            <a:xfrm>
              <a:off x="4605973" y="4786571"/>
              <a:ext cx="586452" cy="535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47A5D">
                      <a:alpha val="100000"/>
                    </a:srgbClr>
                  </a:solidFill>
                  <a:latin typeface="Arial"/>
                  <a:cs typeface="Arial"/>
                </a:rPr>
                <a:t>American Samoa</a:t>
              </a:r>
            </a:p>
          </p:txBody>
        </p:sp>
        <p:sp>
          <p:nvSpPr>
            <p:cNvPr id="380" name="tx379"/>
            <p:cNvSpPr/>
            <p:nvPr/>
          </p:nvSpPr>
          <p:spPr>
            <a:xfrm>
              <a:off x="5814925" y="5610919"/>
              <a:ext cx="281069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37C58">
                      <a:alpha val="100000"/>
                    </a:srgbClr>
                  </a:solidFill>
                  <a:latin typeface="Arial"/>
                  <a:cs typeface="Arial"/>
                </a:rPr>
                <a:t>Andorra</a:t>
              </a:r>
            </a:p>
          </p:txBody>
        </p:sp>
        <p:sp>
          <p:nvSpPr>
            <p:cNvPr id="381" name="tx380"/>
            <p:cNvSpPr/>
            <p:nvPr/>
          </p:nvSpPr>
          <p:spPr>
            <a:xfrm>
              <a:off x="3154055" y="4368003"/>
              <a:ext cx="244899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17D52">
                      <a:alpha val="100000"/>
                    </a:srgbClr>
                  </a:solidFill>
                  <a:latin typeface="Arial"/>
                  <a:cs typeface="Arial"/>
                </a:rPr>
                <a:t>Angola</a:t>
              </a:r>
            </a:p>
          </p:txBody>
        </p:sp>
        <p:sp>
          <p:nvSpPr>
            <p:cNvPr id="382" name="tx381"/>
            <p:cNvSpPr/>
            <p:nvPr/>
          </p:nvSpPr>
          <p:spPr>
            <a:xfrm>
              <a:off x="4259156" y="5807570"/>
              <a:ext cx="337283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07E4B">
                      <a:alpha val="100000"/>
                    </a:srgbClr>
                  </a:solidFill>
                  <a:latin typeface="Arial"/>
                  <a:cs typeface="Arial"/>
                </a:rPr>
                <a:t>Argentina</a:t>
              </a:r>
            </a:p>
          </p:txBody>
        </p:sp>
        <p:sp>
          <p:nvSpPr>
            <p:cNvPr id="383" name="tx382"/>
            <p:cNvSpPr/>
            <p:nvPr/>
          </p:nvSpPr>
          <p:spPr>
            <a:xfrm>
              <a:off x="3133766" y="5902567"/>
              <a:ext cx="289185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EE8045">
                      <a:alpha val="100000"/>
                    </a:srgbClr>
                  </a:solidFill>
                  <a:latin typeface="Arial"/>
                  <a:cs typeface="Arial"/>
                </a:rPr>
                <a:t>Armenia</a:t>
              </a:r>
            </a:p>
          </p:txBody>
        </p:sp>
        <p:sp>
          <p:nvSpPr>
            <p:cNvPr id="384" name="tx383"/>
            <p:cNvSpPr/>
            <p:nvPr/>
          </p:nvSpPr>
          <p:spPr>
            <a:xfrm>
              <a:off x="5701921" y="5902567"/>
              <a:ext cx="309264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ED813E">
                      <a:alpha val="100000"/>
                    </a:srgbClr>
                  </a:solidFill>
                  <a:latin typeface="Arial"/>
                  <a:cs typeface="Arial"/>
                </a:rPr>
                <a:t>Australia</a:t>
              </a:r>
            </a:p>
          </p:txBody>
        </p:sp>
        <p:sp>
          <p:nvSpPr>
            <p:cNvPr id="385" name="tx384"/>
            <p:cNvSpPr/>
            <p:nvPr/>
          </p:nvSpPr>
          <p:spPr>
            <a:xfrm>
              <a:off x="6036498" y="5902567"/>
              <a:ext cx="248992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EB8336">
                      <a:alpha val="100000"/>
                    </a:srgbClr>
                  </a:solidFill>
                  <a:latin typeface="Arial"/>
                  <a:cs typeface="Arial"/>
                </a:rPr>
                <a:t>Austria</a:t>
              </a:r>
            </a:p>
          </p:txBody>
        </p:sp>
        <p:sp>
          <p:nvSpPr>
            <p:cNvPr id="386" name="tx385"/>
            <p:cNvSpPr/>
            <p:nvPr/>
          </p:nvSpPr>
          <p:spPr>
            <a:xfrm>
              <a:off x="2315410" y="5888205"/>
              <a:ext cx="365478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E9842C">
                      <a:alpha val="100000"/>
                    </a:srgbClr>
                  </a:solidFill>
                  <a:latin typeface="Arial"/>
                  <a:cs typeface="Arial"/>
                </a:rPr>
                <a:t>Azerbaijan</a:t>
              </a:r>
            </a:p>
          </p:txBody>
        </p:sp>
        <p:sp>
          <p:nvSpPr>
            <p:cNvPr id="387" name="tx386"/>
            <p:cNvSpPr/>
            <p:nvPr/>
          </p:nvSpPr>
          <p:spPr>
            <a:xfrm>
              <a:off x="5014751" y="5360825"/>
              <a:ext cx="269071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E88521">
                      <a:alpha val="100000"/>
                    </a:srgbClr>
                  </a:solidFill>
                  <a:latin typeface="Arial"/>
                  <a:cs typeface="Arial"/>
                </a:rPr>
                <a:t>Bahrain</a:t>
              </a:r>
            </a:p>
          </p:txBody>
        </p:sp>
        <p:sp>
          <p:nvSpPr>
            <p:cNvPr id="388" name="tx387"/>
            <p:cNvSpPr/>
            <p:nvPr/>
          </p:nvSpPr>
          <p:spPr>
            <a:xfrm>
              <a:off x="2935639" y="4982675"/>
              <a:ext cx="409624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E68710">
                      <a:alpha val="100000"/>
                    </a:srgbClr>
                  </a:solidFill>
                  <a:latin typeface="Arial"/>
                  <a:cs typeface="Arial"/>
                </a:rPr>
                <a:t>Bangladesh</a:t>
              </a:r>
            </a:p>
          </p:txBody>
        </p:sp>
        <p:sp>
          <p:nvSpPr>
            <p:cNvPr id="389" name="tx388"/>
            <p:cNvSpPr/>
            <p:nvPr/>
          </p:nvSpPr>
          <p:spPr>
            <a:xfrm>
              <a:off x="4341886" y="5902567"/>
              <a:ext cx="333331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E48800">
                      <a:alpha val="100000"/>
                    </a:srgbClr>
                  </a:solidFill>
                  <a:latin typeface="Arial"/>
                  <a:cs typeface="Arial"/>
                </a:rPr>
                <a:t>Barbados</a:t>
              </a:r>
            </a:p>
          </p:txBody>
        </p:sp>
        <p:sp>
          <p:nvSpPr>
            <p:cNvPr id="390" name="tx389"/>
            <p:cNvSpPr/>
            <p:nvPr/>
          </p:nvSpPr>
          <p:spPr>
            <a:xfrm>
              <a:off x="4798287" y="5816097"/>
              <a:ext cx="265119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E28900">
                      <a:alpha val="100000"/>
                    </a:srgbClr>
                  </a:solidFill>
                  <a:latin typeface="Arial"/>
                  <a:cs typeface="Arial"/>
                </a:rPr>
                <a:t>Belarus</a:t>
              </a:r>
            </a:p>
          </p:txBody>
        </p:sp>
        <p:sp>
          <p:nvSpPr>
            <p:cNvPr id="391" name="tx390"/>
            <p:cNvSpPr/>
            <p:nvPr/>
          </p:nvSpPr>
          <p:spPr>
            <a:xfrm>
              <a:off x="5658243" y="4484954"/>
              <a:ext cx="285092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E08B00">
                      <a:alpha val="100000"/>
                    </a:srgbClr>
                  </a:solidFill>
                  <a:latin typeface="Arial"/>
                  <a:cs typeface="Arial"/>
                </a:rPr>
                <a:t>Belgium</a:t>
              </a:r>
            </a:p>
          </p:txBody>
        </p:sp>
        <p:sp>
          <p:nvSpPr>
            <p:cNvPr id="392" name="tx391"/>
            <p:cNvSpPr/>
            <p:nvPr/>
          </p:nvSpPr>
          <p:spPr>
            <a:xfrm>
              <a:off x="1380844" y="5902567"/>
              <a:ext cx="208870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DE8C00">
                      <a:alpha val="100000"/>
                    </a:srgbClr>
                  </a:solidFill>
                  <a:latin typeface="Arial"/>
                  <a:cs typeface="Arial"/>
                </a:rPr>
                <a:t>Belize</a:t>
              </a:r>
            </a:p>
          </p:txBody>
        </p:sp>
        <p:sp>
          <p:nvSpPr>
            <p:cNvPr id="393" name="tx392"/>
            <p:cNvSpPr/>
            <p:nvPr/>
          </p:nvSpPr>
          <p:spPr>
            <a:xfrm>
              <a:off x="2827018" y="4027513"/>
              <a:ext cx="200753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DC8D00">
                      <a:alpha val="100000"/>
                    </a:srgbClr>
                  </a:solidFill>
                  <a:latin typeface="Arial"/>
                  <a:cs typeface="Arial"/>
                </a:rPr>
                <a:t>Benin</a:t>
              </a:r>
            </a:p>
          </p:txBody>
        </p:sp>
        <p:sp>
          <p:nvSpPr>
            <p:cNvPr id="394" name="tx393"/>
            <p:cNvSpPr/>
            <p:nvPr/>
          </p:nvSpPr>
          <p:spPr>
            <a:xfrm>
              <a:off x="5295468" y="5902567"/>
              <a:ext cx="313252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DA8E00">
                      <a:alpha val="100000"/>
                    </a:srgbClr>
                  </a:solidFill>
                  <a:latin typeface="Arial"/>
                  <a:cs typeface="Arial"/>
                </a:rPr>
                <a:t>Bermuda</a:t>
              </a:r>
            </a:p>
          </p:txBody>
        </p:sp>
        <p:sp>
          <p:nvSpPr>
            <p:cNvPr id="395" name="tx394"/>
            <p:cNvSpPr/>
            <p:nvPr/>
          </p:nvSpPr>
          <p:spPr>
            <a:xfrm>
              <a:off x="2975207" y="5371789"/>
              <a:ext cx="248886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D89000">
                      <a:alpha val="100000"/>
                    </a:srgbClr>
                  </a:solidFill>
                  <a:latin typeface="Arial"/>
                  <a:cs typeface="Arial"/>
                </a:rPr>
                <a:t>Bhutan</a:t>
              </a:r>
            </a:p>
          </p:txBody>
        </p:sp>
        <p:sp>
          <p:nvSpPr>
            <p:cNvPr id="396" name="tx395"/>
            <p:cNvSpPr/>
            <p:nvPr/>
          </p:nvSpPr>
          <p:spPr>
            <a:xfrm>
              <a:off x="3322714" y="4236451"/>
              <a:ext cx="236959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D69100">
                      <a:alpha val="100000"/>
                    </a:srgbClr>
                  </a:solidFill>
                  <a:latin typeface="Arial"/>
                  <a:cs typeface="Arial"/>
                </a:rPr>
                <a:t>Bolivia</a:t>
              </a:r>
            </a:p>
          </p:txBody>
        </p:sp>
        <p:sp>
          <p:nvSpPr>
            <p:cNvPr id="397" name="tx396"/>
            <p:cNvSpPr/>
            <p:nvPr/>
          </p:nvSpPr>
          <p:spPr>
            <a:xfrm>
              <a:off x="3964308" y="4215521"/>
              <a:ext cx="341341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D19300">
                      <a:alpha val="100000"/>
                    </a:srgbClr>
                  </a:solidFill>
                  <a:latin typeface="Arial"/>
                  <a:cs typeface="Arial"/>
                </a:rPr>
                <a:t>Botswana</a:t>
              </a:r>
            </a:p>
          </p:txBody>
        </p:sp>
        <p:sp>
          <p:nvSpPr>
            <p:cNvPr id="398" name="tx397"/>
            <p:cNvSpPr/>
            <p:nvPr/>
          </p:nvSpPr>
          <p:spPr>
            <a:xfrm>
              <a:off x="1633455" y="5902567"/>
              <a:ext cx="196801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CE9500">
                      <a:alpha val="100000"/>
                    </a:srgbClr>
                  </a:solidFill>
                  <a:latin typeface="Arial"/>
                  <a:cs typeface="Arial"/>
                </a:rPr>
                <a:t>Brazil</a:t>
              </a:r>
            </a:p>
          </p:txBody>
        </p:sp>
        <p:sp>
          <p:nvSpPr>
            <p:cNvPr id="399" name="tx398"/>
            <p:cNvSpPr/>
            <p:nvPr/>
          </p:nvSpPr>
          <p:spPr>
            <a:xfrm>
              <a:off x="5351117" y="4784097"/>
              <a:ext cx="228878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CC9600">
                      <a:alpha val="100000"/>
                    </a:srgbClr>
                  </a:solidFill>
                  <a:latin typeface="Arial"/>
                  <a:cs typeface="Arial"/>
                </a:rPr>
                <a:t>Brunei</a:t>
              </a:r>
            </a:p>
          </p:txBody>
        </p:sp>
        <p:sp>
          <p:nvSpPr>
            <p:cNvPr id="400" name="tx399"/>
            <p:cNvSpPr/>
            <p:nvPr/>
          </p:nvSpPr>
          <p:spPr>
            <a:xfrm>
              <a:off x="4966457" y="5814594"/>
              <a:ext cx="289150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CA9700">
                      <a:alpha val="100000"/>
                    </a:srgbClr>
                  </a:solidFill>
                  <a:latin typeface="Arial"/>
                  <a:cs typeface="Arial"/>
                </a:rPr>
                <a:t>Bulgaria</a:t>
              </a:r>
            </a:p>
          </p:txBody>
        </p:sp>
        <p:sp>
          <p:nvSpPr>
            <p:cNvPr id="401" name="tx400"/>
            <p:cNvSpPr/>
            <p:nvPr/>
          </p:nvSpPr>
          <p:spPr>
            <a:xfrm>
              <a:off x="2361588" y="2205632"/>
              <a:ext cx="457827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C79800">
                      <a:alpha val="100000"/>
                    </a:srgbClr>
                  </a:solidFill>
                  <a:latin typeface="Arial"/>
                  <a:cs typeface="Arial"/>
                </a:rPr>
                <a:t>Burkina Faso</a:t>
              </a:r>
            </a:p>
          </p:txBody>
        </p:sp>
        <p:sp>
          <p:nvSpPr>
            <p:cNvPr id="402" name="tx401"/>
            <p:cNvSpPr/>
            <p:nvPr/>
          </p:nvSpPr>
          <p:spPr>
            <a:xfrm>
              <a:off x="1797820" y="5458128"/>
              <a:ext cx="276976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C49900">
                      <a:alpha val="100000"/>
                    </a:srgbClr>
                  </a:solidFill>
                  <a:latin typeface="Arial"/>
                  <a:cs typeface="Arial"/>
                </a:rPr>
                <a:t>Burundi</a:t>
              </a:r>
            </a:p>
          </p:txBody>
        </p:sp>
        <p:sp>
          <p:nvSpPr>
            <p:cNvPr id="403" name="tx402"/>
            <p:cNvSpPr/>
            <p:nvPr/>
          </p:nvSpPr>
          <p:spPr>
            <a:xfrm>
              <a:off x="3394644" y="5565617"/>
              <a:ext cx="349352" cy="534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C29B00">
                      <a:alpha val="100000"/>
                    </a:srgbClr>
                  </a:solidFill>
                  <a:latin typeface="Arial"/>
                  <a:cs typeface="Arial"/>
                </a:rPr>
                <a:t>Cambodia</a:t>
              </a:r>
            </a:p>
          </p:txBody>
        </p:sp>
        <p:sp>
          <p:nvSpPr>
            <p:cNvPr id="404" name="tx403"/>
            <p:cNvSpPr/>
            <p:nvPr/>
          </p:nvSpPr>
          <p:spPr>
            <a:xfrm>
              <a:off x="3441767" y="4508736"/>
              <a:ext cx="357397" cy="534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BF9C00">
                      <a:alpha val="100000"/>
                    </a:srgbClr>
                  </a:solidFill>
                  <a:latin typeface="Arial"/>
                  <a:cs typeface="Arial"/>
                </a:rPr>
                <a:t>Cameroon</a:t>
              </a:r>
            </a:p>
          </p:txBody>
        </p:sp>
        <p:sp>
          <p:nvSpPr>
            <p:cNvPr id="405" name="tx404"/>
            <p:cNvSpPr/>
            <p:nvPr/>
          </p:nvSpPr>
          <p:spPr>
            <a:xfrm>
              <a:off x="5807945" y="4640278"/>
              <a:ext cx="261061" cy="534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BC9D00">
                      <a:alpha val="100000"/>
                    </a:srgbClr>
                  </a:solidFill>
                  <a:latin typeface="Arial"/>
                  <a:cs typeface="Arial"/>
                </a:rPr>
                <a:t>Canada</a:t>
              </a:r>
            </a:p>
          </p:txBody>
        </p:sp>
        <p:sp>
          <p:nvSpPr>
            <p:cNvPr id="406" name="tx405"/>
            <p:cNvSpPr/>
            <p:nvPr/>
          </p:nvSpPr>
          <p:spPr>
            <a:xfrm>
              <a:off x="3448710" y="4780109"/>
              <a:ext cx="397661" cy="668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B99E00">
                      <a:alpha val="100000"/>
                    </a:srgbClr>
                  </a:solidFill>
                  <a:latin typeface="Arial"/>
                  <a:cs typeface="Arial"/>
                </a:rPr>
                <a:t>Cape Verde</a:t>
              </a:r>
            </a:p>
          </p:txBody>
        </p:sp>
        <p:sp>
          <p:nvSpPr>
            <p:cNvPr id="407" name="tx406"/>
            <p:cNvSpPr/>
            <p:nvPr/>
          </p:nvSpPr>
          <p:spPr>
            <a:xfrm>
              <a:off x="1746034" y="4385495"/>
              <a:ext cx="843314" cy="668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B69F00">
                      <a:alpha val="100000"/>
                    </a:srgbClr>
                  </a:solidFill>
                  <a:latin typeface="Arial"/>
                  <a:cs typeface="Arial"/>
                </a:rPr>
                <a:t>Central African Republic</a:t>
              </a:r>
            </a:p>
          </p:txBody>
        </p:sp>
        <p:sp>
          <p:nvSpPr>
            <p:cNvPr id="408" name="tx407"/>
            <p:cNvSpPr/>
            <p:nvPr/>
          </p:nvSpPr>
          <p:spPr>
            <a:xfrm>
              <a:off x="2227730" y="4092227"/>
              <a:ext cx="180675" cy="534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B3A000">
                      <a:alpha val="100000"/>
                    </a:srgbClr>
                  </a:solidFill>
                  <a:latin typeface="Arial"/>
                  <a:cs typeface="Arial"/>
                </a:rPr>
                <a:t>Chad</a:t>
              </a:r>
            </a:p>
          </p:txBody>
        </p:sp>
        <p:sp>
          <p:nvSpPr>
            <p:cNvPr id="409" name="tx408"/>
            <p:cNvSpPr/>
            <p:nvPr/>
          </p:nvSpPr>
          <p:spPr>
            <a:xfrm>
              <a:off x="4639520" y="5901649"/>
              <a:ext cx="176687" cy="534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B0A100">
                      <a:alpha val="100000"/>
                    </a:srgbClr>
                  </a:solidFill>
                  <a:latin typeface="Arial"/>
                  <a:cs typeface="Arial"/>
                </a:rPr>
                <a:t>Chile</a:t>
              </a:r>
            </a:p>
          </p:txBody>
        </p:sp>
        <p:sp>
          <p:nvSpPr>
            <p:cNvPr id="410" name="tx409"/>
            <p:cNvSpPr/>
            <p:nvPr/>
          </p:nvSpPr>
          <p:spPr>
            <a:xfrm>
              <a:off x="4531806" y="4798174"/>
              <a:ext cx="200753" cy="534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ADA200">
                      <a:alpha val="100000"/>
                    </a:srgbClr>
                  </a:solidFill>
                  <a:latin typeface="Arial"/>
                  <a:cs typeface="Arial"/>
                </a:rPr>
                <a:t>China</a:t>
              </a:r>
            </a:p>
          </p:txBody>
        </p:sp>
        <p:sp>
          <p:nvSpPr>
            <p:cNvPr id="411" name="tx410"/>
            <p:cNvSpPr/>
            <p:nvPr/>
          </p:nvSpPr>
          <p:spPr>
            <a:xfrm>
              <a:off x="1825525" y="5901649"/>
              <a:ext cx="329237" cy="534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AAA300">
                      <a:alpha val="100000"/>
                    </a:srgbClr>
                  </a:solidFill>
                  <a:latin typeface="Arial"/>
                  <a:cs typeface="Arial"/>
                </a:rPr>
                <a:t>Colombia</a:t>
              </a:r>
            </a:p>
          </p:txBody>
        </p:sp>
        <p:sp>
          <p:nvSpPr>
            <p:cNvPr id="412" name="tx411"/>
            <p:cNvSpPr/>
            <p:nvPr/>
          </p:nvSpPr>
          <p:spPr>
            <a:xfrm>
              <a:off x="3036127" y="5514929"/>
              <a:ext cx="317204" cy="534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A6A400">
                      <a:alpha val="100000"/>
                    </a:srgbClr>
                  </a:solidFill>
                  <a:latin typeface="Arial"/>
                  <a:cs typeface="Arial"/>
                </a:rPr>
                <a:t>Comoros</a:t>
              </a:r>
            </a:p>
          </p:txBody>
        </p:sp>
        <p:sp>
          <p:nvSpPr>
            <p:cNvPr id="413" name="tx412"/>
            <p:cNvSpPr/>
            <p:nvPr/>
          </p:nvSpPr>
          <p:spPr>
            <a:xfrm>
              <a:off x="4995577" y="5633036"/>
              <a:ext cx="449781" cy="534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A3A500">
                      <a:alpha val="100000"/>
                    </a:srgbClr>
                  </a:solidFill>
                  <a:latin typeface="Arial"/>
                  <a:cs typeface="Arial"/>
                </a:rPr>
                <a:t>Cook Islands</a:t>
              </a:r>
            </a:p>
          </p:txBody>
        </p:sp>
        <p:sp>
          <p:nvSpPr>
            <p:cNvPr id="414" name="tx413"/>
            <p:cNvSpPr/>
            <p:nvPr/>
          </p:nvSpPr>
          <p:spPr>
            <a:xfrm>
              <a:off x="4024192" y="5804374"/>
              <a:ext cx="373524" cy="534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9FA600">
                      <a:alpha val="100000"/>
                    </a:srgbClr>
                  </a:solidFill>
                  <a:latin typeface="Arial"/>
                  <a:cs typeface="Arial"/>
                </a:rPr>
                <a:t>Costa Rica</a:t>
              </a:r>
            </a:p>
          </p:txBody>
        </p:sp>
        <p:sp>
          <p:nvSpPr>
            <p:cNvPr id="415" name="tx414"/>
            <p:cNvSpPr/>
            <p:nvPr/>
          </p:nvSpPr>
          <p:spPr>
            <a:xfrm>
              <a:off x="5200941" y="4923419"/>
              <a:ext cx="248992" cy="534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9CA700">
                      <a:alpha val="100000"/>
                    </a:srgbClr>
                  </a:solidFill>
                  <a:latin typeface="Arial"/>
                  <a:cs typeface="Arial"/>
                </a:rPr>
                <a:t>Croatia</a:t>
              </a:r>
            </a:p>
          </p:txBody>
        </p:sp>
        <p:sp>
          <p:nvSpPr>
            <p:cNvPr id="416" name="tx415"/>
            <p:cNvSpPr/>
            <p:nvPr/>
          </p:nvSpPr>
          <p:spPr>
            <a:xfrm>
              <a:off x="2530034" y="5901649"/>
              <a:ext cx="180675" cy="534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98A800">
                      <a:alpha val="100000"/>
                    </a:srgbClr>
                  </a:solidFill>
                  <a:latin typeface="Arial"/>
                  <a:cs typeface="Arial"/>
                </a:rPr>
                <a:t>Cuba</a:t>
              </a:r>
            </a:p>
          </p:txBody>
        </p:sp>
        <p:sp>
          <p:nvSpPr>
            <p:cNvPr id="417" name="tx416"/>
            <p:cNvSpPr/>
            <p:nvPr/>
          </p:nvSpPr>
          <p:spPr>
            <a:xfrm>
              <a:off x="5507579" y="5482570"/>
              <a:ext cx="248992" cy="678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94A900">
                      <a:alpha val="100000"/>
                    </a:srgbClr>
                  </a:solidFill>
                  <a:latin typeface="Arial"/>
                  <a:cs typeface="Arial"/>
                </a:rPr>
                <a:t>Cyprus</a:t>
              </a:r>
            </a:p>
          </p:txBody>
        </p:sp>
        <p:sp>
          <p:nvSpPr>
            <p:cNvPr id="418" name="tx417"/>
            <p:cNvSpPr/>
            <p:nvPr/>
          </p:nvSpPr>
          <p:spPr>
            <a:xfrm>
              <a:off x="5202714" y="4479822"/>
              <a:ext cx="538108" cy="668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90AA00">
                      <a:alpha val="100000"/>
                    </a:srgbClr>
                  </a:solidFill>
                  <a:latin typeface="Arial"/>
                  <a:cs typeface="Arial"/>
                </a:rPr>
                <a:t>Czech Republic</a:t>
              </a:r>
            </a:p>
          </p:txBody>
        </p:sp>
        <p:sp>
          <p:nvSpPr>
            <p:cNvPr id="419" name="tx418"/>
            <p:cNvSpPr/>
            <p:nvPr/>
          </p:nvSpPr>
          <p:spPr>
            <a:xfrm>
              <a:off x="5976190" y="4780332"/>
              <a:ext cx="309300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8CAB00">
                      <a:alpha val="100000"/>
                    </a:srgbClr>
                  </a:solidFill>
                  <a:latin typeface="Arial"/>
                  <a:cs typeface="Arial"/>
                </a:rPr>
                <a:t>Denmark</a:t>
              </a:r>
            </a:p>
          </p:txBody>
        </p:sp>
        <p:sp>
          <p:nvSpPr>
            <p:cNvPr id="420" name="tx419"/>
            <p:cNvSpPr/>
            <p:nvPr/>
          </p:nvSpPr>
          <p:spPr>
            <a:xfrm>
              <a:off x="2802625" y="5072519"/>
              <a:ext cx="268930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87AC00">
                      <a:alpha val="100000"/>
                    </a:srgbClr>
                  </a:solidFill>
                  <a:latin typeface="Arial"/>
                  <a:cs typeface="Arial"/>
                </a:rPr>
                <a:t>Djibouti</a:t>
              </a:r>
            </a:p>
          </p:txBody>
        </p:sp>
        <p:sp>
          <p:nvSpPr>
            <p:cNvPr id="421" name="tx420"/>
            <p:cNvSpPr/>
            <p:nvPr/>
          </p:nvSpPr>
          <p:spPr>
            <a:xfrm>
              <a:off x="3829506" y="5902567"/>
              <a:ext cx="325285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83AD00">
                      <a:alpha val="100000"/>
                    </a:srgbClr>
                  </a:solidFill>
                  <a:latin typeface="Arial"/>
                  <a:cs typeface="Arial"/>
                </a:rPr>
                <a:t>Dominica</a:t>
              </a:r>
            </a:p>
          </p:txBody>
        </p:sp>
        <p:sp>
          <p:nvSpPr>
            <p:cNvPr id="422" name="tx421"/>
            <p:cNvSpPr/>
            <p:nvPr/>
          </p:nvSpPr>
          <p:spPr>
            <a:xfrm>
              <a:off x="3735618" y="5081440"/>
              <a:ext cx="694681" cy="659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7EAE00">
                      <a:alpha val="100000"/>
                    </a:srgbClr>
                  </a:solidFill>
                  <a:latin typeface="Arial"/>
                  <a:cs typeface="Arial"/>
                </a:rPr>
                <a:t>Dominican Republic</a:t>
              </a:r>
            </a:p>
          </p:txBody>
        </p:sp>
        <p:sp>
          <p:nvSpPr>
            <p:cNvPr id="423" name="tx422"/>
            <p:cNvSpPr/>
            <p:nvPr/>
          </p:nvSpPr>
          <p:spPr>
            <a:xfrm>
              <a:off x="1972721" y="5902567"/>
              <a:ext cx="289150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79AF00">
                      <a:alpha val="100000"/>
                    </a:srgbClr>
                  </a:solidFill>
                  <a:latin typeface="Arial"/>
                  <a:cs typeface="Arial"/>
                </a:rPr>
                <a:t>Ecuador</a:t>
              </a:r>
            </a:p>
          </p:txBody>
        </p:sp>
        <p:sp>
          <p:nvSpPr>
            <p:cNvPr id="424" name="tx423"/>
            <p:cNvSpPr/>
            <p:nvPr/>
          </p:nvSpPr>
          <p:spPr>
            <a:xfrm>
              <a:off x="4444068" y="5371330"/>
              <a:ext cx="200753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74B000">
                      <a:alpha val="100000"/>
                    </a:srgbClr>
                  </a:solidFill>
                  <a:latin typeface="Arial"/>
                  <a:cs typeface="Arial"/>
                </a:rPr>
                <a:t>Egypt</a:t>
              </a:r>
            </a:p>
          </p:txBody>
        </p:sp>
        <p:sp>
          <p:nvSpPr>
            <p:cNvPr id="425" name="tx424"/>
            <p:cNvSpPr/>
            <p:nvPr/>
          </p:nvSpPr>
          <p:spPr>
            <a:xfrm>
              <a:off x="2893666" y="5756614"/>
              <a:ext cx="393638" cy="535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6FB000">
                      <a:alpha val="100000"/>
                    </a:srgbClr>
                  </a:solidFill>
                  <a:latin typeface="Arial"/>
                  <a:cs typeface="Arial"/>
                </a:rPr>
                <a:t>El Salvador</a:t>
              </a:r>
            </a:p>
          </p:txBody>
        </p:sp>
        <p:sp>
          <p:nvSpPr>
            <p:cNvPr id="426" name="tx425"/>
            <p:cNvSpPr/>
            <p:nvPr/>
          </p:nvSpPr>
          <p:spPr>
            <a:xfrm>
              <a:off x="4288887" y="4201489"/>
              <a:ext cx="618423" cy="668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69B100">
                      <a:alpha val="100000"/>
                    </a:srgbClr>
                  </a:solidFill>
                  <a:latin typeface="Arial"/>
                  <a:cs typeface="Arial"/>
                </a:rPr>
                <a:t>Equatorial Guinea</a:t>
              </a:r>
            </a:p>
          </p:txBody>
        </p:sp>
        <p:sp>
          <p:nvSpPr>
            <p:cNvPr id="427" name="tx426"/>
            <p:cNvSpPr/>
            <p:nvPr/>
          </p:nvSpPr>
          <p:spPr>
            <a:xfrm>
              <a:off x="2165416" y="5464479"/>
              <a:ext cx="228984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63B200">
                      <a:alpha val="100000"/>
                    </a:srgbClr>
                  </a:solidFill>
                  <a:latin typeface="Arial"/>
                  <a:cs typeface="Arial"/>
                </a:rPr>
                <a:t>Eritrea</a:t>
              </a:r>
            </a:p>
          </p:txBody>
        </p:sp>
        <p:sp>
          <p:nvSpPr>
            <p:cNvPr id="428" name="tx427"/>
            <p:cNvSpPr/>
            <p:nvPr/>
          </p:nvSpPr>
          <p:spPr>
            <a:xfrm>
              <a:off x="5574423" y="5902567"/>
              <a:ext cx="261025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5CB300">
                      <a:alpha val="100000"/>
                    </a:srgbClr>
                  </a:solidFill>
                  <a:latin typeface="Arial"/>
                  <a:cs typeface="Arial"/>
                </a:rPr>
                <a:t>Estonia</a:t>
              </a:r>
            </a:p>
          </p:txBody>
        </p:sp>
        <p:sp>
          <p:nvSpPr>
            <p:cNvPr id="429" name="tx428"/>
            <p:cNvSpPr/>
            <p:nvPr/>
          </p:nvSpPr>
          <p:spPr>
            <a:xfrm>
              <a:off x="1625690" y="5597614"/>
              <a:ext cx="285057" cy="659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55B300">
                      <a:alpha val="100000"/>
                    </a:srgbClr>
                  </a:solidFill>
                  <a:latin typeface="Arial"/>
                  <a:cs typeface="Arial"/>
                </a:rPr>
                <a:t>Ethiopia</a:t>
              </a:r>
            </a:p>
          </p:txBody>
        </p:sp>
        <p:sp>
          <p:nvSpPr>
            <p:cNvPr id="430" name="tx429"/>
            <p:cNvSpPr/>
            <p:nvPr/>
          </p:nvSpPr>
          <p:spPr>
            <a:xfrm>
              <a:off x="4403679" y="4638344"/>
              <a:ext cx="104382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4DB400">
                      <a:alpha val="100000"/>
                    </a:srgbClr>
                  </a:solidFill>
                  <a:latin typeface="Arial"/>
                  <a:cs typeface="Arial"/>
                </a:rPr>
                <a:t>Fiji</a:t>
              </a:r>
            </a:p>
          </p:txBody>
        </p:sp>
        <p:sp>
          <p:nvSpPr>
            <p:cNvPr id="431" name="tx430"/>
            <p:cNvSpPr/>
            <p:nvPr/>
          </p:nvSpPr>
          <p:spPr>
            <a:xfrm>
              <a:off x="6028558" y="5902567"/>
              <a:ext cx="256932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44B500">
                      <a:alpha val="100000"/>
                    </a:srgbClr>
                  </a:solidFill>
                  <a:latin typeface="Arial"/>
                  <a:cs typeface="Arial"/>
                </a:rPr>
                <a:t>Finland</a:t>
              </a:r>
            </a:p>
          </p:txBody>
        </p:sp>
        <p:sp>
          <p:nvSpPr>
            <p:cNvPr id="432" name="tx431"/>
            <p:cNvSpPr/>
            <p:nvPr/>
          </p:nvSpPr>
          <p:spPr>
            <a:xfrm>
              <a:off x="5585685" y="5902567"/>
              <a:ext cx="236994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39B600">
                      <a:alpha val="100000"/>
                    </a:srgbClr>
                  </a:solidFill>
                  <a:latin typeface="Arial"/>
                  <a:cs typeface="Arial"/>
                </a:rPr>
                <a:t>France</a:t>
              </a:r>
            </a:p>
          </p:txBody>
        </p:sp>
        <p:sp>
          <p:nvSpPr>
            <p:cNvPr id="433" name="tx432"/>
            <p:cNvSpPr/>
            <p:nvPr/>
          </p:nvSpPr>
          <p:spPr>
            <a:xfrm>
              <a:off x="4195114" y="4508470"/>
              <a:ext cx="228843" cy="534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2CB600">
                      <a:alpha val="100000"/>
                    </a:srgbClr>
                  </a:solidFill>
                  <a:latin typeface="Arial"/>
                  <a:cs typeface="Arial"/>
                </a:rPr>
                <a:t>Gabon</a:t>
              </a:r>
            </a:p>
          </p:txBody>
        </p:sp>
        <p:sp>
          <p:nvSpPr>
            <p:cNvPr id="434" name="tx433"/>
            <p:cNvSpPr/>
            <p:nvPr/>
          </p:nvSpPr>
          <p:spPr>
            <a:xfrm>
              <a:off x="5876668" y="5887322"/>
              <a:ext cx="273094" cy="678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18B700">
                      <a:alpha val="100000"/>
                    </a:srgbClr>
                  </a:solidFill>
                  <a:latin typeface="Arial"/>
                  <a:cs typeface="Arial"/>
                </a:rPr>
                <a:t>Georgia</a:t>
              </a:r>
            </a:p>
          </p:txBody>
        </p:sp>
        <p:sp>
          <p:nvSpPr>
            <p:cNvPr id="435" name="tx434"/>
            <p:cNvSpPr/>
            <p:nvPr/>
          </p:nvSpPr>
          <p:spPr>
            <a:xfrm>
              <a:off x="4723716" y="5458840"/>
              <a:ext cx="273094" cy="678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18B700">
                      <a:alpha val="100000"/>
                    </a:srgbClr>
                  </a:solidFill>
                  <a:latin typeface="Arial"/>
                  <a:cs typeface="Arial"/>
                </a:rPr>
                <a:t>Georgia</a:t>
              </a:r>
            </a:p>
          </p:txBody>
        </p:sp>
        <p:sp>
          <p:nvSpPr>
            <p:cNvPr id="436" name="tx435"/>
            <p:cNvSpPr/>
            <p:nvPr/>
          </p:nvSpPr>
          <p:spPr>
            <a:xfrm>
              <a:off x="5972168" y="5205452"/>
              <a:ext cx="313322" cy="678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813">
                      <a:alpha val="100000"/>
                    </a:srgbClr>
                  </a:solidFill>
                  <a:latin typeface="Arial"/>
                  <a:cs typeface="Arial"/>
                </a:rPr>
                <a:t>Germany</a:t>
              </a:r>
            </a:p>
          </p:txBody>
        </p:sp>
        <p:sp>
          <p:nvSpPr>
            <p:cNvPr id="437" name="tx436"/>
            <p:cNvSpPr/>
            <p:nvPr/>
          </p:nvSpPr>
          <p:spPr>
            <a:xfrm>
              <a:off x="3746429" y="4758506"/>
              <a:ext cx="224890" cy="534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822">
                      <a:alpha val="100000"/>
                    </a:srgbClr>
                  </a:solidFill>
                  <a:latin typeface="Arial"/>
                  <a:cs typeface="Arial"/>
                </a:rPr>
                <a:t>Ghana</a:t>
              </a:r>
            </a:p>
          </p:txBody>
        </p:sp>
        <p:sp>
          <p:nvSpPr>
            <p:cNvPr id="438" name="tx437"/>
            <p:cNvSpPr/>
            <p:nvPr/>
          </p:nvSpPr>
          <p:spPr>
            <a:xfrm>
              <a:off x="4902674" y="5901649"/>
              <a:ext cx="245111" cy="534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92D">
                      <a:alpha val="100000"/>
                    </a:srgbClr>
                  </a:solidFill>
                  <a:latin typeface="Arial"/>
                  <a:cs typeface="Arial"/>
                </a:rPr>
                <a:t>Greece</a:t>
              </a:r>
            </a:p>
          </p:txBody>
        </p:sp>
        <p:sp>
          <p:nvSpPr>
            <p:cNvPr id="439" name="tx438"/>
            <p:cNvSpPr/>
            <p:nvPr/>
          </p:nvSpPr>
          <p:spPr>
            <a:xfrm>
              <a:off x="4990438" y="4494577"/>
              <a:ext cx="357433" cy="534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936">
                      <a:alpha val="100000"/>
                    </a:srgbClr>
                  </a:solidFill>
                  <a:latin typeface="Arial"/>
                  <a:cs typeface="Arial"/>
                </a:rPr>
                <a:t>Greenland</a:t>
              </a:r>
            </a:p>
          </p:txBody>
        </p:sp>
        <p:sp>
          <p:nvSpPr>
            <p:cNvPr id="440" name="tx439"/>
            <p:cNvSpPr/>
            <p:nvPr/>
          </p:nvSpPr>
          <p:spPr>
            <a:xfrm>
              <a:off x="2600818" y="5901649"/>
              <a:ext cx="293208" cy="534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A3D">
                      <a:alpha val="100000"/>
                    </a:srgbClr>
                  </a:solidFill>
                  <a:latin typeface="Arial"/>
                  <a:cs typeface="Arial"/>
                </a:rPr>
                <a:t>Grenada</a:t>
              </a:r>
            </a:p>
          </p:txBody>
        </p:sp>
        <p:sp>
          <p:nvSpPr>
            <p:cNvPr id="441" name="tx440"/>
            <p:cNvSpPr/>
            <p:nvPr/>
          </p:nvSpPr>
          <p:spPr>
            <a:xfrm>
              <a:off x="5391008" y="5356768"/>
              <a:ext cx="204812" cy="534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B44">
                      <a:alpha val="100000"/>
                    </a:srgbClr>
                  </a:solidFill>
                  <a:latin typeface="Arial"/>
                  <a:cs typeface="Arial"/>
                </a:rPr>
                <a:t>Guam</a:t>
              </a:r>
            </a:p>
          </p:txBody>
        </p:sp>
        <p:sp>
          <p:nvSpPr>
            <p:cNvPr id="442" name="tx441"/>
            <p:cNvSpPr/>
            <p:nvPr/>
          </p:nvSpPr>
          <p:spPr>
            <a:xfrm>
              <a:off x="3203531" y="5767800"/>
              <a:ext cx="369536" cy="534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B4B">
                      <a:alpha val="100000"/>
                    </a:srgbClr>
                  </a:solidFill>
                  <a:latin typeface="Arial"/>
                  <a:cs typeface="Arial"/>
                </a:rPr>
                <a:t>Guatemala</a:t>
              </a:r>
            </a:p>
          </p:txBody>
        </p:sp>
        <p:sp>
          <p:nvSpPr>
            <p:cNvPr id="443" name="tx442"/>
            <p:cNvSpPr/>
            <p:nvPr/>
          </p:nvSpPr>
          <p:spPr>
            <a:xfrm>
              <a:off x="2251114" y="4737292"/>
              <a:ext cx="506031" cy="534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C56">
                      <a:alpha val="100000"/>
                    </a:srgbClr>
                  </a:solidFill>
                  <a:latin typeface="Arial"/>
                  <a:cs typeface="Arial"/>
                </a:rPr>
                <a:t>Guinea-Bissau</a:t>
              </a:r>
            </a:p>
          </p:txBody>
        </p:sp>
        <p:sp>
          <p:nvSpPr>
            <p:cNvPr id="444" name="tx443"/>
            <p:cNvSpPr/>
            <p:nvPr/>
          </p:nvSpPr>
          <p:spPr>
            <a:xfrm>
              <a:off x="2834078" y="1988954"/>
              <a:ext cx="244969" cy="534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C51">
                      <a:alpha val="100000"/>
                    </a:srgbClr>
                  </a:solidFill>
                  <a:latin typeface="Arial"/>
                  <a:cs typeface="Arial"/>
                </a:rPr>
                <a:t>Guinea</a:t>
              </a:r>
            </a:p>
          </p:txBody>
        </p:sp>
        <p:sp>
          <p:nvSpPr>
            <p:cNvPr id="445" name="tx444"/>
            <p:cNvSpPr/>
            <p:nvPr/>
          </p:nvSpPr>
          <p:spPr>
            <a:xfrm>
              <a:off x="3784900" y="5760701"/>
              <a:ext cx="265084" cy="678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D5C">
                      <a:alpha val="100000"/>
                    </a:srgbClr>
                  </a:solidFill>
                  <a:latin typeface="Arial"/>
                  <a:cs typeface="Arial"/>
                </a:rPr>
                <a:t>Guyana</a:t>
              </a:r>
            </a:p>
          </p:txBody>
        </p:sp>
        <p:sp>
          <p:nvSpPr>
            <p:cNvPr id="446" name="tx445"/>
            <p:cNvSpPr/>
            <p:nvPr/>
          </p:nvSpPr>
          <p:spPr>
            <a:xfrm>
              <a:off x="1802479" y="5757819"/>
              <a:ext cx="156608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D61">
                      <a:alpha val="100000"/>
                    </a:srgbClr>
                  </a:solidFill>
                  <a:latin typeface="Arial"/>
                  <a:cs typeface="Arial"/>
                </a:rPr>
                <a:t>Haiti</a:t>
              </a:r>
            </a:p>
          </p:txBody>
        </p:sp>
        <p:sp>
          <p:nvSpPr>
            <p:cNvPr id="447" name="tx446"/>
            <p:cNvSpPr/>
            <p:nvPr/>
          </p:nvSpPr>
          <p:spPr>
            <a:xfrm>
              <a:off x="1951607" y="5755189"/>
              <a:ext cx="337283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D66">
                      <a:alpha val="100000"/>
                    </a:srgbClr>
                  </a:solidFill>
                  <a:latin typeface="Arial"/>
                  <a:cs typeface="Arial"/>
                </a:rPr>
                <a:t>Honduras</a:t>
              </a:r>
            </a:p>
          </p:txBody>
        </p:sp>
        <p:sp>
          <p:nvSpPr>
            <p:cNvPr id="448" name="tx447"/>
            <p:cNvSpPr/>
            <p:nvPr/>
          </p:nvSpPr>
          <p:spPr>
            <a:xfrm>
              <a:off x="4876597" y="5888205"/>
              <a:ext cx="293138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E6B">
                      <a:alpha val="100000"/>
                    </a:srgbClr>
                  </a:solidFill>
                  <a:latin typeface="Arial"/>
                  <a:cs typeface="Arial"/>
                </a:rPr>
                <a:t>Hungary</a:t>
              </a:r>
            </a:p>
          </p:txBody>
        </p:sp>
        <p:sp>
          <p:nvSpPr>
            <p:cNvPr id="449" name="tx448"/>
            <p:cNvSpPr/>
            <p:nvPr/>
          </p:nvSpPr>
          <p:spPr>
            <a:xfrm>
              <a:off x="5658018" y="5357504"/>
              <a:ext cx="249028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E70">
                      <a:alpha val="100000"/>
                    </a:srgbClr>
                  </a:solidFill>
                  <a:latin typeface="Arial"/>
                  <a:cs typeface="Arial"/>
                </a:rPr>
                <a:t>Iceland</a:t>
              </a:r>
            </a:p>
          </p:txBody>
        </p:sp>
        <p:sp>
          <p:nvSpPr>
            <p:cNvPr id="450" name="tx449"/>
            <p:cNvSpPr/>
            <p:nvPr/>
          </p:nvSpPr>
          <p:spPr>
            <a:xfrm>
              <a:off x="3865989" y="5236869"/>
              <a:ext cx="168641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F74">
                      <a:alpha val="100000"/>
                    </a:srgbClr>
                  </a:solidFill>
                  <a:latin typeface="Arial"/>
                  <a:cs typeface="Arial"/>
                </a:rPr>
                <a:t>India</a:t>
              </a:r>
            </a:p>
          </p:txBody>
        </p:sp>
        <p:sp>
          <p:nvSpPr>
            <p:cNvPr id="451" name="tx450"/>
            <p:cNvSpPr/>
            <p:nvPr/>
          </p:nvSpPr>
          <p:spPr>
            <a:xfrm>
              <a:off x="4348321" y="4946592"/>
              <a:ext cx="337318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F79">
                      <a:alpha val="100000"/>
                    </a:srgbClr>
                  </a:solidFill>
                  <a:latin typeface="Arial"/>
                  <a:cs typeface="Arial"/>
                </a:rPr>
                <a:t>Indonesia</a:t>
              </a:r>
            </a:p>
          </p:txBody>
        </p:sp>
        <p:sp>
          <p:nvSpPr>
            <p:cNvPr id="452" name="tx451"/>
            <p:cNvSpPr/>
            <p:nvPr/>
          </p:nvSpPr>
          <p:spPr>
            <a:xfrm>
              <a:off x="4376210" y="4358263"/>
              <a:ext cx="132542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F7D">
                      <a:alpha val="100000"/>
                    </a:srgbClr>
                  </a:solidFill>
                  <a:latin typeface="Arial"/>
                  <a:cs typeface="Arial"/>
                </a:rPr>
                <a:t>Iran</a:t>
              </a:r>
            </a:p>
          </p:txBody>
        </p:sp>
        <p:sp>
          <p:nvSpPr>
            <p:cNvPr id="453" name="tx452"/>
            <p:cNvSpPr/>
            <p:nvPr/>
          </p:nvSpPr>
          <p:spPr>
            <a:xfrm>
              <a:off x="4335209" y="4068535"/>
              <a:ext cx="132542" cy="659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F82">
                      <a:alpha val="100000"/>
                    </a:srgbClr>
                  </a:solidFill>
                  <a:latin typeface="Arial"/>
                  <a:cs typeface="Arial"/>
                </a:rPr>
                <a:t>Iraq</a:t>
              </a:r>
            </a:p>
          </p:txBody>
        </p:sp>
        <p:sp>
          <p:nvSpPr>
            <p:cNvPr id="454" name="tx453"/>
            <p:cNvSpPr/>
            <p:nvPr/>
          </p:nvSpPr>
          <p:spPr>
            <a:xfrm>
              <a:off x="5638755" y="5640955"/>
              <a:ext cx="236959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C086">
                      <a:alpha val="100000"/>
                    </a:srgbClr>
                  </a:solidFill>
                  <a:latin typeface="Arial"/>
                  <a:cs typeface="Arial"/>
                </a:rPr>
                <a:t>Ireland</a:t>
              </a:r>
            </a:p>
          </p:txBody>
        </p:sp>
        <p:sp>
          <p:nvSpPr>
            <p:cNvPr id="455" name="tx454"/>
            <p:cNvSpPr/>
            <p:nvPr/>
          </p:nvSpPr>
          <p:spPr>
            <a:xfrm>
              <a:off x="5357698" y="5902567"/>
              <a:ext cx="188861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C08A">
                      <a:alpha val="100000"/>
                    </a:srgbClr>
                  </a:solidFill>
                  <a:latin typeface="Arial"/>
                  <a:cs typeface="Arial"/>
                </a:rPr>
                <a:t>Israel</a:t>
              </a:r>
            </a:p>
          </p:txBody>
        </p:sp>
        <p:sp>
          <p:nvSpPr>
            <p:cNvPr id="456" name="tx455"/>
            <p:cNvSpPr/>
            <p:nvPr/>
          </p:nvSpPr>
          <p:spPr>
            <a:xfrm>
              <a:off x="5203550" y="5812946"/>
              <a:ext cx="144610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C08E">
                      <a:alpha val="100000"/>
                    </a:srgbClr>
                  </a:solidFill>
                  <a:latin typeface="Arial"/>
                  <a:cs typeface="Arial"/>
                </a:rPr>
                <a:t>Italy</a:t>
              </a:r>
            </a:p>
          </p:txBody>
        </p:sp>
        <p:sp>
          <p:nvSpPr>
            <p:cNvPr id="457" name="tx456"/>
            <p:cNvSpPr/>
            <p:nvPr/>
          </p:nvSpPr>
          <p:spPr>
            <a:xfrm>
              <a:off x="3001631" y="5902532"/>
              <a:ext cx="285304" cy="526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C092">
                      <a:alpha val="100000"/>
                    </a:srgbClr>
                  </a:solidFill>
                  <a:latin typeface="Arial"/>
                  <a:cs typeface="Arial"/>
                </a:rPr>
                <a:t>Jamaica</a:t>
              </a:r>
            </a:p>
          </p:txBody>
        </p:sp>
        <p:sp>
          <p:nvSpPr>
            <p:cNvPr id="458" name="tx457"/>
            <p:cNvSpPr/>
            <p:nvPr/>
          </p:nvSpPr>
          <p:spPr>
            <a:xfrm>
              <a:off x="5720576" y="4194857"/>
              <a:ext cx="208870" cy="659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C096">
                      <a:alpha val="100000"/>
                    </a:srgbClr>
                  </a:solidFill>
                  <a:latin typeface="Arial"/>
                  <a:cs typeface="Arial"/>
                </a:rPr>
                <a:t>Japan</a:t>
              </a:r>
            </a:p>
          </p:txBody>
        </p:sp>
        <p:sp>
          <p:nvSpPr>
            <p:cNvPr id="459" name="tx458"/>
            <p:cNvSpPr/>
            <p:nvPr/>
          </p:nvSpPr>
          <p:spPr>
            <a:xfrm>
              <a:off x="4774091" y="4492956"/>
              <a:ext cx="240947" cy="526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C19A">
                      <a:alpha val="100000"/>
                    </a:srgbClr>
                  </a:solidFill>
                  <a:latin typeface="Arial"/>
                  <a:cs typeface="Arial"/>
                </a:rPr>
                <a:t>Jordan</a:t>
              </a:r>
            </a:p>
          </p:txBody>
        </p:sp>
        <p:sp>
          <p:nvSpPr>
            <p:cNvPr id="460" name="tx459"/>
            <p:cNvSpPr/>
            <p:nvPr/>
          </p:nvSpPr>
          <p:spPr>
            <a:xfrm>
              <a:off x="3913206" y="5902567"/>
              <a:ext cx="401648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C19E">
                      <a:alpha val="100000"/>
                    </a:srgbClr>
                  </a:solidFill>
                  <a:latin typeface="Arial"/>
                  <a:cs typeface="Arial"/>
                </a:rPr>
                <a:t>Kazakhstan</a:t>
              </a:r>
            </a:p>
          </p:txBody>
        </p:sp>
        <p:sp>
          <p:nvSpPr>
            <p:cNvPr id="461" name="tx460"/>
            <p:cNvSpPr/>
            <p:nvPr/>
          </p:nvSpPr>
          <p:spPr>
            <a:xfrm>
              <a:off x="3654244" y="4348303"/>
              <a:ext cx="216915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C1A2">
                      <a:alpha val="100000"/>
                    </a:srgbClr>
                  </a:solidFill>
                  <a:latin typeface="Arial"/>
                  <a:cs typeface="Arial"/>
                </a:rPr>
                <a:t>Kenya</a:t>
              </a:r>
            </a:p>
          </p:txBody>
        </p:sp>
        <p:sp>
          <p:nvSpPr>
            <p:cNvPr id="462" name="tx461"/>
            <p:cNvSpPr/>
            <p:nvPr/>
          </p:nvSpPr>
          <p:spPr>
            <a:xfrm>
              <a:off x="3437495" y="4940857"/>
              <a:ext cx="248957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C1A5">
                      <a:alpha val="100000"/>
                    </a:srgbClr>
                  </a:solidFill>
                  <a:latin typeface="Arial"/>
                  <a:cs typeface="Arial"/>
                </a:rPr>
                <a:t>Kiribati</a:t>
              </a:r>
            </a:p>
          </p:txBody>
        </p:sp>
        <p:sp>
          <p:nvSpPr>
            <p:cNvPr id="463" name="tx462"/>
            <p:cNvSpPr/>
            <p:nvPr/>
          </p:nvSpPr>
          <p:spPr>
            <a:xfrm>
              <a:off x="5523303" y="4350256"/>
              <a:ext cx="236888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C1A9">
                      <a:alpha val="100000"/>
                    </a:srgbClr>
                  </a:solidFill>
                  <a:latin typeface="Arial"/>
                  <a:cs typeface="Arial"/>
                </a:rPr>
                <a:t>Kuwait</a:t>
              </a:r>
            </a:p>
          </p:txBody>
        </p:sp>
        <p:sp>
          <p:nvSpPr>
            <p:cNvPr id="464" name="tx463"/>
            <p:cNvSpPr/>
            <p:nvPr/>
          </p:nvSpPr>
          <p:spPr>
            <a:xfrm>
              <a:off x="3558100" y="5748214"/>
              <a:ext cx="389580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C1AD">
                      <a:alpha val="100000"/>
                    </a:srgbClr>
                  </a:solidFill>
                  <a:latin typeface="Arial"/>
                  <a:cs typeface="Arial"/>
                </a:rPr>
                <a:t>Kyrgyzstan</a:t>
              </a:r>
            </a:p>
          </p:txBody>
        </p:sp>
        <p:sp>
          <p:nvSpPr>
            <p:cNvPr id="465" name="tx464"/>
            <p:cNvSpPr/>
            <p:nvPr/>
          </p:nvSpPr>
          <p:spPr>
            <a:xfrm>
              <a:off x="3337894" y="5381708"/>
              <a:ext cx="168677" cy="521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C0B0">
                      <a:alpha val="100000"/>
                    </a:srgbClr>
                  </a:solidFill>
                  <a:latin typeface="Arial"/>
                  <a:cs typeface="Arial"/>
                </a:rPr>
                <a:t>Laos</a:t>
              </a:r>
            </a:p>
          </p:txBody>
        </p:sp>
        <p:sp>
          <p:nvSpPr>
            <p:cNvPr id="466" name="tx465"/>
            <p:cNvSpPr/>
            <p:nvPr/>
          </p:nvSpPr>
          <p:spPr>
            <a:xfrm>
              <a:off x="5439904" y="5835168"/>
              <a:ext cx="208870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C0B4">
                      <a:alpha val="100000"/>
                    </a:srgbClr>
                  </a:solidFill>
                  <a:latin typeface="Arial"/>
                  <a:cs typeface="Arial"/>
                </a:rPr>
                <a:t>Latvia</a:t>
              </a:r>
            </a:p>
          </p:txBody>
        </p:sp>
        <p:sp>
          <p:nvSpPr>
            <p:cNvPr id="467" name="tx466"/>
            <p:cNvSpPr/>
            <p:nvPr/>
          </p:nvSpPr>
          <p:spPr>
            <a:xfrm>
              <a:off x="4604510" y="4355988"/>
              <a:ext cx="301113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C0B7">
                      <a:alpha val="100000"/>
                    </a:srgbClr>
                  </a:solidFill>
                  <a:latin typeface="Arial"/>
                  <a:cs typeface="Arial"/>
                </a:rPr>
                <a:t>Lebanon</a:t>
              </a:r>
            </a:p>
          </p:txBody>
        </p:sp>
        <p:sp>
          <p:nvSpPr>
            <p:cNvPr id="468" name="tx467"/>
            <p:cNvSpPr/>
            <p:nvPr/>
          </p:nvSpPr>
          <p:spPr>
            <a:xfrm>
              <a:off x="3138382" y="4811450"/>
              <a:ext cx="281034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C0BA">
                      <a:alpha val="100000"/>
                    </a:srgbClr>
                  </a:solidFill>
                  <a:latin typeface="Arial"/>
                  <a:cs typeface="Arial"/>
                </a:rPr>
                <a:t>Lesotho</a:t>
              </a:r>
            </a:p>
          </p:txBody>
        </p:sp>
        <p:sp>
          <p:nvSpPr>
            <p:cNvPr id="469" name="tx468"/>
            <p:cNvSpPr/>
            <p:nvPr/>
          </p:nvSpPr>
          <p:spPr>
            <a:xfrm>
              <a:off x="2826489" y="4230120"/>
              <a:ext cx="236959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C0BE">
                      <a:alpha val="100000"/>
                    </a:srgbClr>
                  </a:solidFill>
                  <a:latin typeface="Arial"/>
                  <a:cs typeface="Arial"/>
                </a:rPr>
                <a:t>Liberia</a:t>
              </a:r>
            </a:p>
          </p:txBody>
        </p:sp>
        <p:sp>
          <p:nvSpPr>
            <p:cNvPr id="470" name="tx469"/>
            <p:cNvSpPr/>
            <p:nvPr/>
          </p:nvSpPr>
          <p:spPr>
            <a:xfrm>
              <a:off x="4739082" y="4061983"/>
              <a:ext cx="188755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FC1">
                      <a:alpha val="100000"/>
                    </a:srgbClr>
                  </a:solidFill>
                  <a:latin typeface="Arial"/>
                  <a:cs typeface="Arial"/>
                </a:rPr>
                <a:t>Libya</a:t>
              </a:r>
            </a:p>
          </p:txBody>
        </p:sp>
        <p:sp>
          <p:nvSpPr>
            <p:cNvPr id="471" name="tx470"/>
            <p:cNvSpPr/>
            <p:nvPr/>
          </p:nvSpPr>
          <p:spPr>
            <a:xfrm>
              <a:off x="5478695" y="5216330"/>
              <a:ext cx="321192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FC4">
                      <a:alpha val="100000"/>
                    </a:srgbClr>
                  </a:solidFill>
                  <a:latin typeface="Arial"/>
                  <a:cs typeface="Arial"/>
                </a:rPr>
                <a:t>Lithuania</a:t>
              </a:r>
            </a:p>
          </p:txBody>
        </p:sp>
        <p:sp>
          <p:nvSpPr>
            <p:cNvPr id="472" name="tx471"/>
            <p:cNvSpPr/>
            <p:nvPr/>
          </p:nvSpPr>
          <p:spPr>
            <a:xfrm>
              <a:off x="5847848" y="5056846"/>
              <a:ext cx="437642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FC8">
                      <a:alpha val="100000"/>
                    </a:srgbClr>
                  </a:solidFill>
                  <a:latin typeface="Arial"/>
                  <a:cs typeface="Arial"/>
                </a:rPr>
                <a:t>Luxembourg</a:t>
              </a:r>
            </a:p>
          </p:txBody>
        </p:sp>
        <p:sp>
          <p:nvSpPr>
            <p:cNvPr id="473" name="tx472"/>
            <p:cNvSpPr/>
            <p:nvPr/>
          </p:nvSpPr>
          <p:spPr>
            <a:xfrm>
              <a:off x="1380844" y="5740938"/>
              <a:ext cx="417775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ECB">
                      <a:alpha val="100000"/>
                    </a:srgbClr>
                  </a:solidFill>
                  <a:latin typeface="Arial"/>
                  <a:cs typeface="Arial"/>
                </a:rPr>
                <a:t>Madagascar</a:t>
              </a:r>
            </a:p>
          </p:txBody>
        </p:sp>
        <p:sp>
          <p:nvSpPr>
            <p:cNvPr id="474" name="tx473"/>
            <p:cNvSpPr/>
            <p:nvPr/>
          </p:nvSpPr>
          <p:spPr>
            <a:xfrm>
              <a:off x="2995304" y="4526583"/>
              <a:ext cx="236959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ECE">
                      <a:alpha val="100000"/>
                    </a:srgbClr>
                  </a:solidFill>
                  <a:latin typeface="Arial"/>
                  <a:cs typeface="Arial"/>
                </a:rPr>
                <a:t>Malawi</a:t>
              </a:r>
            </a:p>
          </p:txBody>
        </p:sp>
        <p:sp>
          <p:nvSpPr>
            <p:cNvPr id="475" name="tx474"/>
            <p:cNvSpPr/>
            <p:nvPr/>
          </p:nvSpPr>
          <p:spPr>
            <a:xfrm>
              <a:off x="4887447" y="4624257"/>
              <a:ext cx="301324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DD1">
                      <a:alpha val="100000"/>
                    </a:srgbClr>
                  </a:solidFill>
                  <a:latin typeface="Arial"/>
                  <a:cs typeface="Arial"/>
                </a:rPr>
                <a:t>Malaysia</a:t>
              </a:r>
            </a:p>
          </p:txBody>
        </p:sp>
        <p:sp>
          <p:nvSpPr>
            <p:cNvPr id="476" name="tx475"/>
            <p:cNvSpPr/>
            <p:nvPr/>
          </p:nvSpPr>
          <p:spPr>
            <a:xfrm>
              <a:off x="3850386" y="5382684"/>
              <a:ext cx="305277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DD4">
                      <a:alpha val="100000"/>
                    </a:srgbClr>
                  </a:solidFill>
                  <a:latin typeface="Arial"/>
                  <a:cs typeface="Arial"/>
                </a:rPr>
                <a:t>Maldives</a:t>
              </a:r>
            </a:p>
          </p:txBody>
        </p:sp>
        <p:sp>
          <p:nvSpPr>
            <p:cNvPr id="477" name="tx476"/>
            <p:cNvSpPr/>
            <p:nvPr/>
          </p:nvSpPr>
          <p:spPr>
            <a:xfrm>
              <a:off x="2550343" y="1100061"/>
              <a:ext cx="140552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CD7">
                      <a:alpha val="100000"/>
                    </a:srgbClr>
                  </a:solidFill>
                  <a:latin typeface="Arial"/>
                  <a:cs typeface="Arial"/>
                </a:rPr>
                <a:t>Mali</a:t>
              </a:r>
            </a:p>
          </p:txBody>
        </p:sp>
        <p:sp>
          <p:nvSpPr>
            <p:cNvPr id="478" name="tx477"/>
            <p:cNvSpPr/>
            <p:nvPr/>
          </p:nvSpPr>
          <p:spPr>
            <a:xfrm>
              <a:off x="5177885" y="5826094"/>
              <a:ext cx="184733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CDA">
                      <a:alpha val="100000"/>
                    </a:srgbClr>
                  </a:solidFill>
                  <a:latin typeface="Arial"/>
                  <a:cs typeface="Arial"/>
                </a:rPr>
                <a:t>Malta</a:t>
              </a:r>
            </a:p>
          </p:txBody>
        </p:sp>
        <p:sp>
          <p:nvSpPr>
            <p:cNvPr id="479" name="tx478"/>
            <p:cNvSpPr/>
            <p:nvPr/>
          </p:nvSpPr>
          <p:spPr>
            <a:xfrm>
              <a:off x="3492220" y="5098164"/>
              <a:ext cx="562315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BDC">
                      <a:alpha val="100000"/>
                    </a:srgbClr>
                  </a:solidFill>
                  <a:latin typeface="Arial"/>
                  <a:cs typeface="Arial"/>
                </a:rPr>
                <a:t>Marshall Islands</a:t>
              </a:r>
            </a:p>
          </p:txBody>
        </p:sp>
        <p:sp>
          <p:nvSpPr>
            <p:cNvPr id="480" name="tx479"/>
            <p:cNvSpPr/>
            <p:nvPr/>
          </p:nvSpPr>
          <p:spPr>
            <a:xfrm>
              <a:off x="3260179" y="4651965"/>
              <a:ext cx="361420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ADF">
                      <a:alpha val="100000"/>
                    </a:srgbClr>
                  </a:solidFill>
                  <a:latin typeface="Arial"/>
                  <a:cs typeface="Arial"/>
                </a:rPr>
                <a:t>Mauritania</a:t>
              </a:r>
            </a:p>
          </p:txBody>
        </p:sp>
        <p:sp>
          <p:nvSpPr>
            <p:cNvPr id="481" name="tx480"/>
            <p:cNvSpPr/>
            <p:nvPr/>
          </p:nvSpPr>
          <p:spPr>
            <a:xfrm>
              <a:off x="4622912" y="4941404"/>
              <a:ext cx="321227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9E2">
                      <a:alpha val="100000"/>
                    </a:srgbClr>
                  </a:solidFill>
                  <a:latin typeface="Arial"/>
                  <a:cs typeface="Arial"/>
                </a:rPr>
                <a:t>Mauritius</a:t>
              </a:r>
            </a:p>
          </p:txBody>
        </p:sp>
        <p:sp>
          <p:nvSpPr>
            <p:cNvPr id="482" name="tx481"/>
            <p:cNvSpPr/>
            <p:nvPr/>
          </p:nvSpPr>
          <p:spPr>
            <a:xfrm>
              <a:off x="2127753" y="5902567"/>
              <a:ext cx="245005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8E4">
                      <a:alpha val="100000"/>
                    </a:srgbClr>
                  </a:solidFill>
                  <a:latin typeface="Arial"/>
                  <a:cs typeface="Arial"/>
                </a:rPr>
                <a:t>Mexico</a:t>
              </a:r>
            </a:p>
          </p:txBody>
        </p:sp>
        <p:sp>
          <p:nvSpPr>
            <p:cNvPr id="483" name="tx482"/>
            <p:cNvSpPr/>
            <p:nvPr/>
          </p:nvSpPr>
          <p:spPr>
            <a:xfrm>
              <a:off x="3465270" y="5902567"/>
              <a:ext cx="293102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8E7">
                      <a:alpha val="100000"/>
                    </a:srgbClr>
                  </a:solidFill>
                  <a:latin typeface="Arial"/>
                  <a:cs typeface="Arial"/>
                </a:rPr>
                <a:t>Moldova</a:t>
              </a:r>
            </a:p>
          </p:txBody>
        </p:sp>
        <p:sp>
          <p:nvSpPr>
            <p:cNvPr id="484" name="tx483"/>
            <p:cNvSpPr/>
            <p:nvPr/>
          </p:nvSpPr>
          <p:spPr>
            <a:xfrm>
              <a:off x="5996510" y="5386293"/>
              <a:ext cx="273023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7E9">
                      <a:alpha val="100000"/>
                    </a:srgbClr>
                  </a:solidFill>
                  <a:latin typeface="Arial"/>
                  <a:cs typeface="Arial"/>
                </a:rPr>
                <a:t>Monaco</a:t>
              </a:r>
            </a:p>
          </p:txBody>
        </p:sp>
        <p:sp>
          <p:nvSpPr>
            <p:cNvPr id="485" name="tx484"/>
            <p:cNvSpPr/>
            <p:nvPr/>
          </p:nvSpPr>
          <p:spPr>
            <a:xfrm>
              <a:off x="4114776" y="5514288"/>
              <a:ext cx="317134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6EC">
                      <a:alpha val="100000"/>
                    </a:srgbClr>
                  </a:solidFill>
                  <a:latin typeface="Arial"/>
                  <a:cs typeface="Arial"/>
                </a:rPr>
                <a:t>Mongolia</a:t>
              </a:r>
            </a:p>
          </p:txBody>
        </p:sp>
        <p:sp>
          <p:nvSpPr>
            <p:cNvPr id="486" name="tx485"/>
            <p:cNvSpPr/>
            <p:nvPr/>
          </p:nvSpPr>
          <p:spPr>
            <a:xfrm>
              <a:off x="5150202" y="5483183"/>
              <a:ext cx="413505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5EE">
                      <a:alpha val="100000"/>
                    </a:srgbClr>
                  </a:solidFill>
                  <a:latin typeface="Arial"/>
                  <a:cs typeface="Arial"/>
                </a:rPr>
                <a:t>Montenegro</a:t>
              </a:r>
            </a:p>
          </p:txBody>
        </p:sp>
        <p:sp>
          <p:nvSpPr>
            <p:cNvPr id="487" name="tx486"/>
            <p:cNvSpPr/>
            <p:nvPr/>
          </p:nvSpPr>
          <p:spPr>
            <a:xfrm>
              <a:off x="3910126" y="5553504"/>
              <a:ext cx="301148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4F0">
                      <a:alpha val="100000"/>
                    </a:srgbClr>
                  </a:solidFill>
                  <a:latin typeface="Arial"/>
                  <a:cs typeface="Arial"/>
                </a:rPr>
                <a:t>Morocco</a:t>
              </a:r>
            </a:p>
          </p:txBody>
        </p:sp>
        <p:sp>
          <p:nvSpPr>
            <p:cNvPr id="488" name="tx487"/>
            <p:cNvSpPr/>
            <p:nvPr/>
          </p:nvSpPr>
          <p:spPr>
            <a:xfrm>
              <a:off x="1815526" y="4753572"/>
              <a:ext cx="437642" cy="659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2F2">
                      <a:alpha val="100000"/>
                    </a:srgbClr>
                  </a:solidFill>
                  <a:latin typeface="Arial"/>
                  <a:cs typeface="Arial"/>
                </a:rPr>
                <a:t>Mozambique</a:t>
              </a:r>
            </a:p>
          </p:txBody>
        </p:sp>
        <p:sp>
          <p:nvSpPr>
            <p:cNvPr id="489" name="tx488"/>
            <p:cNvSpPr/>
            <p:nvPr/>
          </p:nvSpPr>
          <p:spPr>
            <a:xfrm>
              <a:off x="3617337" y="5368333"/>
              <a:ext cx="317310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1F4">
                      <a:alpha val="100000"/>
                    </a:srgbClr>
                  </a:solidFill>
                  <a:latin typeface="Arial"/>
                  <a:cs typeface="Arial"/>
                </a:rPr>
                <a:t>Myanmar</a:t>
              </a:r>
            </a:p>
          </p:txBody>
        </p:sp>
        <p:sp>
          <p:nvSpPr>
            <p:cNvPr id="490" name="tx489"/>
            <p:cNvSpPr/>
            <p:nvPr/>
          </p:nvSpPr>
          <p:spPr>
            <a:xfrm>
              <a:off x="4147621" y="5240047"/>
              <a:ext cx="281140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0F6">
                      <a:alpha val="100000"/>
                    </a:srgbClr>
                  </a:solidFill>
                  <a:latin typeface="Arial"/>
                  <a:cs typeface="Arial"/>
                </a:rPr>
                <a:t>Namibia</a:t>
              </a:r>
            </a:p>
          </p:txBody>
        </p:sp>
        <p:sp>
          <p:nvSpPr>
            <p:cNvPr id="491" name="tx490"/>
            <p:cNvSpPr/>
            <p:nvPr/>
          </p:nvSpPr>
          <p:spPr>
            <a:xfrm>
              <a:off x="4156627" y="5380184"/>
              <a:ext cx="208799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AFF8">
                      <a:alpha val="100000"/>
                    </a:srgbClr>
                  </a:solidFill>
                  <a:latin typeface="Arial"/>
                  <a:cs typeface="Arial"/>
                </a:rPr>
                <a:t>Nauru</a:t>
              </a:r>
            </a:p>
          </p:txBody>
        </p:sp>
        <p:sp>
          <p:nvSpPr>
            <p:cNvPr id="492" name="tx491"/>
            <p:cNvSpPr/>
            <p:nvPr/>
          </p:nvSpPr>
          <p:spPr>
            <a:xfrm>
              <a:off x="2694685" y="5216778"/>
              <a:ext cx="196801" cy="659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ADFA">
                      <a:alpha val="100000"/>
                    </a:srgbClr>
                  </a:solidFill>
                  <a:latin typeface="Arial"/>
                  <a:cs typeface="Arial"/>
                </a:rPr>
                <a:t>Nepal</a:t>
              </a:r>
            </a:p>
          </p:txBody>
        </p:sp>
        <p:sp>
          <p:nvSpPr>
            <p:cNvPr id="493" name="tx492"/>
            <p:cNvSpPr/>
            <p:nvPr/>
          </p:nvSpPr>
          <p:spPr>
            <a:xfrm>
              <a:off x="5867821" y="4493522"/>
              <a:ext cx="417669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ACFC">
                      <a:alpha val="100000"/>
                    </a:srgbClr>
                  </a:solidFill>
                  <a:latin typeface="Arial"/>
                  <a:cs typeface="Arial"/>
                </a:rPr>
                <a:t>Netherlands</a:t>
              </a:r>
            </a:p>
          </p:txBody>
        </p:sp>
        <p:sp>
          <p:nvSpPr>
            <p:cNvPr id="494" name="tx493"/>
            <p:cNvSpPr/>
            <p:nvPr/>
          </p:nvSpPr>
          <p:spPr>
            <a:xfrm>
              <a:off x="5388704" y="4928592"/>
              <a:ext cx="441771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AAFD">
                      <a:alpha val="100000"/>
                    </a:srgbClr>
                  </a:solidFill>
                  <a:latin typeface="Arial"/>
                  <a:cs typeface="Arial"/>
                </a:rPr>
                <a:t>New Zealand</a:t>
              </a:r>
            </a:p>
          </p:txBody>
        </p:sp>
        <p:sp>
          <p:nvSpPr>
            <p:cNvPr id="495" name="tx494"/>
            <p:cNvSpPr/>
            <p:nvPr/>
          </p:nvSpPr>
          <p:spPr>
            <a:xfrm>
              <a:off x="5642013" y="5902567"/>
              <a:ext cx="441771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AAFD">
                      <a:alpha val="100000"/>
                    </a:srgbClr>
                  </a:solidFill>
                  <a:latin typeface="Arial"/>
                  <a:cs typeface="Arial"/>
                </a:rPr>
                <a:t>New Zealand</a:t>
              </a:r>
            </a:p>
          </p:txBody>
        </p:sp>
        <p:sp>
          <p:nvSpPr>
            <p:cNvPr id="496" name="tx495"/>
            <p:cNvSpPr/>
            <p:nvPr/>
          </p:nvSpPr>
          <p:spPr>
            <a:xfrm>
              <a:off x="2401253" y="5740873"/>
              <a:ext cx="349457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A9FF">
                      <a:alpha val="100000"/>
                    </a:srgbClr>
                  </a:solidFill>
                  <a:latin typeface="Arial"/>
                  <a:cs typeface="Arial"/>
                </a:rPr>
                <a:t>Nicaragua</a:t>
              </a:r>
            </a:p>
          </p:txBody>
        </p:sp>
        <p:sp>
          <p:nvSpPr>
            <p:cNvPr id="497" name="tx496"/>
            <p:cNvSpPr/>
            <p:nvPr/>
          </p:nvSpPr>
          <p:spPr>
            <a:xfrm>
              <a:off x="1989011" y="2155767"/>
              <a:ext cx="184733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A7FF">
                      <a:alpha val="100000"/>
                    </a:srgbClr>
                  </a:solidFill>
                  <a:latin typeface="Arial"/>
                  <a:cs typeface="Arial"/>
                </a:rPr>
                <a:t>Niger</a:t>
              </a:r>
            </a:p>
          </p:txBody>
        </p:sp>
        <p:sp>
          <p:nvSpPr>
            <p:cNvPr id="498" name="tx497"/>
            <p:cNvSpPr/>
            <p:nvPr/>
          </p:nvSpPr>
          <p:spPr>
            <a:xfrm>
              <a:off x="3851979" y="3332139"/>
              <a:ext cx="245005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A6FF">
                      <a:alpha val="100000"/>
                    </a:srgbClr>
                  </a:solidFill>
                  <a:latin typeface="Arial"/>
                  <a:cs typeface="Arial"/>
                </a:rPr>
                <a:t>Nigeria</a:t>
              </a:r>
            </a:p>
          </p:txBody>
        </p:sp>
        <p:sp>
          <p:nvSpPr>
            <p:cNvPr id="499" name="tx498"/>
            <p:cNvSpPr/>
            <p:nvPr/>
          </p:nvSpPr>
          <p:spPr>
            <a:xfrm>
              <a:off x="4844637" y="5226683"/>
              <a:ext cx="156608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A4FF">
                      <a:alpha val="100000"/>
                    </a:srgbClr>
                  </a:solidFill>
                  <a:latin typeface="Arial"/>
                  <a:cs typeface="Arial"/>
                </a:rPr>
                <a:t>Niue</a:t>
              </a:r>
            </a:p>
          </p:txBody>
        </p:sp>
        <p:sp>
          <p:nvSpPr>
            <p:cNvPr id="500" name="tx499"/>
            <p:cNvSpPr/>
            <p:nvPr/>
          </p:nvSpPr>
          <p:spPr>
            <a:xfrm>
              <a:off x="2133419" y="5756124"/>
              <a:ext cx="417599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2AA2FF">
                      <a:alpha val="100000"/>
                    </a:srgbClr>
                  </a:solidFill>
                  <a:latin typeface="Arial"/>
                  <a:cs typeface="Arial"/>
                </a:rPr>
                <a:t>North Korea</a:t>
              </a:r>
            </a:p>
          </p:txBody>
        </p:sp>
        <p:sp>
          <p:nvSpPr>
            <p:cNvPr id="501" name="tx500"/>
            <p:cNvSpPr/>
            <p:nvPr/>
          </p:nvSpPr>
          <p:spPr>
            <a:xfrm>
              <a:off x="4017236" y="5902567"/>
              <a:ext cx="586240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3EA1FF">
                      <a:alpha val="100000"/>
                    </a:srgbClr>
                  </a:solidFill>
                  <a:latin typeface="Arial"/>
                  <a:cs typeface="Arial"/>
                </a:rPr>
                <a:t>North Macedonia</a:t>
              </a:r>
            </a:p>
          </p:txBody>
        </p:sp>
        <p:sp>
          <p:nvSpPr>
            <p:cNvPr id="502" name="tx501"/>
            <p:cNvSpPr/>
            <p:nvPr/>
          </p:nvSpPr>
          <p:spPr>
            <a:xfrm>
              <a:off x="6024429" y="5516910"/>
              <a:ext cx="261061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5A9DFF">
                      <a:alpha val="100000"/>
                    </a:srgbClr>
                  </a:solidFill>
                  <a:latin typeface="Arial"/>
                  <a:cs typeface="Arial"/>
                </a:rPr>
                <a:t>Norway</a:t>
              </a:r>
            </a:p>
          </p:txBody>
        </p:sp>
        <p:sp>
          <p:nvSpPr>
            <p:cNvPr id="503" name="tx502"/>
            <p:cNvSpPr/>
            <p:nvPr/>
          </p:nvSpPr>
          <p:spPr>
            <a:xfrm>
              <a:off x="5191162" y="5212576"/>
              <a:ext cx="204812" cy="534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649BFF">
                      <a:alpha val="100000"/>
                    </a:srgbClr>
                  </a:solidFill>
                  <a:latin typeface="Arial"/>
                  <a:cs typeface="Arial"/>
                </a:rPr>
                <a:t>Oman</a:t>
              </a:r>
            </a:p>
          </p:txBody>
        </p:sp>
        <p:sp>
          <p:nvSpPr>
            <p:cNvPr id="504" name="tx503"/>
            <p:cNvSpPr/>
            <p:nvPr/>
          </p:nvSpPr>
          <p:spPr>
            <a:xfrm>
              <a:off x="3090682" y="5232175"/>
              <a:ext cx="297266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6E99FF">
                      <a:alpha val="100000"/>
                    </a:srgbClr>
                  </a:solidFill>
                  <a:latin typeface="Arial"/>
                  <a:cs typeface="Arial"/>
                </a:rPr>
                <a:t>Pakistan</a:t>
              </a:r>
            </a:p>
          </p:txBody>
        </p:sp>
        <p:sp>
          <p:nvSpPr>
            <p:cNvPr id="505" name="tx504"/>
            <p:cNvSpPr/>
            <p:nvPr/>
          </p:nvSpPr>
          <p:spPr>
            <a:xfrm>
              <a:off x="4984713" y="4934280"/>
              <a:ext cx="192814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7798FF">
                      <a:alpha val="100000"/>
                    </a:srgbClr>
                  </a:solidFill>
                  <a:latin typeface="Arial"/>
                  <a:cs typeface="Arial"/>
                </a:rPr>
                <a:t>Palau</a:t>
              </a:r>
            </a:p>
          </p:txBody>
        </p:sp>
        <p:sp>
          <p:nvSpPr>
            <p:cNvPr id="506" name="tx505"/>
            <p:cNvSpPr/>
            <p:nvPr/>
          </p:nvSpPr>
          <p:spPr>
            <a:xfrm>
              <a:off x="3760006" y="4950977"/>
              <a:ext cx="317345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7F96FF">
                      <a:alpha val="100000"/>
                    </a:srgbClr>
                  </a:solidFill>
                  <a:latin typeface="Arial"/>
                  <a:cs typeface="Arial"/>
                </a:rPr>
                <a:t>Palestine</a:t>
              </a:r>
            </a:p>
          </p:txBody>
        </p:sp>
        <p:sp>
          <p:nvSpPr>
            <p:cNvPr id="507" name="tx506"/>
            <p:cNvSpPr/>
            <p:nvPr/>
          </p:nvSpPr>
          <p:spPr>
            <a:xfrm>
              <a:off x="3338377" y="5902567"/>
              <a:ext cx="277187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8794FF">
                      <a:alpha val="100000"/>
                    </a:srgbClr>
                  </a:solidFill>
                  <a:latin typeface="Arial"/>
                  <a:cs typeface="Arial"/>
                </a:rPr>
                <a:t>Panama</a:t>
              </a:r>
            </a:p>
          </p:txBody>
        </p:sp>
        <p:sp>
          <p:nvSpPr>
            <p:cNvPr id="508" name="tx507"/>
            <p:cNvSpPr/>
            <p:nvPr/>
          </p:nvSpPr>
          <p:spPr>
            <a:xfrm>
              <a:off x="1642594" y="5300848"/>
              <a:ext cx="650606" cy="668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8E92FF">
                      <a:alpha val="100000"/>
                    </a:srgbClr>
                  </a:solidFill>
                  <a:latin typeface="Arial"/>
                  <a:cs typeface="Arial"/>
                </a:rPr>
                <a:t>Papua New Guinea</a:t>
              </a:r>
            </a:p>
          </p:txBody>
        </p:sp>
        <p:sp>
          <p:nvSpPr>
            <p:cNvPr id="509" name="tx508"/>
            <p:cNvSpPr/>
            <p:nvPr/>
          </p:nvSpPr>
          <p:spPr>
            <a:xfrm>
              <a:off x="3961250" y="4349289"/>
              <a:ext cx="325391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9590FF">
                      <a:alpha val="100000"/>
                    </a:srgbClr>
                  </a:solidFill>
                  <a:latin typeface="Arial"/>
                  <a:cs typeface="Arial"/>
                </a:rPr>
                <a:t>Paraguay</a:t>
              </a:r>
            </a:p>
          </p:txBody>
        </p:sp>
        <p:sp>
          <p:nvSpPr>
            <p:cNvPr id="510" name="tx509"/>
            <p:cNvSpPr/>
            <p:nvPr/>
          </p:nvSpPr>
          <p:spPr>
            <a:xfrm>
              <a:off x="4477545" y="5535674"/>
              <a:ext cx="160666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9B8EFF">
                      <a:alpha val="100000"/>
                    </a:srgbClr>
                  </a:solidFill>
                  <a:latin typeface="Arial"/>
                  <a:cs typeface="Arial"/>
                </a:rPr>
                <a:t>Peru</a:t>
              </a:r>
            </a:p>
          </p:txBody>
        </p:sp>
        <p:sp>
          <p:nvSpPr>
            <p:cNvPr id="511" name="tx510"/>
            <p:cNvSpPr/>
            <p:nvPr/>
          </p:nvSpPr>
          <p:spPr>
            <a:xfrm>
              <a:off x="4033053" y="4938343"/>
              <a:ext cx="385487" cy="659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A18BFF">
                      <a:alpha val="100000"/>
                    </a:srgbClr>
                  </a:solidFill>
                  <a:latin typeface="Arial"/>
                  <a:cs typeface="Arial"/>
                </a:rPr>
                <a:t>Philippines</a:t>
              </a:r>
            </a:p>
          </p:txBody>
        </p:sp>
        <p:sp>
          <p:nvSpPr>
            <p:cNvPr id="512" name="tx511"/>
            <p:cNvSpPr/>
            <p:nvPr/>
          </p:nvSpPr>
          <p:spPr>
            <a:xfrm>
              <a:off x="5228169" y="5902567"/>
              <a:ext cx="240911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A789FF">
                      <a:alpha val="100000"/>
                    </a:srgbClr>
                  </a:solidFill>
                  <a:latin typeface="Arial"/>
                  <a:cs typeface="Arial"/>
                </a:rPr>
                <a:t>Poland</a:t>
              </a:r>
            </a:p>
          </p:txBody>
        </p:sp>
        <p:sp>
          <p:nvSpPr>
            <p:cNvPr id="513" name="tx512"/>
            <p:cNvSpPr/>
            <p:nvPr/>
          </p:nvSpPr>
          <p:spPr>
            <a:xfrm>
              <a:off x="4474315" y="5888205"/>
              <a:ext cx="293102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AD87FF">
                      <a:alpha val="100000"/>
                    </a:srgbClr>
                  </a:solidFill>
                  <a:latin typeface="Arial"/>
                  <a:cs typeface="Arial"/>
                </a:rPr>
                <a:t>Portugal</a:t>
              </a:r>
            </a:p>
          </p:txBody>
        </p:sp>
        <p:sp>
          <p:nvSpPr>
            <p:cNvPr id="514" name="tx513"/>
            <p:cNvSpPr/>
            <p:nvPr/>
          </p:nvSpPr>
          <p:spPr>
            <a:xfrm>
              <a:off x="5380676" y="5809587"/>
              <a:ext cx="405565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B285FF">
                      <a:alpha val="100000"/>
                    </a:srgbClr>
                  </a:solidFill>
                  <a:latin typeface="Arial"/>
                  <a:cs typeface="Arial"/>
                </a:rPr>
                <a:t>Puerto Rico</a:t>
              </a:r>
            </a:p>
          </p:txBody>
        </p:sp>
        <p:sp>
          <p:nvSpPr>
            <p:cNvPr id="515" name="tx514"/>
            <p:cNvSpPr/>
            <p:nvPr/>
          </p:nvSpPr>
          <p:spPr>
            <a:xfrm>
              <a:off x="5420524" y="4200714"/>
              <a:ext cx="188791" cy="57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B783FF">
                      <a:alpha val="100000"/>
                    </a:srgbClr>
                  </a:solidFill>
                  <a:latin typeface="Arial"/>
                  <a:cs typeface="Arial"/>
                </a:rPr>
                <a:t>Qatar</a:t>
              </a:r>
            </a:p>
          </p:txBody>
        </p:sp>
        <p:sp>
          <p:nvSpPr>
            <p:cNvPr id="516" name="tx515"/>
            <p:cNvSpPr/>
            <p:nvPr/>
          </p:nvSpPr>
          <p:spPr>
            <a:xfrm>
              <a:off x="4687420" y="5902567"/>
              <a:ext cx="305206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BC81FF">
                      <a:alpha val="100000"/>
                    </a:srgbClr>
                  </a:solidFill>
                  <a:latin typeface="Arial"/>
                  <a:cs typeface="Arial"/>
                </a:rPr>
                <a:t>Romania</a:t>
              </a:r>
            </a:p>
          </p:txBody>
        </p:sp>
        <p:sp>
          <p:nvSpPr>
            <p:cNvPr id="517" name="tx516"/>
            <p:cNvSpPr/>
            <p:nvPr/>
          </p:nvSpPr>
          <p:spPr>
            <a:xfrm>
              <a:off x="5198919" y="4347691"/>
              <a:ext cx="236994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C07FFF">
                      <a:alpha val="100000"/>
                    </a:srgbClr>
                  </a:solidFill>
                  <a:latin typeface="Arial"/>
                  <a:cs typeface="Arial"/>
                </a:rPr>
                <a:t>Russia</a:t>
              </a:r>
            </a:p>
          </p:txBody>
        </p:sp>
        <p:sp>
          <p:nvSpPr>
            <p:cNvPr id="518" name="tx517"/>
            <p:cNvSpPr/>
            <p:nvPr/>
          </p:nvSpPr>
          <p:spPr>
            <a:xfrm>
              <a:off x="2708070" y="5604349"/>
              <a:ext cx="277082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C57DFF">
                      <a:alpha val="100000"/>
                    </a:srgbClr>
                  </a:solidFill>
                  <a:latin typeface="Arial"/>
                  <a:cs typeface="Arial"/>
                </a:rPr>
                <a:t>Rwanda</a:t>
              </a:r>
            </a:p>
          </p:txBody>
        </p:sp>
        <p:sp>
          <p:nvSpPr>
            <p:cNvPr id="519" name="tx518"/>
            <p:cNvSpPr/>
            <p:nvPr/>
          </p:nvSpPr>
          <p:spPr>
            <a:xfrm>
              <a:off x="2691817" y="5901614"/>
              <a:ext cx="385522" cy="535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C97BFF">
                      <a:alpha val="100000"/>
                    </a:srgbClr>
                  </a:solidFill>
                  <a:latin typeface="Arial"/>
                  <a:cs typeface="Arial"/>
                </a:rPr>
                <a:t>Saint Lucia</a:t>
              </a:r>
            </a:p>
          </p:txBody>
        </p:sp>
        <p:sp>
          <p:nvSpPr>
            <p:cNvPr id="520" name="tx519"/>
            <p:cNvSpPr/>
            <p:nvPr/>
          </p:nvSpPr>
          <p:spPr>
            <a:xfrm>
              <a:off x="4300570" y="5095535"/>
              <a:ext cx="236994" cy="535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CD79FF">
                      <a:alpha val="100000"/>
                    </a:srgbClr>
                  </a:solidFill>
                  <a:latin typeface="Arial"/>
                  <a:cs typeface="Arial"/>
                </a:rPr>
                <a:t>Samoa</a:t>
              </a:r>
            </a:p>
          </p:txBody>
        </p:sp>
        <p:sp>
          <p:nvSpPr>
            <p:cNvPr id="521" name="tx520"/>
            <p:cNvSpPr/>
            <p:nvPr/>
          </p:nvSpPr>
          <p:spPr>
            <a:xfrm>
              <a:off x="5895981" y="4926225"/>
              <a:ext cx="389509" cy="535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D177FF">
                      <a:alpha val="100000"/>
                    </a:srgbClr>
                  </a:solidFill>
                  <a:latin typeface="Arial"/>
                  <a:cs typeface="Arial"/>
                </a:rPr>
                <a:t>San Marino</a:t>
              </a:r>
            </a:p>
          </p:txBody>
        </p:sp>
        <p:sp>
          <p:nvSpPr>
            <p:cNvPr id="522" name="tx521"/>
            <p:cNvSpPr/>
            <p:nvPr/>
          </p:nvSpPr>
          <p:spPr>
            <a:xfrm>
              <a:off x="5245941" y="5070227"/>
              <a:ext cx="441771" cy="535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D575FE">
                      <a:alpha val="100000"/>
                    </a:srgbClr>
                  </a:solidFill>
                  <a:latin typeface="Arial"/>
                  <a:cs typeface="Arial"/>
                </a:rPr>
                <a:t>Saudi Arabia</a:t>
              </a:r>
            </a:p>
          </p:txBody>
        </p:sp>
        <p:sp>
          <p:nvSpPr>
            <p:cNvPr id="523" name="tx522"/>
            <p:cNvSpPr/>
            <p:nvPr/>
          </p:nvSpPr>
          <p:spPr>
            <a:xfrm>
              <a:off x="2855627" y="4722667"/>
              <a:ext cx="277152" cy="678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D873FC">
                      <a:alpha val="100000"/>
                    </a:srgbClr>
                  </a:solidFill>
                  <a:latin typeface="Arial"/>
                  <a:cs typeface="Arial"/>
                </a:rPr>
                <a:t>Senegal</a:t>
              </a:r>
            </a:p>
          </p:txBody>
        </p:sp>
        <p:sp>
          <p:nvSpPr>
            <p:cNvPr id="524" name="tx523"/>
            <p:cNvSpPr/>
            <p:nvPr/>
          </p:nvSpPr>
          <p:spPr>
            <a:xfrm>
              <a:off x="5124598" y="4067208"/>
              <a:ext cx="220938" cy="535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DB72FB">
                      <a:alpha val="100000"/>
                    </a:srgbClr>
                  </a:solidFill>
                  <a:latin typeface="Arial"/>
                  <a:cs typeface="Arial"/>
                </a:rPr>
                <a:t>Serbia</a:t>
              </a:r>
            </a:p>
          </p:txBody>
        </p:sp>
        <p:sp>
          <p:nvSpPr>
            <p:cNvPr id="525" name="tx524"/>
            <p:cNvSpPr/>
            <p:nvPr/>
          </p:nvSpPr>
          <p:spPr>
            <a:xfrm>
              <a:off x="4815936" y="5603766"/>
              <a:ext cx="373665" cy="678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DF70F9">
                      <a:alpha val="100000"/>
                    </a:srgbClr>
                  </a:solidFill>
                  <a:latin typeface="Arial"/>
                  <a:cs typeface="Arial"/>
                </a:rPr>
                <a:t>Seychelles</a:t>
              </a:r>
            </a:p>
          </p:txBody>
        </p:sp>
        <p:sp>
          <p:nvSpPr>
            <p:cNvPr id="526" name="tx525"/>
            <p:cNvSpPr/>
            <p:nvPr/>
          </p:nvSpPr>
          <p:spPr>
            <a:xfrm>
              <a:off x="2683131" y="3197859"/>
              <a:ext cx="437819" cy="535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E26EF7">
                      <a:alpha val="100000"/>
                    </a:srgbClr>
                  </a:solidFill>
                  <a:latin typeface="Arial"/>
                  <a:cs typeface="Arial"/>
                </a:rPr>
                <a:t>Sierra Leone</a:t>
              </a:r>
            </a:p>
          </p:txBody>
        </p:sp>
        <p:sp>
          <p:nvSpPr>
            <p:cNvPr id="527" name="tx526"/>
            <p:cNvSpPr/>
            <p:nvPr/>
          </p:nvSpPr>
          <p:spPr>
            <a:xfrm>
              <a:off x="5601579" y="5059044"/>
              <a:ext cx="353374" cy="678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E46DF5">
                      <a:alpha val="100000"/>
                    </a:srgbClr>
                  </a:solidFill>
                  <a:latin typeface="Arial"/>
                  <a:cs typeface="Arial"/>
                </a:rPr>
                <a:t>Singapore</a:t>
              </a:r>
            </a:p>
          </p:txBody>
        </p:sp>
        <p:sp>
          <p:nvSpPr>
            <p:cNvPr id="528" name="tx527"/>
            <p:cNvSpPr/>
            <p:nvPr/>
          </p:nvSpPr>
          <p:spPr>
            <a:xfrm>
              <a:off x="5309390" y="5639966"/>
              <a:ext cx="293279" cy="535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E76BF3">
                      <a:alpha val="100000"/>
                    </a:srgbClr>
                  </a:solidFill>
                  <a:latin typeface="Arial"/>
                  <a:cs typeface="Arial"/>
                </a:rPr>
                <a:t>Slovakia</a:t>
              </a:r>
            </a:p>
          </p:txBody>
        </p:sp>
        <p:sp>
          <p:nvSpPr>
            <p:cNvPr id="529" name="tx528"/>
            <p:cNvSpPr/>
            <p:nvPr/>
          </p:nvSpPr>
          <p:spPr>
            <a:xfrm>
              <a:off x="5866125" y="5901614"/>
              <a:ext cx="297231" cy="535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EA6AF1">
                      <a:alpha val="100000"/>
                    </a:srgbClr>
                  </a:solidFill>
                  <a:latin typeface="Arial"/>
                  <a:cs typeface="Arial"/>
                </a:rPr>
                <a:t>Slovenia</a:t>
              </a:r>
            </a:p>
          </p:txBody>
        </p:sp>
        <p:sp>
          <p:nvSpPr>
            <p:cNvPr id="530" name="tx529"/>
            <p:cNvSpPr/>
            <p:nvPr/>
          </p:nvSpPr>
          <p:spPr>
            <a:xfrm>
              <a:off x="1811496" y="5609340"/>
              <a:ext cx="578230" cy="535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EC69EE">
                      <a:alpha val="100000"/>
                    </a:srgbClr>
                  </a:solidFill>
                  <a:latin typeface="Arial"/>
                  <a:cs typeface="Arial"/>
                </a:rPr>
                <a:t>Solomon Islands</a:t>
              </a:r>
            </a:p>
          </p:txBody>
        </p:sp>
        <p:sp>
          <p:nvSpPr>
            <p:cNvPr id="531" name="tx530"/>
            <p:cNvSpPr/>
            <p:nvPr/>
          </p:nvSpPr>
          <p:spPr>
            <a:xfrm>
              <a:off x="1381863" y="5467943"/>
              <a:ext cx="277152" cy="535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EE67EC">
                      <a:alpha val="100000"/>
                    </a:srgbClr>
                  </a:solidFill>
                  <a:latin typeface="Arial"/>
                  <a:cs typeface="Arial"/>
                </a:rPr>
                <a:t>Somalia</a:t>
              </a:r>
            </a:p>
          </p:txBody>
        </p:sp>
        <p:sp>
          <p:nvSpPr>
            <p:cNvPr id="532" name="tx531"/>
            <p:cNvSpPr/>
            <p:nvPr/>
          </p:nvSpPr>
          <p:spPr>
            <a:xfrm>
              <a:off x="4468404" y="5092370"/>
              <a:ext cx="429632" cy="535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066EA">
                      <a:alpha val="100000"/>
                    </a:srgbClr>
                  </a:solidFill>
                  <a:latin typeface="Arial"/>
                  <a:cs typeface="Arial"/>
                </a:rPr>
                <a:t>South Africa</a:t>
              </a:r>
            </a:p>
          </p:txBody>
        </p:sp>
        <p:sp>
          <p:nvSpPr>
            <p:cNvPr id="533" name="tx532"/>
            <p:cNvSpPr/>
            <p:nvPr/>
          </p:nvSpPr>
          <p:spPr>
            <a:xfrm>
              <a:off x="5830807" y="4348703"/>
              <a:ext cx="429632" cy="535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265E7">
                      <a:alpha val="100000"/>
                    </a:srgbClr>
                  </a:solidFill>
                  <a:latin typeface="Arial"/>
                  <a:cs typeface="Arial"/>
                </a:rPr>
                <a:t>South Korea</a:t>
              </a:r>
            </a:p>
          </p:txBody>
        </p:sp>
        <p:sp>
          <p:nvSpPr>
            <p:cNvPr id="534" name="tx533"/>
            <p:cNvSpPr/>
            <p:nvPr/>
          </p:nvSpPr>
          <p:spPr>
            <a:xfrm>
              <a:off x="2459664" y="5461955"/>
              <a:ext cx="445617" cy="535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464E4">
                      <a:alpha val="100000"/>
                    </a:srgbClr>
                  </a:solidFill>
                  <a:latin typeface="Arial"/>
                  <a:cs typeface="Arial"/>
                </a:rPr>
                <a:t>South Sudan</a:t>
              </a:r>
            </a:p>
          </p:txBody>
        </p:sp>
        <p:sp>
          <p:nvSpPr>
            <p:cNvPr id="535" name="tx534"/>
            <p:cNvSpPr/>
            <p:nvPr/>
          </p:nvSpPr>
          <p:spPr>
            <a:xfrm>
              <a:off x="5076465" y="4766537"/>
              <a:ext cx="196766" cy="668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663E2">
                      <a:alpha val="100000"/>
                    </a:srgbClr>
                  </a:solidFill>
                  <a:latin typeface="Arial"/>
                  <a:cs typeface="Arial"/>
                </a:rPr>
                <a:t>Spain</a:t>
              </a:r>
            </a:p>
          </p:txBody>
        </p:sp>
        <p:sp>
          <p:nvSpPr>
            <p:cNvPr id="536" name="tx535"/>
            <p:cNvSpPr/>
            <p:nvPr/>
          </p:nvSpPr>
          <p:spPr>
            <a:xfrm>
              <a:off x="4592120" y="4644278"/>
              <a:ext cx="325356" cy="535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763DF">
                      <a:alpha val="100000"/>
                    </a:srgbClr>
                  </a:solidFill>
                  <a:latin typeface="Arial"/>
                  <a:cs typeface="Arial"/>
                </a:rPr>
                <a:t>Sri Lanka</a:t>
              </a:r>
            </a:p>
          </p:txBody>
        </p:sp>
        <p:sp>
          <p:nvSpPr>
            <p:cNvPr id="537" name="tx536"/>
            <p:cNvSpPr/>
            <p:nvPr/>
          </p:nvSpPr>
          <p:spPr>
            <a:xfrm>
              <a:off x="3454950" y="5239449"/>
              <a:ext cx="220832" cy="535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962DC">
                      <a:alpha val="100000"/>
                    </a:srgbClr>
                  </a:solidFill>
                  <a:latin typeface="Arial"/>
                  <a:cs typeface="Arial"/>
                </a:rPr>
                <a:t>Sudan</a:t>
              </a:r>
            </a:p>
          </p:txBody>
        </p:sp>
        <p:sp>
          <p:nvSpPr>
            <p:cNvPr id="538" name="tx537"/>
            <p:cNvSpPr/>
            <p:nvPr/>
          </p:nvSpPr>
          <p:spPr>
            <a:xfrm>
              <a:off x="3473843" y="5761940"/>
              <a:ext cx="329343" cy="535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A62D9">
                      <a:alpha val="100000"/>
                    </a:srgbClr>
                  </a:solidFill>
                  <a:latin typeface="Arial"/>
                  <a:cs typeface="Arial"/>
                </a:rPr>
                <a:t>Suriname</a:t>
              </a:r>
            </a:p>
          </p:txBody>
        </p:sp>
        <p:sp>
          <p:nvSpPr>
            <p:cNvPr id="539" name="tx538"/>
            <p:cNvSpPr/>
            <p:nvPr/>
          </p:nvSpPr>
          <p:spPr>
            <a:xfrm>
              <a:off x="5772568" y="4928370"/>
              <a:ext cx="273094" cy="535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B61D6">
                      <a:alpha val="100000"/>
                    </a:srgbClr>
                  </a:solidFill>
                  <a:latin typeface="Arial"/>
                  <a:cs typeface="Arial"/>
                </a:rPr>
                <a:t>Sweden</a:t>
              </a:r>
            </a:p>
          </p:txBody>
        </p:sp>
        <p:sp>
          <p:nvSpPr>
            <p:cNvPr id="540" name="tx539"/>
            <p:cNvSpPr/>
            <p:nvPr/>
          </p:nvSpPr>
          <p:spPr>
            <a:xfrm>
              <a:off x="5883912" y="5748077"/>
              <a:ext cx="401578" cy="535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D61D3">
                      <a:alpha val="100000"/>
                    </a:srgbClr>
                  </a:solidFill>
                  <a:latin typeface="Arial"/>
                  <a:cs typeface="Arial"/>
                </a:rPr>
                <a:t>Switzerland</a:t>
              </a:r>
            </a:p>
          </p:txBody>
        </p:sp>
        <p:sp>
          <p:nvSpPr>
            <p:cNvPr id="541" name="tx540"/>
            <p:cNvSpPr/>
            <p:nvPr/>
          </p:nvSpPr>
          <p:spPr>
            <a:xfrm>
              <a:off x="3860414" y="4499047"/>
              <a:ext cx="176793" cy="678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E61D0">
                      <a:alpha val="100000"/>
                    </a:srgbClr>
                  </a:solidFill>
                  <a:latin typeface="Arial"/>
                  <a:cs typeface="Arial"/>
                </a:rPr>
                <a:t>Syria</a:t>
              </a:r>
            </a:p>
          </p:txBody>
        </p:sp>
        <p:sp>
          <p:nvSpPr>
            <p:cNvPr id="542" name="tx541"/>
            <p:cNvSpPr/>
            <p:nvPr/>
          </p:nvSpPr>
          <p:spPr>
            <a:xfrm>
              <a:off x="2636456" y="5734480"/>
              <a:ext cx="333366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E61CD">
                      <a:alpha val="100000"/>
                    </a:srgbClr>
                  </a:solidFill>
                  <a:latin typeface="Arial"/>
                  <a:cs typeface="Arial"/>
                </a:rPr>
                <a:t>Tajikistan</a:t>
              </a:r>
            </a:p>
          </p:txBody>
        </p:sp>
        <p:sp>
          <p:nvSpPr>
            <p:cNvPr id="543" name="tx542"/>
            <p:cNvSpPr/>
            <p:nvPr/>
          </p:nvSpPr>
          <p:spPr>
            <a:xfrm>
              <a:off x="2403206" y="5022876"/>
              <a:ext cx="309229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F61C9">
                      <a:alpha val="100000"/>
                    </a:srgbClr>
                  </a:solidFill>
                  <a:latin typeface="Arial"/>
                  <a:cs typeface="Arial"/>
                </a:rPr>
                <a:t>Tanzania</a:t>
              </a:r>
            </a:p>
          </p:txBody>
        </p:sp>
        <p:sp>
          <p:nvSpPr>
            <p:cNvPr id="544" name="tx543"/>
            <p:cNvSpPr/>
            <p:nvPr/>
          </p:nvSpPr>
          <p:spPr>
            <a:xfrm>
              <a:off x="4461426" y="4501458"/>
              <a:ext cx="297125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F61C6">
                      <a:alpha val="100000"/>
                    </a:srgbClr>
                  </a:solidFill>
                  <a:latin typeface="Arial"/>
                  <a:cs typeface="Arial"/>
                </a:rPr>
                <a:t>Thailand</a:t>
              </a:r>
            </a:p>
          </p:txBody>
        </p:sp>
        <p:sp>
          <p:nvSpPr>
            <p:cNvPr id="545" name="tx544"/>
            <p:cNvSpPr/>
            <p:nvPr/>
          </p:nvSpPr>
          <p:spPr>
            <a:xfrm>
              <a:off x="2597966" y="4387525"/>
              <a:ext cx="413611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F61C3">
                      <a:alpha val="100000"/>
                    </a:srgbClr>
                  </a:solidFill>
                  <a:latin typeface="Arial"/>
                  <a:cs typeface="Arial"/>
                </a:rPr>
                <a:t>Timor-Leste</a:t>
              </a:r>
            </a:p>
          </p:txBody>
        </p:sp>
        <p:sp>
          <p:nvSpPr>
            <p:cNvPr id="546" name="tx545"/>
            <p:cNvSpPr/>
            <p:nvPr/>
          </p:nvSpPr>
          <p:spPr>
            <a:xfrm>
              <a:off x="3359656" y="2969746"/>
              <a:ext cx="176581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F62BF">
                      <a:alpha val="100000"/>
                    </a:srgbClr>
                  </a:solidFill>
                  <a:latin typeface="Arial"/>
                  <a:cs typeface="Arial"/>
                </a:rPr>
                <a:t>Togo</a:t>
              </a:r>
            </a:p>
          </p:txBody>
        </p:sp>
        <p:sp>
          <p:nvSpPr>
            <p:cNvPr id="547" name="tx546"/>
            <p:cNvSpPr/>
            <p:nvPr/>
          </p:nvSpPr>
          <p:spPr>
            <a:xfrm>
              <a:off x="4091599" y="4639080"/>
              <a:ext cx="216774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F62BC">
                      <a:alpha val="100000"/>
                    </a:srgbClr>
                  </a:solidFill>
                  <a:latin typeface="Arial"/>
                  <a:cs typeface="Arial"/>
                </a:rPr>
                <a:t>Tonga</a:t>
              </a:r>
            </a:p>
          </p:txBody>
        </p:sp>
        <p:sp>
          <p:nvSpPr>
            <p:cNvPr id="548" name="tx547"/>
            <p:cNvSpPr/>
            <p:nvPr/>
          </p:nvSpPr>
          <p:spPr>
            <a:xfrm>
              <a:off x="4521126" y="5239186"/>
              <a:ext cx="252980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F63B8">
                      <a:alpha val="100000"/>
                    </a:srgbClr>
                  </a:solidFill>
                  <a:latin typeface="Arial"/>
                  <a:cs typeface="Arial"/>
                </a:rPr>
                <a:t>Tunisia</a:t>
              </a:r>
            </a:p>
          </p:txBody>
        </p:sp>
        <p:sp>
          <p:nvSpPr>
            <p:cNvPr id="549" name="tx548"/>
            <p:cNvSpPr/>
            <p:nvPr/>
          </p:nvSpPr>
          <p:spPr>
            <a:xfrm>
              <a:off x="4968948" y="4201014"/>
              <a:ext cx="236994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F63B5">
                      <a:alpha val="100000"/>
                    </a:srgbClr>
                  </a:solidFill>
                  <a:latin typeface="Arial"/>
                  <a:cs typeface="Arial"/>
                </a:rPr>
                <a:t>Turkey</a:t>
              </a:r>
            </a:p>
          </p:txBody>
        </p:sp>
        <p:sp>
          <p:nvSpPr>
            <p:cNvPr id="550" name="tx549"/>
            <p:cNvSpPr/>
            <p:nvPr/>
          </p:nvSpPr>
          <p:spPr>
            <a:xfrm>
              <a:off x="2776483" y="5902567"/>
              <a:ext cx="473883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F64B1">
                      <a:alpha val="100000"/>
                    </a:srgbClr>
                  </a:solidFill>
                  <a:latin typeface="Arial"/>
                  <a:cs typeface="Arial"/>
                </a:rPr>
                <a:t>Turkmenistan</a:t>
              </a:r>
            </a:p>
          </p:txBody>
        </p:sp>
        <p:sp>
          <p:nvSpPr>
            <p:cNvPr id="551" name="tx550"/>
            <p:cNvSpPr/>
            <p:nvPr/>
          </p:nvSpPr>
          <p:spPr>
            <a:xfrm>
              <a:off x="3650181" y="4192269"/>
              <a:ext cx="232901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F65AD">
                      <a:alpha val="100000"/>
                    </a:srgbClr>
                  </a:solidFill>
                  <a:latin typeface="Arial"/>
                  <a:cs typeface="Arial"/>
                </a:rPr>
                <a:t>Tuvalu</a:t>
              </a:r>
            </a:p>
          </p:txBody>
        </p:sp>
        <p:sp>
          <p:nvSpPr>
            <p:cNvPr id="552" name="tx551"/>
            <p:cNvSpPr/>
            <p:nvPr/>
          </p:nvSpPr>
          <p:spPr>
            <a:xfrm>
              <a:off x="2328297" y="5595938"/>
              <a:ext cx="265013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F66A9">
                      <a:alpha val="100000"/>
                    </a:srgbClr>
                  </a:solidFill>
                  <a:latin typeface="Arial"/>
                  <a:cs typeface="Arial"/>
                </a:rPr>
                <a:t>Uganda</a:t>
              </a:r>
            </a:p>
          </p:txBody>
        </p:sp>
        <p:sp>
          <p:nvSpPr>
            <p:cNvPr id="553" name="tx552"/>
            <p:cNvSpPr/>
            <p:nvPr/>
          </p:nvSpPr>
          <p:spPr>
            <a:xfrm>
              <a:off x="5591041" y="4639985"/>
              <a:ext cx="104382" cy="526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F67A6">
                      <a:alpha val="100000"/>
                    </a:srgbClr>
                  </a:solidFill>
                  <a:latin typeface="Arial"/>
                  <a:cs typeface="Arial"/>
                </a:rPr>
                <a:t>UK</a:t>
              </a:r>
            </a:p>
          </p:txBody>
        </p:sp>
        <p:sp>
          <p:nvSpPr>
            <p:cNvPr id="554" name="tx553"/>
            <p:cNvSpPr/>
            <p:nvPr/>
          </p:nvSpPr>
          <p:spPr>
            <a:xfrm>
              <a:off x="4904069" y="5081135"/>
              <a:ext cx="265119" cy="526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F68A2">
                      <a:alpha val="100000"/>
                    </a:srgbClr>
                  </a:solidFill>
                  <a:latin typeface="Arial"/>
                  <a:cs typeface="Arial"/>
                </a:rPr>
                <a:t>Ukraine</a:t>
              </a:r>
            </a:p>
          </p:txBody>
        </p:sp>
        <p:sp>
          <p:nvSpPr>
            <p:cNvPr id="555" name="tx554"/>
            <p:cNvSpPr/>
            <p:nvPr/>
          </p:nvSpPr>
          <p:spPr>
            <a:xfrm>
              <a:off x="5550545" y="5216705"/>
              <a:ext cx="734944" cy="526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F699E">
                      <a:alpha val="100000"/>
                    </a:srgbClr>
                  </a:solidFill>
                  <a:latin typeface="Arial"/>
                  <a:cs typeface="Arial"/>
                </a:rPr>
                <a:t>United Arab Emirates</a:t>
              </a:r>
            </a:p>
          </p:txBody>
        </p:sp>
        <p:sp>
          <p:nvSpPr>
            <p:cNvPr id="556" name="tx555"/>
            <p:cNvSpPr/>
            <p:nvPr/>
          </p:nvSpPr>
          <p:spPr>
            <a:xfrm>
              <a:off x="3647429" y="5888205"/>
              <a:ext cx="293138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F6A9A">
                      <a:alpha val="100000"/>
                    </a:srgbClr>
                  </a:solidFill>
                  <a:latin typeface="Arial"/>
                  <a:cs typeface="Arial"/>
                </a:rPr>
                <a:t>Uruguay</a:t>
              </a:r>
            </a:p>
          </p:txBody>
        </p:sp>
        <p:sp>
          <p:nvSpPr>
            <p:cNvPr id="557" name="tx556"/>
            <p:cNvSpPr/>
            <p:nvPr/>
          </p:nvSpPr>
          <p:spPr>
            <a:xfrm>
              <a:off x="5700387" y="4779897"/>
              <a:ext cx="152585" cy="535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F6B95">
                      <a:alpha val="100000"/>
                    </a:srgbClr>
                  </a:solidFill>
                  <a:latin typeface="Arial"/>
                  <a:cs typeface="Arial"/>
                </a:rPr>
                <a:t>USA</a:t>
              </a:r>
            </a:p>
          </p:txBody>
        </p:sp>
        <p:sp>
          <p:nvSpPr>
            <p:cNvPr id="558" name="tx557"/>
            <p:cNvSpPr/>
            <p:nvPr/>
          </p:nvSpPr>
          <p:spPr>
            <a:xfrm>
              <a:off x="1670599" y="5902532"/>
              <a:ext cx="381534" cy="526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F6C91">
                      <a:alpha val="100000"/>
                    </a:srgbClr>
                  </a:solidFill>
                  <a:latin typeface="Arial"/>
                  <a:cs typeface="Arial"/>
                </a:rPr>
                <a:t>Uzbekistan</a:t>
              </a:r>
            </a:p>
          </p:txBody>
        </p:sp>
        <p:sp>
          <p:nvSpPr>
            <p:cNvPr id="559" name="tx558"/>
            <p:cNvSpPr/>
            <p:nvPr/>
          </p:nvSpPr>
          <p:spPr>
            <a:xfrm>
              <a:off x="2640565" y="4881077"/>
              <a:ext cx="285092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E6D8D">
                      <a:alpha val="100000"/>
                    </a:srgbClr>
                  </a:solidFill>
                  <a:latin typeface="Arial"/>
                  <a:cs typeface="Arial"/>
                </a:rPr>
                <a:t>Vanuatu</a:t>
              </a:r>
            </a:p>
          </p:txBody>
        </p:sp>
        <p:sp>
          <p:nvSpPr>
            <p:cNvPr id="560" name="tx559"/>
            <p:cNvSpPr/>
            <p:nvPr/>
          </p:nvSpPr>
          <p:spPr>
            <a:xfrm>
              <a:off x="1422264" y="5902567"/>
              <a:ext cx="353480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E6E89">
                      <a:alpha val="100000"/>
                    </a:srgbClr>
                  </a:solidFill>
                  <a:latin typeface="Arial"/>
                  <a:cs typeface="Arial"/>
                </a:rPr>
                <a:t>Venezuela</a:t>
              </a:r>
            </a:p>
          </p:txBody>
        </p:sp>
        <p:sp>
          <p:nvSpPr>
            <p:cNvPr id="561" name="tx560"/>
            <p:cNvSpPr/>
            <p:nvPr/>
          </p:nvSpPr>
          <p:spPr>
            <a:xfrm>
              <a:off x="3930267" y="4803308"/>
              <a:ext cx="281140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D7084">
                      <a:alpha val="100000"/>
                    </a:srgbClr>
                  </a:solidFill>
                  <a:latin typeface="Arial"/>
                  <a:cs typeface="Arial"/>
                </a:rPr>
                <a:t>Vietnam</a:t>
              </a:r>
            </a:p>
          </p:txBody>
        </p:sp>
        <p:sp>
          <p:nvSpPr>
            <p:cNvPr id="562" name="tx561"/>
            <p:cNvSpPr/>
            <p:nvPr/>
          </p:nvSpPr>
          <p:spPr>
            <a:xfrm>
              <a:off x="5090357" y="4627487"/>
              <a:ext cx="473883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C7180">
                      <a:alpha val="100000"/>
                    </a:srgbClr>
                  </a:solidFill>
                  <a:latin typeface="Arial"/>
                  <a:cs typeface="Arial"/>
                </a:rPr>
                <a:t>Virgin Islands</a:t>
              </a:r>
            </a:p>
          </p:txBody>
        </p:sp>
        <p:sp>
          <p:nvSpPr>
            <p:cNvPr id="563" name="tx562"/>
            <p:cNvSpPr/>
            <p:nvPr/>
          </p:nvSpPr>
          <p:spPr>
            <a:xfrm>
              <a:off x="2371745" y="5318043"/>
              <a:ext cx="236994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B727B">
                      <a:alpha val="100000"/>
                    </a:srgbClr>
                  </a:solidFill>
                  <a:latin typeface="Arial"/>
                  <a:cs typeface="Arial"/>
                </a:rPr>
                <a:t>Yemen</a:t>
              </a:r>
            </a:p>
          </p:txBody>
        </p:sp>
        <p:sp>
          <p:nvSpPr>
            <p:cNvPr id="564" name="tx563"/>
            <p:cNvSpPr/>
            <p:nvPr/>
          </p:nvSpPr>
          <p:spPr>
            <a:xfrm>
              <a:off x="2652828" y="4596164"/>
              <a:ext cx="253015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A7477">
                      <a:alpha val="100000"/>
                    </a:srgbClr>
                  </a:solidFill>
                  <a:latin typeface="Arial"/>
                  <a:cs typeface="Arial"/>
                </a:rPr>
                <a:t>Zambia</a:t>
              </a:r>
            </a:p>
          </p:txBody>
        </p:sp>
        <p:sp>
          <p:nvSpPr>
            <p:cNvPr id="565" name="tx564"/>
            <p:cNvSpPr/>
            <p:nvPr/>
          </p:nvSpPr>
          <p:spPr>
            <a:xfrm>
              <a:off x="3237880" y="5085378"/>
              <a:ext cx="353374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97572">
                      <a:alpha val="100000"/>
                    </a:srgbClr>
                  </a:solidFill>
                  <a:latin typeface="Arial"/>
                  <a:cs typeface="Arial"/>
                </a:rPr>
                <a:t>Zimbabwe</a:t>
              </a:r>
            </a:p>
          </p:txBody>
        </p:sp>
        <p:sp>
          <p:nvSpPr>
            <p:cNvPr id="566" name="pl565"/>
            <p:cNvSpPr/>
            <p:nvPr/>
          </p:nvSpPr>
          <p:spPr>
            <a:xfrm>
              <a:off x="1562219" y="3807464"/>
              <a:ext cx="4541896" cy="1962112"/>
            </a:xfrm>
            <a:custGeom>
              <a:avLst/>
              <a:pathLst>
                <a:path w="4541896" h="1962112">
                  <a:moveTo>
                    <a:pt x="0" y="11356"/>
                  </a:moveTo>
                  <a:lnTo>
                    <a:pt x="57492" y="5865"/>
                  </a:lnTo>
                  <a:lnTo>
                    <a:pt x="114984" y="2006"/>
                  </a:lnTo>
                  <a:lnTo>
                    <a:pt x="172477" y="0"/>
                  </a:lnTo>
                  <a:lnTo>
                    <a:pt x="229969" y="68"/>
                  </a:lnTo>
                  <a:lnTo>
                    <a:pt x="287461" y="2435"/>
                  </a:lnTo>
                  <a:lnTo>
                    <a:pt x="344954" y="7321"/>
                  </a:lnTo>
                  <a:lnTo>
                    <a:pt x="402446" y="14948"/>
                  </a:lnTo>
                  <a:lnTo>
                    <a:pt x="459938" y="25541"/>
                  </a:lnTo>
                  <a:lnTo>
                    <a:pt x="517431" y="39319"/>
                  </a:lnTo>
                  <a:lnTo>
                    <a:pt x="574923" y="56506"/>
                  </a:lnTo>
                  <a:lnTo>
                    <a:pt x="632415" y="77324"/>
                  </a:lnTo>
                  <a:lnTo>
                    <a:pt x="689908" y="101996"/>
                  </a:lnTo>
                  <a:lnTo>
                    <a:pt x="747400" y="130742"/>
                  </a:lnTo>
                  <a:lnTo>
                    <a:pt x="804893" y="163786"/>
                  </a:lnTo>
                  <a:lnTo>
                    <a:pt x="862385" y="201350"/>
                  </a:lnTo>
                  <a:lnTo>
                    <a:pt x="919877" y="243656"/>
                  </a:lnTo>
                  <a:lnTo>
                    <a:pt x="977370" y="290926"/>
                  </a:lnTo>
                  <a:lnTo>
                    <a:pt x="1034862" y="343383"/>
                  </a:lnTo>
                  <a:lnTo>
                    <a:pt x="1092354" y="401249"/>
                  </a:lnTo>
                  <a:lnTo>
                    <a:pt x="1149847" y="464745"/>
                  </a:lnTo>
                  <a:lnTo>
                    <a:pt x="1207339" y="534095"/>
                  </a:lnTo>
                  <a:lnTo>
                    <a:pt x="1264831" y="609520"/>
                  </a:lnTo>
                  <a:lnTo>
                    <a:pt x="1322324" y="691243"/>
                  </a:lnTo>
                  <a:lnTo>
                    <a:pt x="1379816" y="779485"/>
                  </a:lnTo>
                  <a:lnTo>
                    <a:pt x="1437309" y="874334"/>
                  </a:lnTo>
                  <a:lnTo>
                    <a:pt x="1494801" y="971717"/>
                  </a:lnTo>
                  <a:lnTo>
                    <a:pt x="1552293" y="1068373"/>
                  </a:lnTo>
                  <a:lnTo>
                    <a:pt x="1609786" y="1162572"/>
                  </a:lnTo>
                  <a:lnTo>
                    <a:pt x="1667278" y="1252582"/>
                  </a:lnTo>
                  <a:lnTo>
                    <a:pt x="1724770" y="1336672"/>
                  </a:lnTo>
                  <a:lnTo>
                    <a:pt x="1782263" y="1413021"/>
                  </a:lnTo>
                  <a:lnTo>
                    <a:pt x="1839755" y="1476692"/>
                  </a:lnTo>
                  <a:lnTo>
                    <a:pt x="1897247" y="1527957"/>
                  </a:lnTo>
                  <a:lnTo>
                    <a:pt x="1954740" y="1570038"/>
                  </a:lnTo>
                  <a:lnTo>
                    <a:pt x="2012232" y="1606155"/>
                  </a:lnTo>
                  <a:lnTo>
                    <a:pt x="2069725" y="1639528"/>
                  </a:lnTo>
                  <a:lnTo>
                    <a:pt x="2127217" y="1672691"/>
                  </a:lnTo>
                  <a:lnTo>
                    <a:pt x="2184709" y="1689345"/>
                  </a:lnTo>
                  <a:lnTo>
                    <a:pt x="2242202" y="1692460"/>
                  </a:lnTo>
                  <a:lnTo>
                    <a:pt x="2299694" y="1697030"/>
                  </a:lnTo>
                  <a:lnTo>
                    <a:pt x="2357186" y="1715093"/>
                  </a:lnTo>
                  <a:lnTo>
                    <a:pt x="2414679" y="1740577"/>
                  </a:lnTo>
                  <a:lnTo>
                    <a:pt x="2472171" y="1769249"/>
                  </a:lnTo>
                  <a:lnTo>
                    <a:pt x="2529663" y="1798023"/>
                  </a:lnTo>
                  <a:lnTo>
                    <a:pt x="2587156" y="1823809"/>
                  </a:lnTo>
                  <a:lnTo>
                    <a:pt x="2644648" y="1847597"/>
                  </a:lnTo>
                  <a:lnTo>
                    <a:pt x="2702141" y="1874030"/>
                  </a:lnTo>
                  <a:lnTo>
                    <a:pt x="2759633" y="1899873"/>
                  </a:lnTo>
                  <a:lnTo>
                    <a:pt x="2817125" y="1921682"/>
                  </a:lnTo>
                  <a:lnTo>
                    <a:pt x="2874618" y="1936017"/>
                  </a:lnTo>
                  <a:lnTo>
                    <a:pt x="2932110" y="1938108"/>
                  </a:lnTo>
                  <a:lnTo>
                    <a:pt x="2989602" y="1932865"/>
                  </a:lnTo>
                  <a:lnTo>
                    <a:pt x="3047095" y="1931671"/>
                  </a:lnTo>
                  <a:lnTo>
                    <a:pt x="3104587" y="1931770"/>
                  </a:lnTo>
                  <a:lnTo>
                    <a:pt x="3162079" y="1932208"/>
                  </a:lnTo>
                  <a:lnTo>
                    <a:pt x="3219572" y="1933322"/>
                  </a:lnTo>
                  <a:lnTo>
                    <a:pt x="3277064" y="1935094"/>
                  </a:lnTo>
                  <a:lnTo>
                    <a:pt x="3334556" y="1938392"/>
                  </a:lnTo>
                  <a:lnTo>
                    <a:pt x="3392049" y="1942257"/>
                  </a:lnTo>
                  <a:lnTo>
                    <a:pt x="3449541" y="1945637"/>
                  </a:lnTo>
                  <a:lnTo>
                    <a:pt x="3507034" y="1949704"/>
                  </a:lnTo>
                  <a:lnTo>
                    <a:pt x="3564526" y="1954457"/>
                  </a:lnTo>
                  <a:lnTo>
                    <a:pt x="3622018" y="1958163"/>
                  </a:lnTo>
                  <a:lnTo>
                    <a:pt x="3679511" y="1959736"/>
                  </a:lnTo>
                  <a:lnTo>
                    <a:pt x="3737003" y="1960133"/>
                  </a:lnTo>
                  <a:lnTo>
                    <a:pt x="3794495" y="1960318"/>
                  </a:lnTo>
                  <a:lnTo>
                    <a:pt x="3851988" y="1960908"/>
                  </a:lnTo>
                  <a:lnTo>
                    <a:pt x="3909480" y="1961178"/>
                  </a:lnTo>
                  <a:lnTo>
                    <a:pt x="3966972" y="1961489"/>
                  </a:lnTo>
                  <a:lnTo>
                    <a:pt x="4024465" y="1961755"/>
                  </a:lnTo>
                  <a:lnTo>
                    <a:pt x="4081957" y="1961933"/>
                  </a:lnTo>
                  <a:lnTo>
                    <a:pt x="4139450" y="1962076"/>
                  </a:lnTo>
                  <a:lnTo>
                    <a:pt x="4196942" y="1962112"/>
                  </a:lnTo>
                  <a:lnTo>
                    <a:pt x="4254434" y="1962077"/>
                  </a:lnTo>
                  <a:lnTo>
                    <a:pt x="4311927" y="1961995"/>
                  </a:lnTo>
                  <a:lnTo>
                    <a:pt x="4369419" y="1961858"/>
                  </a:lnTo>
                  <a:lnTo>
                    <a:pt x="4426911" y="1961652"/>
                  </a:lnTo>
                  <a:lnTo>
                    <a:pt x="4484404" y="1961363"/>
                  </a:lnTo>
                  <a:lnTo>
                    <a:pt x="4541896" y="1960979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tx566"/>
            <p:cNvSpPr/>
            <p:nvPr/>
          </p:nvSpPr>
          <p:spPr>
            <a:xfrm>
              <a:off x="1210339" y="5731143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68" name="tx567"/>
            <p:cNvSpPr/>
            <p:nvPr/>
          </p:nvSpPr>
          <p:spPr>
            <a:xfrm>
              <a:off x="1210339" y="4219425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569" name="tx568"/>
            <p:cNvSpPr/>
            <p:nvPr/>
          </p:nvSpPr>
          <p:spPr>
            <a:xfrm>
              <a:off x="1148183" y="2704869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570" name="tx569"/>
            <p:cNvSpPr/>
            <p:nvPr/>
          </p:nvSpPr>
          <p:spPr>
            <a:xfrm>
              <a:off x="1148183" y="11917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571" name="pl570"/>
            <p:cNvSpPr/>
            <p:nvPr/>
          </p:nvSpPr>
          <p:spPr>
            <a:xfrm>
              <a:off x="1300330" y="577283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l571"/>
            <p:cNvSpPr/>
            <p:nvPr/>
          </p:nvSpPr>
          <p:spPr>
            <a:xfrm>
              <a:off x="1300330" y="425969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l572"/>
            <p:cNvSpPr/>
            <p:nvPr/>
          </p:nvSpPr>
          <p:spPr>
            <a:xfrm>
              <a:off x="1300330" y="274656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l573"/>
            <p:cNvSpPr/>
            <p:nvPr/>
          </p:nvSpPr>
          <p:spPr>
            <a:xfrm>
              <a:off x="1300330" y="123342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l574"/>
            <p:cNvSpPr/>
            <p:nvPr/>
          </p:nvSpPr>
          <p:spPr>
            <a:xfrm>
              <a:off x="2467385" y="60008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l575"/>
            <p:cNvSpPr/>
            <p:nvPr/>
          </p:nvSpPr>
          <p:spPr>
            <a:xfrm>
              <a:off x="3806387" y="60008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l576"/>
            <p:cNvSpPr/>
            <p:nvPr/>
          </p:nvSpPr>
          <p:spPr>
            <a:xfrm>
              <a:off x="5145390" y="60008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tx577"/>
            <p:cNvSpPr/>
            <p:nvPr/>
          </p:nvSpPr>
          <p:spPr>
            <a:xfrm>
              <a:off x="2358626" y="6061805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579" name="tx578"/>
            <p:cNvSpPr/>
            <p:nvPr/>
          </p:nvSpPr>
          <p:spPr>
            <a:xfrm>
              <a:off x="3697629" y="6061805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580" name="tx579"/>
            <p:cNvSpPr/>
            <p:nvPr/>
          </p:nvSpPr>
          <p:spPr>
            <a:xfrm>
              <a:off x="5036631" y="6061805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581" name="tx580"/>
            <p:cNvSpPr/>
            <p:nvPr/>
          </p:nvSpPr>
          <p:spPr>
            <a:xfrm>
              <a:off x="3716728" y="6198400"/>
              <a:ext cx="232878" cy="1034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SDI</a:t>
              </a:r>
            </a:p>
          </p:txBody>
        </p:sp>
        <p:sp>
          <p:nvSpPr>
            <p:cNvPr id="582" name="tx581"/>
            <p:cNvSpPr/>
            <p:nvPr/>
          </p:nvSpPr>
          <p:spPr>
            <a:xfrm rot="-5400000">
              <a:off x="888661" y="3440722"/>
              <a:ext cx="287244" cy="1034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ASR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2025-03-25T23:06:41Z</dcterms:modified>
  <cp:category/>
</cp:coreProperties>
</file>