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35124" y="983989"/>
              <a:ext cx="499608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35124" y="5216383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35124" y="4074557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35124" y="2932731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335124" y="1790905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797883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136886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47588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5814891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335124" y="5787296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35124" y="4645470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35124" y="3503644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35124" y="2361818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335124" y="1219992"/>
              <a:ext cx="4996086" cy="0"/>
            </a:xfrm>
            <a:custGeom>
              <a:avLst/>
              <a:pathLst>
                <a:path w="4996086" h="0">
                  <a:moveTo>
                    <a:pt x="0" y="0"/>
                  </a:moveTo>
                  <a:lnTo>
                    <a:pt x="4996086" y="0"/>
                  </a:lnTo>
                  <a:lnTo>
                    <a:pt x="499608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46738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806387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14539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2940668" y="545724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4750999" y="5746067"/>
              <a:ext cx="49651" cy="49651"/>
            </a:xfrm>
            <a:prstGeom prst="ellipse">
              <a:avLst/>
            </a:prstGeom>
            <a:solidFill>
              <a:srgbClr val="F77868">
                <a:alpha val="100000"/>
              </a:srgbClr>
            </a:solidFill>
            <a:ln w="9000" cap="rnd">
              <a:solidFill>
                <a:srgbClr val="F778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4595675" y="5691260"/>
              <a:ext cx="49651" cy="49651"/>
            </a:xfrm>
            <a:prstGeom prst="ellipse">
              <a:avLst/>
            </a:prstGeom>
            <a:solidFill>
              <a:srgbClr val="F57963">
                <a:alpha val="100000"/>
              </a:srgbClr>
            </a:solidFill>
            <a:ln w="9000" cap="rnd">
              <a:solidFill>
                <a:srgbClr val="F579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917035" y="5711219"/>
              <a:ext cx="49651" cy="49651"/>
            </a:xfrm>
            <a:prstGeom prst="ellipse">
              <a:avLst/>
            </a:prstGeom>
            <a:solidFill>
              <a:srgbClr val="F47A5D">
                <a:alpha val="100000"/>
              </a:srgbClr>
            </a:solidFill>
            <a:ln w="9000" cap="rnd">
              <a:solidFill>
                <a:srgbClr val="F47A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5891829" y="5745651"/>
              <a:ext cx="49651" cy="49651"/>
            </a:xfrm>
            <a:prstGeom prst="ellipse">
              <a:avLst/>
            </a:prstGeom>
            <a:solidFill>
              <a:srgbClr val="F37C58">
                <a:alpha val="100000"/>
              </a:srgbClr>
            </a:solidFill>
            <a:ln w="9000" cap="rnd">
              <a:solidFill>
                <a:srgbClr val="F37C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20881" y="4720634"/>
              <a:ext cx="49651" cy="49651"/>
            </a:xfrm>
            <a:prstGeom prst="ellipse">
              <a:avLst/>
            </a:prstGeom>
            <a:solidFill>
              <a:srgbClr val="F17D52">
                <a:alpha val="100000"/>
              </a:srgbClr>
            </a:solidFill>
            <a:ln w="9000" cap="rnd">
              <a:solidFill>
                <a:srgbClr val="F17D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895611" y="5738628"/>
              <a:ext cx="49651" cy="49651"/>
            </a:xfrm>
            <a:prstGeom prst="ellipse">
              <a:avLst/>
            </a:prstGeom>
            <a:solidFill>
              <a:srgbClr val="F07E4B">
                <a:alpha val="100000"/>
              </a:srgbClr>
            </a:solidFill>
            <a:ln w="9000" cap="rnd">
              <a:solidFill>
                <a:srgbClr val="F07E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793847" y="5747143"/>
              <a:ext cx="49651" cy="49651"/>
            </a:xfrm>
            <a:prstGeom prst="ellipse">
              <a:avLst/>
            </a:prstGeom>
            <a:solidFill>
              <a:srgbClr val="EE8045">
                <a:alpha val="100000"/>
              </a:srgbClr>
            </a:solidFill>
            <a:ln w="9000" cap="rnd">
              <a:solidFill>
                <a:srgbClr val="EE8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5597249" y="5742461"/>
              <a:ext cx="49651" cy="49651"/>
            </a:xfrm>
            <a:prstGeom prst="ellipse">
              <a:avLst/>
            </a:prstGeom>
            <a:solidFill>
              <a:srgbClr val="ED813E">
                <a:alpha val="100000"/>
              </a:srgbClr>
            </a:solidFill>
            <a:ln w="9000" cap="rnd">
              <a:solidFill>
                <a:srgbClr val="ED81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650809" y="5745441"/>
              <a:ext cx="49651" cy="49651"/>
            </a:xfrm>
            <a:prstGeom prst="ellipse">
              <a:avLst/>
            </a:prstGeom>
            <a:solidFill>
              <a:srgbClr val="EB8336">
                <a:alpha val="100000"/>
              </a:srgbClr>
            </a:solidFill>
            <a:ln w="9000" cap="rnd">
              <a:solidFill>
                <a:srgbClr val="EB83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761711" y="5744801"/>
              <a:ext cx="49651" cy="49651"/>
            </a:xfrm>
            <a:prstGeom prst="ellipse">
              <a:avLst/>
            </a:prstGeom>
            <a:solidFill>
              <a:srgbClr val="E9842C">
                <a:alpha val="100000"/>
              </a:srgbClr>
            </a:solidFill>
            <a:ln w="9000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125920" y="5692562"/>
              <a:ext cx="49651" cy="49651"/>
            </a:xfrm>
            <a:prstGeom prst="ellipse">
              <a:avLst/>
            </a:prstGeom>
            <a:solidFill>
              <a:srgbClr val="E88521">
                <a:alpha val="100000"/>
              </a:srgbClr>
            </a:solidFill>
            <a:ln w="9000" cap="rnd">
              <a:solidFill>
                <a:srgbClr val="E8852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3690509" y="5478430"/>
              <a:ext cx="49651" cy="49651"/>
            </a:xfrm>
            <a:prstGeom prst="ellipse">
              <a:avLst/>
            </a:prstGeom>
            <a:solidFill>
              <a:srgbClr val="E68710">
                <a:alpha val="100000"/>
              </a:srgbClr>
            </a:solidFill>
            <a:ln w="9000" cap="rnd">
              <a:solidFill>
                <a:srgbClr val="E6871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5077716" y="5736933"/>
              <a:ext cx="49651" cy="49651"/>
            </a:xfrm>
            <a:prstGeom prst="ellipse">
              <a:avLst/>
            </a:prstGeom>
            <a:solidFill>
              <a:srgbClr val="E48800">
                <a:alpha val="100000"/>
              </a:srgbClr>
            </a:solidFill>
            <a:ln w="9000" cap="rnd">
              <a:solidFill>
                <a:srgbClr val="E48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5093784" y="5746691"/>
              <a:ext cx="49651" cy="49651"/>
            </a:xfrm>
            <a:prstGeom prst="ellipse">
              <a:avLst/>
            </a:prstGeom>
            <a:solidFill>
              <a:srgbClr val="E28900">
                <a:alpha val="100000"/>
              </a:srgbClr>
            </a:solidFill>
            <a:ln w="9000" cap="rnd">
              <a:solidFill>
                <a:srgbClr val="E28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5661521" y="5741191"/>
              <a:ext cx="49651" cy="49651"/>
            </a:xfrm>
            <a:prstGeom prst="ellipse">
              <a:avLst/>
            </a:prstGeom>
            <a:solidFill>
              <a:srgbClr val="E08B00">
                <a:alpha val="100000"/>
              </a:srgbClr>
            </a:solidFill>
            <a:ln w="9000" cap="rnd">
              <a:solidFill>
                <a:srgbClr val="E08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4333230" y="5722267"/>
              <a:ext cx="49651" cy="49651"/>
            </a:xfrm>
            <a:prstGeom prst="ellipse">
              <a:avLst/>
            </a:prstGeom>
            <a:solidFill>
              <a:srgbClr val="DE8C00">
                <a:alpha val="100000"/>
              </a:srgbClr>
            </a:solidFill>
            <a:ln w="9000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988872" y="3918412"/>
              <a:ext cx="49651" cy="49651"/>
            </a:xfrm>
            <a:prstGeom prst="ellipse">
              <a:avLst/>
            </a:prstGeom>
            <a:solidFill>
              <a:srgbClr val="DC8D00">
                <a:alpha val="100000"/>
              </a:srgbClr>
            </a:solidFill>
            <a:ln w="9000" cap="rnd">
              <a:solidFill>
                <a:srgbClr val="DC8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5457993" y="5746748"/>
              <a:ext cx="49651" cy="49651"/>
            </a:xfrm>
            <a:prstGeom prst="ellipse">
              <a:avLst/>
            </a:prstGeom>
            <a:solidFill>
              <a:srgbClr val="DA8E00">
                <a:alpha val="100000"/>
              </a:srgbClr>
            </a:solidFill>
            <a:ln w="9000" cap="rnd">
              <a:solidFill>
                <a:srgbClr val="DA8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540541" y="5675014"/>
              <a:ext cx="49651" cy="49651"/>
            </a:xfrm>
            <a:prstGeom prst="ellipse">
              <a:avLst/>
            </a:prstGeom>
            <a:solidFill>
              <a:srgbClr val="D89000">
                <a:alpha val="100000"/>
              </a:srgbClr>
            </a:solidFill>
            <a:ln w="9000" cap="rnd">
              <a:solidFill>
                <a:srgbClr val="D89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4135058" y="5724978"/>
              <a:ext cx="49651" cy="49651"/>
            </a:xfrm>
            <a:prstGeom prst="ellipse">
              <a:avLst/>
            </a:prstGeom>
            <a:solidFill>
              <a:srgbClr val="D69100">
                <a:alpha val="100000"/>
              </a:srgbClr>
            </a:solidFill>
            <a:ln w="9000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4949172" y="5746066"/>
              <a:ext cx="49651" cy="49651"/>
            </a:xfrm>
            <a:prstGeom prst="ellipse">
              <a:avLst/>
            </a:prstGeom>
            <a:solidFill>
              <a:srgbClr val="D39200">
                <a:alpha val="100000"/>
              </a:srgbClr>
            </a:solidFill>
            <a:ln w="9000" cap="rnd">
              <a:solidFill>
                <a:srgbClr val="D39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4499267" y="5296608"/>
              <a:ext cx="49651" cy="49651"/>
            </a:xfrm>
            <a:prstGeom prst="ellipse">
              <a:avLst/>
            </a:prstGeom>
            <a:solidFill>
              <a:srgbClr val="D19300">
                <a:alpha val="100000"/>
              </a:srgbClr>
            </a:solidFill>
            <a:ln w="9000" cap="rnd">
              <a:solidFill>
                <a:srgbClr val="D19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4531403" y="5731083"/>
              <a:ext cx="49651" cy="49651"/>
            </a:xfrm>
            <a:prstGeom prst="ellipse">
              <a:avLst/>
            </a:prstGeom>
            <a:solidFill>
              <a:srgbClr val="CE9500">
                <a:alpha val="100000"/>
              </a:srgbClr>
            </a:solidFill>
            <a:ln w="9000" cap="rnd">
              <a:solidFill>
                <a:srgbClr val="CE9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5511553" y="5746796"/>
              <a:ext cx="49651" cy="49651"/>
            </a:xfrm>
            <a:prstGeom prst="ellipse">
              <a:avLst/>
            </a:prstGeom>
            <a:solidFill>
              <a:srgbClr val="CC9600">
                <a:alpha val="100000"/>
              </a:srgbClr>
            </a:solidFill>
            <a:ln w="9000" cap="rnd">
              <a:solidFill>
                <a:srgbClr val="CC9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5195548" y="5747556"/>
              <a:ext cx="49651" cy="49651"/>
            </a:xfrm>
            <a:prstGeom prst="ellipse">
              <a:avLst/>
            </a:prstGeom>
            <a:solidFill>
              <a:srgbClr val="CA9700">
                <a:alpha val="100000"/>
              </a:srgbClr>
            </a:solidFill>
            <a:ln w="9000" cap="rnd">
              <a:solidFill>
                <a:srgbClr val="CA9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480051" y="2661965"/>
              <a:ext cx="49651" cy="49651"/>
            </a:xfrm>
            <a:prstGeom prst="ellipse">
              <a:avLst/>
            </a:prstGeom>
            <a:solidFill>
              <a:srgbClr val="C79800">
                <a:alpha val="100000"/>
              </a:srgbClr>
            </a:solidFill>
            <a:ln w="9000" cap="rnd">
              <a:solidFill>
                <a:srgbClr val="C79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624663" y="5581398"/>
              <a:ext cx="49651" cy="49651"/>
            </a:xfrm>
            <a:prstGeom prst="ellipse">
              <a:avLst/>
            </a:prstGeom>
            <a:solidFill>
              <a:srgbClr val="C49900">
                <a:alpha val="100000"/>
              </a:srgbClr>
            </a:solidFill>
            <a:ln w="9000" cap="rnd">
              <a:solidFill>
                <a:srgbClr val="C49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3615525" y="5626391"/>
              <a:ext cx="49651" cy="49651"/>
            </a:xfrm>
            <a:prstGeom prst="ellipse">
              <a:avLst/>
            </a:prstGeom>
            <a:solidFill>
              <a:srgbClr val="C29B00">
                <a:alpha val="100000"/>
              </a:srgbClr>
            </a:solidFill>
            <a:ln w="9000" cap="rnd">
              <a:solidFill>
                <a:srgbClr val="C29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3728001" y="3990876"/>
              <a:ext cx="49651" cy="49651"/>
            </a:xfrm>
            <a:prstGeom prst="ellipse">
              <a:avLst/>
            </a:prstGeom>
            <a:solidFill>
              <a:srgbClr val="BF9C00">
                <a:alpha val="100000"/>
              </a:srgbClr>
            </a:solidFill>
            <a:ln w="9000" cap="rnd">
              <a:solidFill>
                <a:srgbClr val="BF9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5779353" y="5746641"/>
              <a:ext cx="49651" cy="49651"/>
            </a:xfrm>
            <a:prstGeom prst="ellipse">
              <a:avLst/>
            </a:prstGeom>
            <a:solidFill>
              <a:srgbClr val="BC9D00">
                <a:alpha val="100000"/>
              </a:srgbClr>
            </a:solidFill>
            <a:ln w="9000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3915462" y="5335084"/>
              <a:ext cx="49651" cy="49651"/>
            </a:xfrm>
            <a:prstGeom prst="ellipse">
              <a:avLst/>
            </a:prstGeom>
            <a:solidFill>
              <a:srgbClr val="B99E00">
                <a:alpha val="100000"/>
              </a:srgbClr>
            </a:solidFill>
            <a:ln w="9000" cap="rnd">
              <a:solidFill>
                <a:srgbClr val="B99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571103" y="3661384"/>
              <a:ext cx="49651" cy="49651"/>
            </a:xfrm>
            <a:prstGeom prst="ellipse">
              <a:avLst/>
            </a:prstGeom>
            <a:solidFill>
              <a:srgbClr val="B69F00">
                <a:alpha val="100000"/>
              </a:srgbClr>
            </a:solidFill>
            <a:ln w="9000" cap="rnd">
              <a:solidFill>
                <a:srgbClr val="B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378287" y="4257222"/>
              <a:ext cx="49651" cy="49651"/>
            </a:xfrm>
            <a:prstGeom prst="ellipse">
              <a:avLst/>
            </a:prstGeom>
            <a:solidFill>
              <a:srgbClr val="B3A000">
                <a:alpha val="100000"/>
              </a:srgbClr>
            </a:solidFill>
            <a:ln w="9000" cap="rnd">
              <a:solidFill>
                <a:srgbClr val="B3A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5168768" y="5718166"/>
              <a:ext cx="49651" cy="49651"/>
            </a:xfrm>
            <a:prstGeom prst="ellipse">
              <a:avLst/>
            </a:prstGeom>
            <a:solidFill>
              <a:srgbClr val="B0A100">
                <a:alpha val="100000"/>
              </a:srgbClr>
            </a:solidFill>
            <a:ln w="9000" cap="rnd">
              <a:solidFill>
                <a:srgbClr val="B0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4777779" y="5738263"/>
              <a:ext cx="49651" cy="49651"/>
            </a:xfrm>
            <a:prstGeom prst="ellipse">
              <a:avLst/>
            </a:prstGeom>
            <a:solidFill>
              <a:srgbClr val="ADA200">
                <a:alpha val="100000"/>
              </a:srgbClr>
            </a:solidFill>
            <a:ln w="9000" cap="rnd">
              <a:solidFill>
                <a:srgbClr val="ADA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4493911" y="5741832"/>
              <a:ext cx="49651" cy="49651"/>
            </a:xfrm>
            <a:prstGeom prst="ellipse">
              <a:avLst/>
            </a:prstGeom>
            <a:solidFill>
              <a:srgbClr val="AAA300">
                <a:alpha val="100000"/>
              </a:srgbClr>
            </a:solidFill>
            <a:ln w="9000" cap="rnd">
              <a:solidFill>
                <a:srgbClr val="AAA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540541" y="5694250"/>
              <a:ext cx="49651" cy="49651"/>
            </a:xfrm>
            <a:prstGeom prst="ellipse">
              <a:avLst/>
            </a:prstGeom>
            <a:solidFill>
              <a:srgbClr val="A6A400">
                <a:alpha val="100000"/>
              </a:srgbClr>
            </a:solidFill>
            <a:ln w="9000" cap="rnd">
              <a:solidFill>
                <a:srgbClr val="A6A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5195548" y="5714373"/>
              <a:ext cx="49651" cy="49651"/>
            </a:xfrm>
            <a:prstGeom prst="ellipse">
              <a:avLst/>
            </a:prstGeom>
            <a:solidFill>
              <a:srgbClr val="A3A500">
                <a:alpha val="100000"/>
              </a:srgbClr>
            </a:solidFill>
            <a:ln w="9000" cap="rnd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4745643" y="5746770"/>
              <a:ext cx="49651" cy="49651"/>
            </a:xfrm>
            <a:prstGeom prst="ellipse">
              <a:avLst/>
            </a:prstGeom>
            <a:solidFill>
              <a:srgbClr val="9FA600">
                <a:alpha val="100000"/>
              </a:srgbClr>
            </a:solidFill>
            <a:ln w="9000" cap="rnd">
              <a:solidFill>
                <a:srgbClr val="9FA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5356228" y="5747694"/>
              <a:ext cx="49651" cy="49651"/>
            </a:xfrm>
            <a:prstGeom prst="ellipse">
              <a:avLst/>
            </a:prstGeom>
            <a:solidFill>
              <a:srgbClr val="9CA700">
                <a:alpha val="100000"/>
              </a:srgbClr>
            </a:solidFill>
            <a:ln w="9000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4681371" y="5726456"/>
              <a:ext cx="49651" cy="49651"/>
            </a:xfrm>
            <a:prstGeom prst="ellipse">
              <a:avLst/>
            </a:prstGeom>
            <a:solidFill>
              <a:srgbClr val="98A800">
                <a:alpha val="100000"/>
              </a:srgbClr>
            </a:solidFill>
            <a:ln w="9000" cap="rnd">
              <a:solidFill>
                <a:srgbClr val="98A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5607961" y="5745642"/>
              <a:ext cx="49651" cy="49651"/>
            </a:xfrm>
            <a:prstGeom prst="ellipse">
              <a:avLst/>
            </a:prstGeom>
            <a:solidFill>
              <a:srgbClr val="94A900">
                <a:alpha val="100000"/>
              </a:srgbClr>
            </a:solidFill>
            <a:ln w="9000" cap="rnd">
              <a:solidFill>
                <a:srgbClr val="94A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5538333" y="5742782"/>
              <a:ext cx="49651" cy="49651"/>
            </a:xfrm>
            <a:prstGeom prst="ellipse">
              <a:avLst/>
            </a:prstGeom>
            <a:solidFill>
              <a:srgbClr val="90AA00">
                <a:alpha val="100000"/>
              </a:srgbClr>
            </a:solidFill>
            <a:ln w="9000" cap="rnd">
              <a:solidFill>
                <a:srgbClr val="90AA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5870405" y="5733015"/>
              <a:ext cx="49651" cy="49651"/>
            </a:xfrm>
            <a:prstGeom prst="ellipse">
              <a:avLst/>
            </a:prstGeom>
            <a:solidFill>
              <a:srgbClr val="8CAB00">
                <a:alpha val="100000"/>
              </a:srgbClr>
            </a:solidFill>
            <a:ln w="9000" cap="rnd">
              <a:solidFill>
                <a:srgbClr val="8CA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561965" y="5682655"/>
              <a:ext cx="49651" cy="49651"/>
            </a:xfrm>
            <a:prstGeom prst="ellipse">
              <a:avLst/>
            </a:prstGeom>
            <a:solidFill>
              <a:srgbClr val="87AC00">
                <a:alpha val="100000"/>
              </a:srgbClr>
            </a:solidFill>
            <a:ln w="9000" cap="rnd">
              <a:solidFill>
                <a:srgbClr val="87A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5008088" y="5744830"/>
              <a:ext cx="49651" cy="49651"/>
            </a:xfrm>
            <a:prstGeom prst="ellipse">
              <a:avLst/>
            </a:prstGeom>
            <a:solidFill>
              <a:srgbClr val="83AD00">
                <a:alpha val="100000"/>
              </a:srgbClr>
            </a:solidFill>
            <a:ln w="9000" cap="rnd">
              <a:solidFill>
                <a:srgbClr val="83A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4274314" y="5744809"/>
              <a:ext cx="49651" cy="49651"/>
            </a:xfrm>
            <a:prstGeom prst="ellipse">
              <a:avLst/>
            </a:prstGeom>
            <a:solidFill>
              <a:srgbClr val="7EAE00">
                <a:alpha val="100000"/>
              </a:srgbClr>
            </a:solidFill>
            <a:ln w="9000" cap="rnd">
              <a:solidFill>
                <a:srgbClr val="7E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4531403" y="5724979"/>
              <a:ext cx="49651" cy="49651"/>
            </a:xfrm>
            <a:prstGeom prst="ellipse">
              <a:avLst/>
            </a:prstGeom>
            <a:solidFill>
              <a:srgbClr val="79AF00">
                <a:alpha val="100000"/>
              </a:srgbClr>
            </a:solidFill>
            <a:ln w="9000" cap="rnd">
              <a:solidFill>
                <a:srgbClr val="79A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4627811" y="5698240"/>
              <a:ext cx="49651" cy="49651"/>
            </a:xfrm>
            <a:prstGeom prst="ellipse">
              <a:avLst/>
            </a:prstGeom>
            <a:solidFill>
              <a:srgbClr val="74B000">
                <a:alpha val="100000"/>
              </a:srgbClr>
            </a:solidFill>
            <a:ln w="9000" cap="rnd">
              <a:solidFill>
                <a:srgbClr val="74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4172550" y="5746303"/>
              <a:ext cx="49651" cy="49651"/>
            </a:xfrm>
            <a:prstGeom prst="ellipse">
              <a:avLst/>
            </a:prstGeom>
            <a:solidFill>
              <a:srgbClr val="6FB000">
                <a:alpha val="100000"/>
              </a:srgbClr>
            </a:solidFill>
            <a:ln w="9000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4772423" y="4076876"/>
              <a:ext cx="49651" cy="49651"/>
            </a:xfrm>
            <a:prstGeom prst="ellipse">
              <a:avLst/>
            </a:prstGeom>
            <a:solidFill>
              <a:srgbClr val="69B100">
                <a:alpha val="100000"/>
              </a:srgbClr>
            </a:solidFill>
            <a:ln w="9000" cap="rnd">
              <a:solidFill>
                <a:srgbClr val="69B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224536" y="5661463"/>
              <a:ext cx="49651" cy="49651"/>
            </a:xfrm>
            <a:prstGeom prst="ellipse">
              <a:avLst/>
            </a:prstGeom>
            <a:solidFill>
              <a:srgbClr val="63B200">
                <a:alpha val="100000"/>
              </a:srgbClr>
            </a:solidFill>
            <a:ln w="9000" cap="rnd">
              <a:solidFill>
                <a:srgbClr val="63B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5575825" y="5746681"/>
              <a:ext cx="49651" cy="49651"/>
            </a:xfrm>
            <a:prstGeom prst="ellipse">
              <a:avLst/>
            </a:prstGeom>
            <a:solidFill>
              <a:srgbClr val="5CB300">
                <a:alpha val="100000"/>
              </a:srgbClr>
            </a:solidFill>
            <a:ln w="9000" cap="rnd">
              <a:solidFill>
                <a:srgbClr val="5C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940668" y="5735870"/>
              <a:ext cx="49651" cy="49651"/>
            </a:xfrm>
            <a:prstGeom prst="ellipse">
              <a:avLst/>
            </a:prstGeom>
            <a:solidFill>
              <a:srgbClr val="55B300">
                <a:alpha val="100000"/>
              </a:srgbClr>
            </a:solidFill>
            <a:ln w="9000" cap="rnd">
              <a:solidFill>
                <a:srgbClr val="55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4659947" y="5712574"/>
              <a:ext cx="49651" cy="49651"/>
            </a:xfrm>
            <a:prstGeom prst="ellipse">
              <a:avLst/>
            </a:prstGeom>
            <a:solidFill>
              <a:srgbClr val="4DB400">
                <a:alpha val="100000"/>
              </a:srgbClr>
            </a:solidFill>
            <a:ln w="9000" cap="rnd">
              <a:solidFill>
                <a:srgbClr val="4DB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5688301" y="5748000"/>
              <a:ext cx="49651" cy="49651"/>
            </a:xfrm>
            <a:prstGeom prst="ellipse">
              <a:avLst/>
            </a:prstGeom>
            <a:solidFill>
              <a:srgbClr val="44B500">
                <a:alpha val="100000"/>
              </a:srgbClr>
            </a:solidFill>
            <a:ln w="9000" cap="rnd">
              <a:solidFill>
                <a:srgbClr val="44B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5570469" y="5745217"/>
              <a:ext cx="49651" cy="49651"/>
            </a:xfrm>
            <a:prstGeom prst="ellipse">
              <a:avLst/>
            </a:prstGeom>
            <a:solidFill>
              <a:srgbClr val="39B600">
                <a:alpha val="100000"/>
              </a:srgbClr>
            </a:solidFill>
            <a:ln w="9000" cap="rnd">
              <a:solidFill>
                <a:srgbClr val="39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617099" y="5387824"/>
              <a:ext cx="49651" cy="49651"/>
            </a:xfrm>
            <a:prstGeom prst="ellipse">
              <a:avLst/>
            </a:prstGeom>
            <a:solidFill>
              <a:srgbClr val="2CB600">
                <a:alpha val="100000"/>
              </a:srgbClr>
            </a:solidFill>
            <a:ln w="9000" cap="rnd">
              <a:solidFill>
                <a:srgbClr val="2C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4863475" y="5731543"/>
              <a:ext cx="49651" cy="49651"/>
            </a:xfrm>
            <a:prstGeom prst="ellipse">
              <a:avLst/>
            </a:prstGeom>
            <a:solidFill>
              <a:srgbClr val="18B700">
                <a:alpha val="100000"/>
              </a:srgbClr>
            </a:solidFill>
            <a:ln w="900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5607961" y="5731543"/>
              <a:ext cx="49651" cy="49651"/>
            </a:xfrm>
            <a:prstGeom prst="ellipse">
              <a:avLst/>
            </a:prstGeom>
            <a:solidFill>
              <a:srgbClr val="18B700">
                <a:alpha val="100000"/>
              </a:srgbClr>
            </a:solidFill>
            <a:ln w="900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5913253" y="5747825"/>
              <a:ext cx="49651" cy="49651"/>
            </a:xfrm>
            <a:prstGeom prst="ellipse">
              <a:avLst/>
            </a:prstGeom>
            <a:solidFill>
              <a:srgbClr val="00B813">
                <a:alpha val="100000"/>
              </a:srgbClr>
            </a:solidFill>
            <a:ln w="9000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4086854" y="4856519"/>
              <a:ext cx="49651" cy="49651"/>
            </a:xfrm>
            <a:prstGeom prst="ellipse">
              <a:avLst/>
            </a:prstGeom>
            <a:solidFill>
              <a:srgbClr val="00B822">
                <a:alpha val="100000"/>
              </a:srgbClr>
            </a:solidFill>
            <a:ln w="9000" cap="rnd">
              <a:solidFill>
                <a:srgbClr val="00B8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5356228" y="5747869"/>
              <a:ext cx="49651" cy="49651"/>
            </a:xfrm>
            <a:prstGeom prst="ellipse">
              <a:avLst/>
            </a:prstGeom>
            <a:solidFill>
              <a:srgbClr val="00B92D">
                <a:alpha val="100000"/>
              </a:srgbClr>
            </a:solidFill>
            <a:ln w="9000" cap="rnd">
              <a:solidFill>
                <a:srgbClr val="00B9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5179480" y="5746306"/>
              <a:ext cx="49651" cy="49651"/>
            </a:xfrm>
            <a:prstGeom prst="ellipse">
              <a:avLst/>
            </a:prstGeom>
            <a:solidFill>
              <a:srgbClr val="00B936">
                <a:alpha val="100000"/>
              </a:srgbClr>
            </a:solidFill>
            <a:ln w="9000" cap="rnd">
              <a:solidFill>
                <a:srgbClr val="00B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4686727" y="5747020"/>
              <a:ext cx="49651" cy="49651"/>
            </a:xfrm>
            <a:prstGeom prst="ellipse">
              <a:avLst/>
            </a:prstGeom>
            <a:solidFill>
              <a:srgbClr val="00BA3D">
                <a:alpha val="100000"/>
              </a:srgbClr>
            </a:solidFill>
            <a:ln w="9000" cap="rnd">
              <a:solidFill>
                <a:srgbClr val="00BA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5457993" y="5715685"/>
              <a:ext cx="49651" cy="49651"/>
            </a:xfrm>
            <a:prstGeom prst="ellipse">
              <a:avLst/>
            </a:prstGeom>
            <a:solidFill>
              <a:srgbClr val="00BB44">
                <a:alpha val="100000"/>
              </a:srgbClr>
            </a:solidFill>
            <a:ln w="9000" cap="rnd">
              <a:solidFill>
                <a:srgbClr val="00B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3920818" y="5747621"/>
              <a:ext cx="49651" cy="49651"/>
            </a:xfrm>
            <a:prstGeom prst="ellipse">
              <a:avLst/>
            </a:prstGeom>
            <a:solidFill>
              <a:srgbClr val="00BB4B">
                <a:alpha val="100000"/>
              </a:srgbClr>
            </a:solidFill>
            <a:ln w="9000" cap="rnd">
              <a:solidFill>
                <a:srgbClr val="00BB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3004940" y="4664718"/>
              <a:ext cx="49651" cy="49651"/>
            </a:xfrm>
            <a:prstGeom prst="ellipse">
              <a:avLst/>
            </a:prstGeom>
            <a:solidFill>
              <a:srgbClr val="00BC56">
                <a:alpha val="100000"/>
              </a:srgbClr>
            </a:solidFill>
            <a:ln w="9000" cap="rnd">
              <a:solidFill>
                <a:srgbClr val="00BC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2844260" y="1617229"/>
              <a:ext cx="49651" cy="49651"/>
            </a:xfrm>
            <a:prstGeom prst="ellipse">
              <a:avLst/>
            </a:prstGeom>
            <a:solidFill>
              <a:srgbClr val="00BC51">
                <a:alpha val="100000"/>
              </a:srgbClr>
            </a:solidFill>
            <a:ln w="9000" cap="rnd">
              <a:solidFill>
                <a:srgbClr val="00BC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4413571" y="5724783"/>
              <a:ext cx="49651" cy="49651"/>
            </a:xfrm>
            <a:prstGeom prst="ellipse">
              <a:avLst/>
            </a:prstGeom>
            <a:solidFill>
              <a:srgbClr val="00BD5C">
                <a:alpha val="100000"/>
              </a:srgbClr>
            </a:solidFill>
            <a:ln w="9000" cap="rnd">
              <a:solidFill>
                <a:srgbClr val="00BD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3417353" y="5744812"/>
              <a:ext cx="49651" cy="49651"/>
            </a:xfrm>
            <a:prstGeom prst="ellipse">
              <a:avLst/>
            </a:prstGeom>
            <a:solidFill>
              <a:srgbClr val="00BD61">
                <a:alpha val="100000"/>
              </a:srgbClr>
            </a:solidFill>
            <a:ln w="900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3760137" y="5746305"/>
              <a:ext cx="49651" cy="49651"/>
            </a:xfrm>
            <a:prstGeom prst="ellipse">
              <a:avLst/>
            </a:prstGeom>
            <a:solidFill>
              <a:srgbClr val="00BD66">
                <a:alpha val="100000"/>
              </a:srgbClr>
            </a:solidFill>
            <a:ln w="9000" cap="rnd">
              <a:solidFill>
                <a:srgbClr val="00BD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5340160" y="5739345"/>
              <a:ext cx="49651" cy="49651"/>
            </a:xfrm>
            <a:prstGeom prst="ellipse">
              <a:avLst/>
            </a:prstGeom>
            <a:solidFill>
              <a:srgbClr val="00BE6B">
                <a:alpha val="100000"/>
              </a:srgbClr>
            </a:solidFill>
            <a:ln w="9000" cap="rnd">
              <a:solidFill>
                <a:srgbClr val="00BE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5757929" y="5746537"/>
              <a:ext cx="49651" cy="49651"/>
            </a:xfrm>
            <a:prstGeom prst="ellipse">
              <a:avLst/>
            </a:prstGeom>
            <a:solidFill>
              <a:srgbClr val="00BE70">
                <a:alpha val="100000"/>
              </a:srgbClr>
            </a:solidFill>
            <a:ln w="9000" cap="rnd">
              <a:solidFill>
                <a:srgbClr val="00BE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4135058" y="5579595"/>
              <a:ext cx="49651" cy="49651"/>
            </a:xfrm>
            <a:prstGeom prst="ellipse">
              <a:avLst/>
            </a:prstGeom>
            <a:solidFill>
              <a:srgbClr val="00BF74">
                <a:alpha val="100000"/>
              </a:srgbClr>
            </a:solidFill>
            <a:ln w="9000" cap="rnd">
              <a:solidFill>
                <a:srgbClr val="00BF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4638523" y="5614560"/>
              <a:ext cx="49651" cy="49651"/>
            </a:xfrm>
            <a:prstGeom prst="ellipse">
              <a:avLst/>
            </a:prstGeom>
            <a:solidFill>
              <a:srgbClr val="00BF79">
                <a:alpha val="100000"/>
              </a:srgbClr>
            </a:solidFill>
            <a:ln w="9000" cap="rnd">
              <a:solidFill>
                <a:srgbClr val="00BF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4692083" y="5677883"/>
              <a:ext cx="49651" cy="49651"/>
            </a:xfrm>
            <a:prstGeom prst="ellipse">
              <a:avLst/>
            </a:prstGeom>
            <a:solidFill>
              <a:srgbClr val="00BF7D">
                <a:alpha val="100000"/>
              </a:srgbClr>
            </a:solidFill>
            <a:ln w="9000" cap="rnd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4697439" y="5683520"/>
              <a:ext cx="49651" cy="49651"/>
            </a:xfrm>
            <a:prstGeom prst="ellipse">
              <a:avLst/>
            </a:prstGeom>
            <a:solidFill>
              <a:srgbClr val="00BF82">
                <a:alpha val="100000"/>
              </a:srgbClr>
            </a:solidFill>
            <a:ln w="9000" cap="rnd">
              <a:solidFill>
                <a:srgbClr val="00BF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5747217" y="5746498"/>
              <a:ext cx="49651" cy="49651"/>
            </a:xfrm>
            <a:prstGeom prst="ellipse">
              <a:avLst/>
            </a:prstGeom>
            <a:solidFill>
              <a:srgbClr val="00C086">
                <a:alpha val="100000"/>
              </a:srgbClr>
            </a:solidFill>
            <a:ln w="9000" cap="rnd">
              <a:solidFill>
                <a:srgbClr val="00C0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5404432" y="5709037"/>
              <a:ext cx="49651" cy="49651"/>
            </a:xfrm>
            <a:prstGeom prst="ellipse">
              <a:avLst/>
            </a:prstGeom>
            <a:solidFill>
              <a:srgbClr val="00C08A">
                <a:alpha val="100000"/>
              </a:srgbClr>
            </a:solidFill>
            <a:ln w="9000" cap="rnd">
              <a:solidFill>
                <a:srgbClr val="00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5393720" y="5729348"/>
              <a:ext cx="49651" cy="49651"/>
            </a:xfrm>
            <a:prstGeom prst="ellipse">
              <a:avLst/>
            </a:prstGeom>
            <a:solidFill>
              <a:srgbClr val="00C08E">
                <a:alpha val="100000"/>
              </a:srgbClr>
            </a:solidFill>
            <a:ln w="9000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4767067" y="5736861"/>
              <a:ext cx="49651" cy="49651"/>
            </a:xfrm>
            <a:prstGeom prst="ellipse">
              <a:avLst/>
            </a:prstGeom>
            <a:solidFill>
              <a:srgbClr val="00C092">
                <a:alpha val="100000"/>
              </a:srgbClr>
            </a:solidFill>
            <a:ln w="9000" cap="rnd">
              <a:solidFill>
                <a:srgbClr val="00C0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5763285" y="5740274"/>
              <a:ext cx="49651" cy="49651"/>
            </a:xfrm>
            <a:prstGeom prst="ellipse">
              <a:avLst/>
            </a:prstGeom>
            <a:solidFill>
              <a:srgbClr val="00C096">
                <a:alpha val="100000"/>
              </a:srgbClr>
            </a:solidFill>
            <a:ln w="9000" cap="rnd">
              <a:solidFill>
                <a:srgbClr val="00C0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5018800" y="5697550"/>
              <a:ext cx="49651" cy="49651"/>
            </a:xfrm>
            <a:prstGeom prst="ellipse">
              <a:avLst/>
            </a:prstGeom>
            <a:solidFill>
              <a:srgbClr val="00C19A">
                <a:alpha val="100000"/>
              </a:srgbClr>
            </a:solidFill>
            <a:ln w="9000" cap="rnd">
              <a:solidFill>
                <a:srgbClr val="00C1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4975952" y="5722444"/>
              <a:ext cx="49651" cy="49651"/>
            </a:xfrm>
            <a:prstGeom prst="ellipse">
              <a:avLst/>
            </a:prstGeom>
            <a:solidFill>
              <a:srgbClr val="00C19E">
                <a:alpha val="100000"/>
              </a:srgbClr>
            </a:solidFill>
            <a:ln w="9000" cap="rnd">
              <a:solidFill>
                <a:srgbClr val="00C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3824409" y="3230724"/>
              <a:ext cx="49651" cy="49651"/>
            </a:xfrm>
            <a:prstGeom prst="ellipse">
              <a:avLst/>
            </a:prstGeom>
            <a:solidFill>
              <a:srgbClr val="00C1A2">
                <a:alpha val="100000"/>
              </a:srgbClr>
            </a:solidFill>
            <a:ln w="9000" cap="rnd">
              <a:solidFill>
                <a:srgbClr val="00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3926174" y="5675247"/>
              <a:ext cx="49651" cy="49651"/>
            </a:xfrm>
            <a:prstGeom prst="ellipse">
              <a:avLst/>
            </a:prstGeom>
            <a:solidFill>
              <a:srgbClr val="00C1A5">
                <a:alpha val="100000"/>
              </a:srgbClr>
            </a:solidFill>
            <a:ln w="9000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5661521" y="5698527"/>
              <a:ext cx="49651" cy="49651"/>
            </a:xfrm>
            <a:prstGeom prst="ellipse">
              <a:avLst/>
            </a:prstGeom>
            <a:solidFill>
              <a:srgbClr val="00C1A9">
                <a:alpha val="100000"/>
              </a:srgbClr>
            </a:solidFill>
            <a:ln w="9000" cap="rnd">
              <a:solidFill>
                <a:srgbClr val="00C1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4295738" y="5726698"/>
              <a:ext cx="49651" cy="49651"/>
            </a:xfrm>
            <a:prstGeom prst="ellipse">
              <a:avLst/>
            </a:prstGeom>
            <a:solidFill>
              <a:srgbClr val="00C1AD">
                <a:alpha val="100000"/>
              </a:srgbClr>
            </a:solidFill>
            <a:ln w="9000" cap="rnd">
              <a:solidFill>
                <a:srgbClr val="00C1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3728001" y="5581584"/>
              <a:ext cx="49651" cy="49651"/>
            </a:xfrm>
            <a:prstGeom prst="ellipse">
              <a:avLst/>
            </a:prstGeom>
            <a:solidFill>
              <a:srgbClr val="00C0B0">
                <a:alpha val="100000"/>
              </a:srgbClr>
            </a:solidFill>
            <a:ln w="9000" cap="rnd">
              <a:solidFill>
                <a:srgbClr val="00C0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5495485" y="5747997"/>
              <a:ext cx="49651" cy="49651"/>
            </a:xfrm>
            <a:prstGeom prst="ellipse">
              <a:avLst/>
            </a:prstGeom>
            <a:solidFill>
              <a:srgbClr val="00C0B4">
                <a:alpha val="100000"/>
              </a:srgbClr>
            </a:solidFill>
            <a:ln w="9000" cap="rnd">
              <a:solidFill>
                <a:srgbClr val="00C0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4895611" y="5678049"/>
              <a:ext cx="49651" cy="49651"/>
            </a:xfrm>
            <a:prstGeom prst="ellipse">
              <a:avLst/>
            </a:prstGeom>
            <a:solidFill>
              <a:srgbClr val="00C0B7">
                <a:alpha val="100000"/>
              </a:srgbClr>
            </a:solidFill>
            <a:ln w="9000" cap="rnd">
              <a:solidFill>
                <a:srgbClr val="00C0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3819053" y="4830846"/>
              <a:ext cx="49651" cy="49651"/>
            </a:xfrm>
            <a:prstGeom prst="ellipse">
              <a:avLst/>
            </a:prstGeom>
            <a:solidFill>
              <a:srgbClr val="00C0BA">
                <a:alpha val="100000"/>
              </a:srgbClr>
            </a:solidFill>
            <a:ln w="9000" cap="rnd">
              <a:solidFill>
                <a:srgbClr val="00C0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3085280" y="3697345"/>
              <a:ext cx="49651" cy="49651"/>
            </a:xfrm>
            <a:prstGeom prst="ellipse">
              <a:avLst/>
            </a:prstGeom>
            <a:solidFill>
              <a:srgbClr val="00C0BE">
                <a:alpha val="100000"/>
              </a:srgbClr>
            </a:solidFill>
            <a:ln w="9000" cap="rnd">
              <a:solidFill>
                <a:srgbClr val="00C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4900967" y="5691673"/>
              <a:ext cx="49651" cy="49651"/>
            </a:xfrm>
            <a:prstGeom prst="ellipse">
              <a:avLst/>
            </a:prstGeom>
            <a:solidFill>
              <a:srgbClr val="00BFC1">
                <a:alpha val="100000"/>
              </a:srgbClr>
            </a:solidFill>
            <a:ln w="9000" cap="rnd">
              <a:solidFill>
                <a:srgbClr val="00BF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5618673" y="574699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5897185" y="5745944"/>
              <a:ext cx="49651" cy="49651"/>
            </a:xfrm>
            <a:prstGeom prst="ellipse">
              <a:avLst/>
            </a:prstGeom>
            <a:solidFill>
              <a:srgbClr val="00BFC8">
                <a:alpha val="100000"/>
              </a:srgbClr>
            </a:solidFill>
            <a:ln w="9000" cap="rnd">
              <a:solidFill>
                <a:srgbClr val="00BF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3224536" y="5737484"/>
              <a:ext cx="49651" cy="49651"/>
            </a:xfrm>
            <a:prstGeom prst="ellipse">
              <a:avLst/>
            </a:prstGeom>
            <a:solidFill>
              <a:srgbClr val="00BECB">
                <a:alpha val="100000"/>
              </a:srgbClr>
            </a:solidFill>
            <a:ln w="9000" cap="rnd">
              <a:solidFill>
                <a:srgbClr val="00BE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3160264" y="3903629"/>
              <a:ext cx="49651" cy="49651"/>
            </a:xfrm>
            <a:prstGeom prst="ellipse">
              <a:avLst/>
            </a:prstGeom>
            <a:solidFill>
              <a:srgbClr val="00BECE">
                <a:alpha val="100000"/>
              </a:srgbClr>
            </a:solidFill>
            <a:ln w="9000" cap="rnd">
              <a:solidFill>
                <a:srgbClr val="00B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5050936" y="5689277"/>
              <a:ext cx="49651" cy="49651"/>
            </a:xfrm>
            <a:prstGeom prst="ellipse">
              <a:avLst/>
            </a:prstGeom>
            <a:solidFill>
              <a:srgbClr val="00BDD1">
                <a:alpha val="100000"/>
              </a:srgbClr>
            </a:solidFill>
            <a:ln w="9000" cap="rnd">
              <a:solidFill>
                <a:srgbClr val="00BD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4113634" y="5573693"/>
              <a:ext cx="49651" cy="49651"/>
            </a:xfrm>
            <a:prstGeom prst="ellipse">
              <a:avLst/>
            </a:prstGeom>
            <a:solidFill>
              <a:srgbClr val="00BDD4">
                <a:alpha val="100000"/>
              </a:srgbClr>
            </a:solidFill>
            <a:ln w="9000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512187" y="1187202"/>
              <a:ext cx="49651" cy="49651"/>
            </a:xfrm>
            <a:prstGeom prst="ellipse">
              <a:avLst/>
            </a:prstGeom>
            <a:solidFill>
              <a:srgbClr val="00BCD7">
                <a:alpha val="100000"/>
              </a:srgbClr>
            </a:solidFill>
            <a:ln w="9000" cap="rnd">
              <a:solidFill>
                <a:srgbClr val="00B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5393720" y="5747181"/>
              <a:ext cx="49651" cy="49651"/>
            </a:xfrm>
            <a:prstGeom prst="ellipse">
              <a:avLst/>
            </a:prstGeom>
            <a:solidFill>
              <a:srgbClr val="00BCDA">
                <a:alpha val="100000"/>
              </a:srgbClr>
            </a:solidFill>
            <a:ln w="9000" cap="rnd">
              <a:solidFill>
                <a:srgbClr val="00BCD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4017226" y="5693749"/>
              <a:ext cx="49651" cy="49651"/>
            </a:xfrm>
            <a:prstGeom prst="ellipse">
              <a:avLst/>
            </a:prstGeom>
            <a:solidFill>
              <a:srgbClr val="00BBDC">
                <a:alpha val="100000"/>
              </a:srgbClr>
            </a:solidFill>
            <a:ln w="9000" cap="rnd">
              <a:solidFill>
                <a:srgbClr val="00BB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3760137" y="5040903"/>
              <a:ext cx="49651" cy="49651"/>
            </a:xfrm>
            <a:prstGeom prst="ellipse">
              <a:avLst/>
            </a:prstGeom>
            <a:solidFill>
              <a:srgbClr val="00BADF">
                <a:alpha val="100000"/>
              </a:srgbClr>
            </a:solidFill>
            <a:ln w="9000" cap="rnd">
              <a:solidFill>
                <a:srgbClr val="00BA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879543" y="5703174"/>
              <a:ext cx="49651" cy="49651"/>
            </a:xfrm>
            <a:prstGeom prst="ellipse">
              <a:avLst/>
            </a:prstGeom>
            <a:solidFill>
              <a:srgbClr val="00B9E2">
                <a:alpha val="100000"/>
              </a:srgbClr>
            </a:solidFill>
            <a:ln w="9000" cap="rnd">
              <a:solidFill>
                <a:srgbClr val="00B9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579607" y="5701009"/>
              <a:ext cx="49651" cy="49651"/>
            </a:xfrm>
            <a:prstGeom prst="ellipse">
              <a:avLst/>
            </a:prstGeom>
            <a:solidFill>
              <a:srgbClr val="00B8E4">
                <a:alpha val="100000"/>
              </a:srgbClr>
            </a:solidFill>
            <a:ln w="9000" cap="rnd">
              <a:solidFill>
                <a:srgbClr val="00B8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831339" y="5745803"/>
              <a:ext cx="49651" cy="49651"/>
            </a:xfrm>
            <a:prstGeom prst="ellipse">
              <a:avLst/>
            </a:prstGeom>
            <a:solidFill>
              <a:srgbClr val="00B8E7">
                <a:alpha val="100000"/>
              </a:srgbClr>
            </a:solidFill>
            <a:ln w="9000" cap="rnd">
              <a:solidFill>
                <a:srgbClr val="00B8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5934677" y="5745649"/>
              <a:ext cx="49651" cy="49651"/>
            </a:xfrm>
            <a:prstGeom prst="ellipse">
              <a:avLst/>
            </a:prstGeom>
            <a:solidFill>
              <a:srgbClr val="00B7E9">
                <a:alpha val="100000"/>
              </a:srgbClr>
            </a:solidFill>
            <a:ln w="9000" cap="rnd">
              <a:solidFill>
                <a:srgbClr val="00B7E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349298" y="5744534"/>
              <a:ext cx="49651" cy="49651"/>
            </a:xfrm>
            <a:prstGeom prst="ellipse">
              <a:avLst/>
            </a:prstGeom>
            <a:solidFill>
              <a:srgbClr val="00B6EC">
                <a:alpha val="100000"/>
              </a:srgbClr>
            </a:solidFill>
            <a:ln w="9000" cap="rnd">
              <a:solidFill>
                <a:srgbClr val="00B6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5340160" y="5746066"/>
              <a:ext cx="49651" cy="49651"/>
            </a:xfrm>
            <a:prstGeom prst="ellipse">
              <a:avLst/>
            </a:prstGeom>
            <a:solidFill>
              <a:srgbClr val="00B5EE">
                <a:alpha val="100000"/>
              </a:srgbClr>
            </a:solidFill>
            <a:ln w="900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4038650" y="5666752"/>
              <a:ext cx="49651" cy="49651"/>
            </a:xfrm>
            <a:prstGeom prst="ellipse">
              <a:avLst/>
            </a:prstGeom>
            <a:solidFill>
              <a:srgbClr val="00B4F0">
                <a:alpha val="100000"/>
              </a:srgbClr>
            </a:solidFill>
            <a:ln w="9000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2747851" y="4889740"/>
              <a:ext cx="49651" cy="49651"/>
            </a:xfrm>
            <a:prstGeom prst="ellipse">
              <a:avLst/>
            </a:prstGeom>
            <a:solidFill>
              <a:srgbClr val="00B2F2">
                <a:alpha val="100000"/>
              </a:srgbClr>
            </a:solidFill>
            <a:ln w="9000" cap="rnd">
              <a:solidFill>
                <a:srgbClr val="00B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3894038" y="5568444"/>
              <a:ext cx="49651" cy="49651"/>
            </a:xfrm>
            <a:prstGeom prst="ellipse">
              <a:avLst/>
            </a:prstGeom>
            <a:solidFill>
              <a:srgbClr val="00B1F4">
                <a:alpha val="100000"/>
              </a:srgbClr>
            </a:solidFill>
            <a:ln w="9000" cap="rnd">
              <a:solidFill>
                <a:srgbClr val="00B1F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381434" y="5079576"/>
              <a:ext cx="49651" cy="49651"/>
            </a:xfrm>
            <a:prstGeom prst="ellipse">
              <a:avLst/>
            </a:prstGeom>
            <a:solidFill>
              <a:srgbClr val="00B0F6">
                <a:alpha val="100000"/>
              </a:srgbClr>
            </a:solidFill>
            <a:ln w="9000" cap="rnd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4413571" y="5705834"/>
              <a:ext cx="49651" cy="49651"/>
            </a:xfrm>
            <a:prstGeom prst="ellipse">
              <a:avLst/>
            </a:prstGeom>
            <a:solidFill>
              <a:srgbClr val="00AFF8">
                <a:alpha val="100000"/>
              </a:srgbClr>
            </a:solidFill>
            <a:ln w="9000" cap="rnd">
              <a:solidFill>
                <a:srgbClr val="00AF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3363793" y="5536488"/>
              <a:ext cx="49651" cy="49651"/>
            </a:xfrm>
            <a:prstGeom prst="ellipse">
              <a:avLst/>
            </a:prstGeom>
            <a:solidFill>
              <a:srgbClr val="00ADFA">
                <a:alpha val="100000"/>
              </a:srgbClr>
            </a:solidFill>
            <a:ln w="9000" cap="rnd">
              <a:solidFill>
                <a:srgbClr val="00ADF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5832913" y="5743702"/>
              <a:ext cx="49651" cy="49651"/>
            </a:xfrm>
            <a:prstGeom prst="ellipse">
              <a:avLst/>
            </a:prstGeom>
            <a:solidFill>
              <a:srgbClr val="00ACFC">
                <a:alpha val="100000"/>
              </a:srgbClr>
            </a:solidFill>
            <a:ln w="9000" cap="rnd">
              <a:solidFill>
                <a:srgbClr val="00AC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5602605" y="5729353"/>
              <a:ext cx="49651" cy="49651"/>
            </a:xfrm>
            <a:prstGeom prst="ellipse">
              <a:avLst/>
            </a:prstGeom>
            <a:solidFill>
              <a:srgbClr val="00AAFD">
                <a:alpha val="100000"/>
              </a:srgbClr>
            </a:solidFill>
            <a:ln w="900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5602605" y="5707714"/>
              <a:ext cx="49651" cy="49651"/>
            </a:xfrm>
            <a:prstGeom prst="ellipse">
              <a:avLst/>
            </a:prstGeom>
            <a:solidFill>
              <a:srgbClr val="00AAFD">
                <a:alpha val="100000"/>
              </a:srgbClr>
            </a:solidFill>
            <a:ln w="900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3872614" y="5746268"/>
              <a:ext cx="49651" cy="49651"/>
            </a:xfrm>
            <a:prstGeom prst="ellipse">
              <a:avLst/>
            </a:prstGeom>
            <a:solidFill>
              <a:srgbClr val="00A9FF">
                <a:alpha val="100000"/>
              </a:srgbClr>
            </a:solidFill>
            <a:ln w="9000" cap="rnd">
              <a:solidFill>
                <a:srgbClr val="00A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971230" y="2551314"/>
              <a:ext cx="49651" cy="49651"/>
            </a:xfrm>
            <a:prstGeom prst="ellipse">
              <a:avLst/>
            </a:prstGeom>
            <a:solidFill>
              <a:srgbClr val="00A7FF">
                <a:alpha val="100000"/>
              </a:srgbClr>
            </a:solidFill>
            <a:ln w="9000" cap="rnd">
              <a:solidFill>
                <a:srgbClr val="00A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3861902" y="2518336"/>
              <a:ext cx="49651" cy="49651"/>
            </a:xfrm>
            <a:prstGeom prst="ellipse">
              <a:avLst/>
            </a:prstGeom>
            <a:solidFill>
              <a:srgbClr val="00A6FF">
                <a:alpha val="100000"/>
              </a:srgbClr>
            </a:solidFill>
            <a:ln w="9000" cap="rnd">
              <a:solidFill>
                <a:srgbClr val="00A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4911679" y="5712701"/>
              <a:ext cx="49651" cy="49651"/>
            </a:xfrm>
            <a:prstGeom prst="ellipse">
              <a:avLst/>
            </a:prstGeom>
            <a:solidFill>
              <a:srgbClr val="00A4FF">
                <a:alpha val="100000"/>
              </a:srgbClr>
            </a:solidFill>
            <a:ln w="9000" cap="rnd">
              <a:solidFill>
                <a:srgbClr val="00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4092210" y="5736837"/>
              <a:ext cx="49651" cy="49651"/>
            </a:xfrm>
            <a:prstGeom prst="ellipse">
              <a:avLst/>
            </a:prstGeom>
            <a:solidFill>
              <a:srgbClr val="2AA2FF">
                <a:alpha val="100000"/>
              </a:srgbClr>
            </a:solidFill>
            <a:ln w="9000" cap="rnd">
              <a:solidFill>
                <a:srgbClr val="2AA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088428" y="5746070"/>
              <a:ext cx="49651" cy="49651"/>
            </a:xfrm>
            <a:prstGeom prst="ellipse">
              <a:avLst/>
            </a:prstGeom>
            <a:solidFill>
              <a:srgbClr val="3EA1FF">
                <a:alpha val="100000"/>
              </a:srgbClr>
            </a:solidFill>
            <a:ln w="9000" cap="rnd">
              <a:solidFill>
                <a:srgbClr val="3EA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5233040" y="5713515"/>
              <a:ext cx="49651" cy="49651"/>
            </a:xfrm>
            <a:prstGeom prst="ellipse">
              <a:avLst/>
            </a:prstGeom>
            <a:solidFill>
              <a:srgbClr val="4D9FFF">
                <a:alpha val="100000"/>
              </a:srgbClr>
            </a:solidFill>
            <a:ln w="9000" cap="rnd">
              <a:solidFill>
                <a:srgbClr val="4D9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5993594" y="5721055"/>
              <a:ext cx="49651" cy="49651"/>
            </a:xfrm>
            <a:prstGeom prst="ellipse">
              <a:avLst/>
            </a:prstGeom>
            <a:solidFill>
              <a:srgbClr val="5A9DFF">
                <a:alpha val="100000"/>
              </a:srgbClr>
            </a:solidFill>
            <a:ln w="9000" cap="rnd">
              <a:solidFill>
                <a:srgbClr val="5A9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297312" y="5686321"/>
              <a:ext cx="49651" cy="49651"/>
            </a:xfrm>
            <a:prstGeom prst="ellipse">
              <a:avLst/>
            </a:prstGeom>
            <a:solidFill>
              <a:srgbClr val="649BFF">
                <a:alpha val="100000"/>
              </a:srgbClr>
            </a:solidFill>
            <a:ln w="9000" cap="rnd">
              <a:solidFill>
                <a:srgbClr val="64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3508405" y="5447438"/>
              <a:ext cx="49651" cy="49651"/>
            </a:xfrm>
            <a:prstGeom prst="ellipse">
              <a:avLst/>
            </a:prstGeom>
            <a:solidFill>
              <a:srgbClr val="6E99FF">
                <a:alpha val="100000"/>
              </a:srgbClr>
            </a:solidFill>
            <a:ln w="9000" cap="rnd">
              <a:solidFill>
                <a:srgbClr val="6E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5056292" y="5712240"/>
              <a:ext cx="49651" cy="49651"/>
            </a:xfrm>
            <a:prstGeom prst="ellipse">
              <a:avLst/>
            </a:prstGeom>
            <a:solidFill>
              <a:srgbClr val="7798FF">
                <a:alpha val="100000"/>
              </a:srgbClr>
            </a:solidFill>
            <a:ln w="9000" cap="rnd">
              <a:solidFill>
                <a:srgbClr val="779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4252890" y="5667185"/>
              <a:ext cx="49651" cy="49651"/>
            </a:xfrm>
            <a:prstGeom prst="ellipse">
              <a:avLst/>
            </a:prstGeom>
            <a:solidFill>
              <a:srgbClr val="7F96FF">
                <a:alpha val="100000"/>
              </a:srgbClr>
            </a:solidFill>
            <a:ln w="9000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4777779" y="5741350"/>
              <a:ext cx="49651" cy="49651"/>
            </a:xfrm>
            <a:prstGeom prst="ellipse">
              <a:avLst/>
            </a:prstGeom>
            <a:solidFill>
              <a:srgbClr val="8794FF">
                <a:alpha val="100000"/>
              </a:srgbClr>
            </a:solidFill>
            <a:ln w="9000" cap="rnd">
              <a:solidFill>
                <a:srgbClr val="879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3213824" y="5636946"/>
              <a:ext cx="49651" cy="49651"/>
            </a:xfrm>
            <a:prstGeom prst="ellipse">
              <a:avLst/>
            </a:prstGeom>
            <a:solidFill>
              <a:srgbClr val="8E92FF">
                <a:alpha val="100000"/>
              </a:srgbClr>
            </a:solidFill>
            <a:ln w="9000" cap="rnd">
              <a:solidFill>
                <a:srgbClr val="8E9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4520691" y="5730939"/>
              <a:ext cx="49651" cy="49651"/>
            </a:xfrm>
            <a:prstGeom prst="ellipse">
              <a:avLst/>
            </a:prstGeom>
            <a:solidFill>
              <a:srgbClr val="9590FF">
                <a:alpha val="100000"/>
              </a:srgbClr>
            </a:solidFill>
            <a:ln w="9000" cap="rnd">
              <a:solidFill>
                <a:srgbClr val="959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4574251" y="5724970"/>
              <a:ext cx="49651" cy="49651"/>
            </a:xfrm>
            <a:prstGeom prst="ellipse">
              <a:avLst/>
            </a:prstGeom>
            <a:solidFill>
              <a:srgbClr val="9B8EFF">
                <a:alpha val="100000"/>
              </a:srgbClr>
            </a:solidFill>
            <a:ln w="9000" cap="rnd">
              <a:solidFill>
                <a:srgbClr val="9B8E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4440351" y="5589516"/>
              <a:ext cx="49651" cy="49651"/>
            </a:xfrm>
            <a:prstGeom prst="ellipse">
              <a:avLst/>
            </a:prstGeom>
            <a:solidFill>
              <a:srgbClr val="A18BFF">
                <a:alpha val="100000"/>
              </a:srgbClr>
            </a:solidFill>
            <a:ln w="9000" cap="rnd">
              <a:solidFill>
                <a:srgbClr val="A18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5399076" y="5728768"/>
              <a:ext cx="49651" cy="49651"/>
            </a:xfrm>
            <a:prstGeom prst="ellipse">
              <a:avLst/>
            </a:prstGeom>
            <a:solidFill>
              <a:srgbClr val="A789FF">
                <a:alpha val="100000"/>
              </a:srgbClr>
            </a:solidFill>
            <a:ln w="9000" cap="rnd">
              <a:solidFill>
                <a:srgbClr val="A78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5083072" y="5747732"/>
              <a:ext cx="49651" cy="49651"/>
            </a:xfrm>
            <a:prstGeom prst="ellipse">
              <a:avLst/>
            </a:prstGeom>
            <a:solidFill>
              <a:srgbClr val="AD87FF">
                <a:alpha val="100000"/>
              </a:srgbClr>
            </a:solidFill>
            <a:ln w="9000" cap="rnd">
              <a:solidFill>
                <a:srgbClr val="AD8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5463349" y="5712801"/>
              <a:ext cx="49651" cy="49651"/>
            </a:xfrm>
            <a:prstGeom prst="ellipse">
              <a:avLst/>
            </a:prstGeom>
            <a:solidFill>
              <a:srgbClr val="B285FF">
                <a:alpha val="100000"/>
              </a:srgbClr>
            </a:solidFill>
            <a:ln w="9000" cap="rnd">
              <a:solidFill>
                <a:srgbClr val="B28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5549045" y="5697808"/>
              <a:ext cx="49651" cy="49651"/>
            </a:xfrm>
            <a:prstGeom prst="ellipse">
              <a:avLst/>
            </a:prstGeom>
            <a:solidFill>
              <a:srgbClr val="B783FF">
                <a:alpha val="100000"/>
              </a:srgbClr>
            </a:solidFill>
            <a:ln w="9000" cap="rnd">
              <a:solidFill>
                <a:srgbClr val="B78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5174124" y="5746736"/>
              <a:ext cx="49651" cy="49651"/>
            </a:xfrm>
            <a:prstGeom prst="ellipse">
              <a:avLst/>
            </a:prstGeom>
            <a:solidFill>
              <a:srgbClr val="BC81FF">
                <a:alpha val="100000"/>
              </a:srgbClr>
            </a:solidFill>
            <a:ln w="9000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5415144" y="5736211"/>
              <a:ext cx="49651" cy="49651"/>
            </a:xfrm>
            <a:prstGeom prst="ellipse">
              <a:avLst/>
            </a:prstGeom>
            <a:solidFill>
              <a:srgbClr val="C07FFF">
                <a:alpha val="100000"/>
              </a:srgbClr>
            </a:solidFill>
            <a:ln w="9000" cap="rnd">
              <a:solidFill>
                <a:srgbClr val="C07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3401285" y="5668647"/>
              <a:ext cx="49651" cy="49651"/>
            </a:xfrm>
            <a:prstGeom prst="ellipse">
              <a:avLst/>
            </a:prstGeom>
            <a:solidFill>
              <a:srgbClr val="C57DFF">
                <a:alpha val="100000"/>
              </a:srgbClr>
            </a:solidFill>
            <a:ln w="9000" cap="rnd">
              <a:solidFill>
                <a:srgbClr val="C57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4692083" y="5744351"/>
              <a:ext cx="49651" cy="49651"/>
            </a:xfrm>
            <a:prstGeom prst="ellipse">
              <a:avLst/>
            </a:prstGeom>
            <a:solidFill>
              <a:srgbClr val="C97BFF">
                <a:alpha val="100000"/>
              </a:srgbClr>
            </a:solidFill>
            <a:ln w="9000" cap="rnd">
              <a:solidFill>
                <a:srgbClr val="C97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4536759" y="5715606"/>
              <a:ext cx="49651" cy="49651"/>
            </a:xfrm>
            <a:prstGeom prst="ellipse">
              <a:avLst/>
            </a:prstGeom>
            <a:solidFill>
              <a:srgbClr val="CD79FF">
                <a:alpha val="100000"/>
              </a:srgbClr>
            </a:solidFill>
            <a:ln w="9000" cap="rnd">
              <a:solidFill>
                <a:srgbClr val="CD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5838269" y="5745637"/>
              <a:ext cx="49651" cy="49651"/>
            </a:xfrm>
            <a:prstGeom prst="ellipse">
              <a:avLst/>
            </a:prstGeom>
            <a:solidFill>
              <a:srgbClr val="D177FF">
                <a:alpha val="100000"/>
              </a:srgbClr>
            </a:solidFill>
            <a:ln w="9000" cap="rnd">
              <a:solidFill>
                <a:srgbClr val="D17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5415144" y="5696862"/>
              <a:ext cx="49651" cy="49651"/>
            </a:xfrm>
            <a:prstGeom prst="ellipse">
              <a:avLst/>
            </a:prstGeom>
            <a:solidFill>
              <a:srgbClr val="D575FE">
                <a:alpha val="100000"/>
              </a:srgbClr>
            </a:solidFill>
            <a:ln w="9000" cap="rnd">
              <a:solidFill>
                <a:srgbClr val="D575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3187044" y="4910877"/>
              <a:ext cx="49651" cy="49651"/>
            </a:xfrm>
            <a:prstGeom prst="ellipse">
              <a:avLst/>
            </a:prstGeom>
            <a:solidFill>
              <a:srgbClr val="D873FC">
                <a:alpha val="100000"/>
              </a:srgbClr>
            </a:solidFill>
            <a:ln w="9000" cap="rnd">
              <a:solidFill>
                <a:srgbClr val="D873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5211616" y="5746069"/>
              <a:ext cx="49651" cy="49651"/>
            </a:xfrm>
            <a:prstGeom prst="ellipse">
              <a:avLst/>
            </a:prstGeom>
            <a:solidFill>
              <a:srgbClr val="DB72FB">
                <a:alpha val="100000"/>
              </a:srgbClr>
            </a:solidFill>
            <a:ln w="9000" cap="rnd">
              <a:solidFill>
                <a:srgbClr val="DB72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4981308" y="5660577"/>
              <a:ext cx="49651" cy="49651"/>
            </a:xfrm>
            <a:prstGeom prst="ellipse">
              <a:avLst/>
            </a:prstGeom>
            <a:solidFill>
              <a:srgbClr val="DF70F9">
                <a:alpha val="100000"/>
              </a:srgbClr>
            </a:solidFill>
            <a:ln w="9000" cap="rnd">
              <a:solidFill>
                <a:srgbClr val="DF70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2962092" y="2598163"/>
              <a:ext cx="49651" cy="49651"/>
            </a:xfrm>
            <a:prstGeom prst="ellipse">
              <a:avLst/>
            </a:prstGeom>
            <a:solidFill>
              <a:srgbClr val="E26EF7">
                <a:alpha val="100000"/>
              </a:srgbClr>
            </a:solidFill>
            <a:ln w="9000" cap="rnd">
              <a:solidFill>
                <a:srgbClr val="E26EF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5715081" y="5747580"/>
              <a:ext cx="49651" cy="49651"/>
            </a:xfrm>
            <a:prstGeom prst="ellipse">
              <a:avLst/>
            </a:prstGeom>
            <a:solidFill>
              <a:srgbClr val="E46DF5">
                <a:alpha val="100000"/>
              </a:srgbClr>
            </a:solidFill>
            <a:ln w="9000" cap="rnd">
              <a:solidFill>
                <a:srgbClr val="E46DF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5452637" y="5746066"/>
              <a:ext cx="49651" cy="49651"/>
            </a:xfrm>
            <a:prstGeom prst="ellipse">
              <a:avLst/>
            </a:prstGeom>
            <a:solidFill>
              <a:srgbClr val="E76BF3">
                <a:alpha val="100000"/>
              </a:srgbClr>
            </a:solidFill>
            <a:ln w="9000" cap="rnd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5602605" y="5747482"/>
              <a:ext cx="49651" cy="49651"/>
            </a:xfrm>
            <a:prstGeom prst="ellipse">
              <a:avLst/>
            </a:prstGeom>
            <a:solidFill>
              <a:srgbClr val="EA6AF1">
                <a:alpha val="100000"/>
              </a:srgbClr>
            </a:solidFill>
            <a:ln w="9000" cap="rnd">
              <a:solidFill>
                <a:srgbClr val="EA6A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3283452" y="5690377"/>
              <a:ext cx="49651" cy="49651"/>
            </a:xfrm>
            <a:prstGeom prst="ellipse">
              <a:avLst/>
            </a:prstGeom>
            <a:solidFill>
              <a:srgbClr val="EC69EE">
                <a:alpha val="100000"/>
              </a:srgbClr>
            </a:solidFill>
            <a:ln w="9000" cap="rnd">
              <a:solidFill>
                <a:srgbClr val="EC69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1537393" y="5622972"/>
              <a:ext cx="49651" cy="49651"/>
            </a:xfrm>
            <a:prstGeom prst="ellipse">
              <a:avLst/>
            </a:prstGeom>
            <a:solidFill>
              <a:srgbClr val="EE67EC">
                <a:alpha val="100000"/>
              </a:srgbClr>
            </a:solidFill>
            <a:ln w="9000" cap="rnd">
              <a:solidFill>
                <a:srgbClr val="EE67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734931" y="5195792"/>
              <a:ext cx="49651" cy="49651"/>
            </a:xfrm>
            <a:prstGeom prst="ellipse">
              <a:avLst/>
            </a:prstGeom>
            <a:solidFill>
              <a:srgbClr val="F066EA">
                <a:alpha val="100000"/>
              </a:srgbClr>
            </a:solidFill>
            <a:ln w="9000" cap="rnd">
              <a:solidFill>
                <a:srgbClr val="F066E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5806133" y="5746796"/>
              <a:ext cx="49651" cy="49651"/>
            </a:xfrm>
            <a:prstGeom prst="ellipse">
              <a:avLst/>
            </a:prstGeom>
            <a:solidFill>
              <a:srgbClr val="F265E7">
                <a:alpha val="100000"/>
              </a:srgbClr>
            </a:solidFill>
            <a:ln w="9000" cap="rnd">
              <a:solidFill>
                <a:srgbClr val="F265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3047788" y="5580089"/>
              <a:ext cx="49651" cy="49651"/>
            </a:xfrm>
            <a:prstGeom prst="ellipse">
              <a:avLst/>
            </a:prstGeom>
            <a:solidFill>
              <a:srgbClr val="F464E4">
                <a:alpha val="100000"/>
              </a:srgbClr>
            </a:solidFill>
            <a:ln w="9000" cap="rnd">
              <a:solidFill>
                <a:srgbClr val="F464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5211616" y="5745480"/>
              <a:ext cx="49651" cy="49651"/>
            </a:xfrm>
            <a:prstGeom prst="ellipse">
              <a:avLst/>
            </a:prstGeom>
            <a:solidFill>
              <a:srgbClr val="F663E2">
                <a:alpha val="100000"/>
              </a:srgbClr>
            </a:solidFill>
            <a:ln w="9000" cap="rnd">
              <a:solidFill>
                <a:srgbClr val="F663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4799203" y="5648413"/>
              <a:ext cx="49651" cy="49651"/>
            </a:xfrm>
            <a:prstGeom prst="ellipse">
              <a:avLst/>
            </a:prstGeom>
            <a:solidFill>
              <a:srgbClr val="F763DF">
                <a:alpha val="100000"/>
              </a:srgbClr>
            </a:solidFill>
            <a:ln w="9000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3861902" y="5574567"/>
              <a:ext cx="49651" cy="49651"/>
            </a:xfrm>
            <a:prstGeom prst="ellipse">
              <a:avLst/>
            </a:prstGeom>
            <a:solidFill>
              <a:srgbClr val="F962DC">
                <a:alpha val="100000"/>
              </a:srgbClr>
            </a:solidFill>
            <a:ln w="9000" cap="rnd">
              <a:solidFill>
                <a:srgbClr val="F962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4509979" y="5744796"/>
              <a:ext cx="49651" cy="49651"/>
            </a:xfrm>
            <a:prstGeom prst="ellipse">
              <a:avLst/>
            </a:prstGeom>
            <a:solidFill>
              <a:srgbClr val="FA62D9">
                <a:alpha val="100000"/>
              </a:srgbClr>
            </a:solidFill>
            <a:ln w="9000" cap="rnd">
              <a:solidFill>
                <a:srgbClr val="FA62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5773997" y="5734760"/>
              <a:ext cx="49651" cy="49651"/>
            </a:xfrm>
            <a:prstGeom prst="ellipse">
              <a:avLst/>
            </a:prstGeom>
            <a:solidFill>
              <a:srgbClr val="FB61D6">
                <a:alpha val="100000"/>
              </a:srgbClr>
            </a:solidFill>
            <a:ln w="9000" cap="rnd">
              <a:solidFill>
                <a:srgbClr val="FB61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6079290" y="5747539"/>
              <a:ext cx="49651" cy="49651"/>
            </a:xfrm>
            <a:prstGeom prst="ellipse">
              <a:avLst/>
            </a:prstGeom>
            <a:solidFill>
              <a:srgbClr val="FD61D3">
                <a:alpha val="100000"/>
              </a:srgbClr>
            </a:solidFill>
            <a:ln w="9000" cap="rnd">
              <a:solidFill>
                <a:srgbClr val="FD61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418927" y="5688441"/>
              <a:ext cx="49651" cy="49651"/>
            </a:xfrm>
            <a:prstGeom prst="ellipse">
              <a:avLst/>
            </a:prstGeom>
            <a:solidFill>
              <a:srgbClr val="FE61D0">
                <a:alpha val="100000"/>
              </a:srgbClr>
            </a:solidFill>
            <a:ln w="9000" cap="rnd">
              <a:solidFill>
                <a:srgbClr val="FE6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3990446" y="5744823"/>
              <a:ext cx="49651" cy="49651"/>
            </a:xfrm>
            <a:prstGeom prst="ellipse">
              <a:avLst/>
            </a:prstGeom>
            <a:solidFill>
              <a:srgbClr val="FE61CD">
                <a:alpha val="100000"/>
              </a:srgbClr>
            </a:solidFill>
            <a:ln w="9000" cap="rnd">
              <a:solidFill>
                <a:srgbClr val="FE61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3369149" y="5545795"/>
              <a:ext cx="49651" cy="49651"/>
            </a:xfrm>
            <a:prstGeom prst="ellipse">
              <a:avLst/>
            </a:prstGeom>
            <a:solidFill>
              <a:srgbClr val="FF61C9">
                <a:alpha val="100000"/>
              </a:srgbClr>
            </a:solidFill>
            <a:ln w="9000" cap="rnd">
              <a:solidFill>
                <a:srgbClr val="FF61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4783135" y="5598633"/>
              <a:ext cx="49651" cy="49651"/>
            </a:xfrm>
            <a:prstGeom prst="ellipse">
              <a:avLst/>
            </a:prstGeom>
            <a:solidFill>
              <a:srgbClr val="FF61C6">
                <a:alpha val="100000"/>
              </a:srgbClr>
            </a:solidFill>
            <a:ln w="9000" cap="rnd">
              <a:solidFill>
                <a:srgbClr val="FF61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3856545" y="5617568"/>
              <a:ext cx="49651" cy="49651"/>
            </a:xfrm>
            <a:prstGeom prst="ellipse">
              <a:avLst/>
            </a:prstGeom>
            <a:solidFill>
              <a:srgbClr val="FF61C3">
                <a:alpha val="100000"/>
              </a:srgbClr>
            </a:solidFill>
            <a:ln w="9000" cap="rnd">
              <a:solidFill>
                <a:srgbClr val="FF61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3337013" y="1827978"/>
              <a:ext cx="49651" cy="49651"/>
            </a:xfrm>
            <a:prstGeom prst="ellipse">
              <a:avLst/>
            </a:prstGeom>
            <a:solidFill>
              <a:srgbClr val="FF62BF">
                <a:alpha val="100000"/>
              </a:srgbClr>
            </a:solidFill>
            <a:ln w="9000" cap="rnd">
              <a:solidFill>
                <a:srgbClr val="FF62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4509979" y="5703609"/>
              <a:ext cx="49651" cy="49651"/>
            </a:xfrm>
            <a:prstGeom prst="ellipse">
              <a:avLst/>
            </a:prstGeom>
            <a:solidFill>
              <a:srgbClr val="FF62BC">
                <a:alpha val="100000"/>
              </a:srgbClr>
            </a:solidFill>
            <a:ln w="9000" cap="rnd">
              <a:solidFill>
                <a:srgbClr val="FF62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702795" y="5681193"/>
              <a:ext cx="49651" cy="49651"/>
            </a:xfrm>
            <a:prstGeom prst="ellipse">
              <a:avLst/>
            </a:prstGeom>
            <a:solidFill>
              <a:srgbClr val="FF63B8">
                <a:alpha val="100000"/>
              </a:srgbClr>
            </a:solidFill>
            <a:ln w="9000" cap="rnd">
              <a:solidFill>
                <a:srgbClr val="FF63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5109852" y="5679021"/>
              <a:ext cx="49651" cy="49651"/>
            </a:xfrm>
            <a:prstGeom prst="ellipse">
              <a:avLst/>
            </a:prstGeom>
            <a:solidFill>
              <a:srgbClr val="FF63B5">
                <a:alpha val="100000"/>
              </a:srgbClr>
            </a:solidFill>
            <a:ln w="9000" cap="rnd">
              <a:solidFill>
                <a:srgbClr val="FF63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4692083" y="5744828"/>
              <a:ext cx="49651" cy="49651"/>
            </a:xfrm>
            <a:prstGeom prst="ellipse">
              <a:avLst/>
            </a:prstGeom>
            <a:solidFill>
              <a:srgbClr val="FF64B1">
                <a:alpha val="100000"/>
              </a:srgbClr>
            </a:solidFill>
            <a:ln w="9000" cap="rnd">
              <a:solidFill>
                <a:srgbClr val="FF6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4258246" y="5699976"/>
              <a:ext cx="49651" cy="49651"/>
            </a:xfrm>
            <a:prstGeom prst="ellipse">
              <a:avLst/>
            </a:prstGeom>
            <a:solidFill>
              <a:srgbClr val="FF65AD">
                <a:alpha val="100000"/>
              </a:srgbClr>
            </a:solidFill>
            <a:ln w="9000" cap="rnd">
              <a:solidFill>
                <a:srgbClr val="FF65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3267384" y="5645414"/>
              <a:ext cx="49651" cy="49651"/>
            </a:xfrm>
            <a:prstGeom prst="ellipse">
              <a:avLst/>
            </a:prstGeom>
            <a:solidFill>
              <a:srgbClr val="FF66A9">
                <a:alpha val="100000"/>
              </a:srgbClr>
            </a:solidFill>
            <a:ln w="9000" cap="rnd">
              <a:solidFill>
                <a:srgbClr val="FF66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5640097" y="5638121"/>
              <a:ext cx="49651" cy="49651"/>
            </a:xfrm>
            <a:prstGeom prst="ellipse">
              <a:avLst/>
            </a:prstGeom>
            <a:solidFill>
              <a:srgbClr val="FF67A6">
                <a:alpha val="100000"/>
              </a:srgbClr>
            </a:solidFill>
            <a:ln w="9000" cap="rnd">
              <a:solidFill>
                <a:srgbClr val="FF67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5045580" y="5735486"/>
              <a:ext cx="49651" cy="49651"/>
            </a:xfrm>
            <a:prstGeom prst="ellipse">
              <a:avLst/>
            </a:prstGeom>
            <a:solidFill>
              <a:srgbClr val="FF68A2">
                <a:alpha val="100000"/>
              </a:srgbClr>
            </a:solidFill>
            <a:ln w="9000" cap="rnd">
              <a:solidFill>
                <a:srgbClr val="FF68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5816845" y="5696901"/>
              <a:ext cx="49651" cy="49651"/>
            </a:xfrm>
            <a:prstGeom prst="ellipse">
              <a:avLst/>
            </a:prstGeom>
            <a:solidFill>
              <a:srgbClr val="FF699E">
                <a:alpha val="100000"/>
              </a:srgbClr>
            </a:solidFill>
            <a:ln w="9000" cap="rnd">
              <a:solidFill>
                <a:srgbClr val="FF69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4836695" y="5740692"/>
              <a:ext cx="49651" cy="49651"/>
            </a:xfrm>
            <a:prstGeom prst="ellipse">
              <a:avLst/>
            </a:prstGeom>
            <a:solidFill>
              <a:srgbClr val="FF6A9A">
                <a:alpha val="100000"/>
              </a:srgbClr>
            </a:solidFill>
            <a:ln w="9000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5704369" y="5724088"/>
              <a:ext cx="49651" cy="49651"/>
            </a:xfrm>
            <a:prstGeom prst="ellipse">
              <a:avLst/>
            </a:prstGeom>
            <a:solidFill>
              <a:srgbClr val="FF6B95">
                <a:alpha val="100000"/>
              </a:srgbClr>
            </a:solidFill>
            <a:ln w="9000" cap="rnd">
              <a:solidFill>
                <a:srgbClr val="FF6B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4483199" y="5747873"/>
              <a:ext cx="49651" cy="49651"/>
            </a:xfrm>
            <a:prstGeom prst="ellipse">
              <a:avLst/>
            </a:prstGeom>
            <a:solidFill>
              <a:srgbClr val="FF6C91">
                <a:alpha val="100000"/>
              </a:srgbClr>
            </a:solidFill>
            <a:ln w="9000" cap="rnd">
              <a:solidFill>
                <a:srgbClr val="FF6C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3701221" y="5656028"/>
              <a:ext cx="49651" cy="49651"/>
            </a:xfrm>
            <a:prstGeom prst="ellipse">
              <a:avLst/>
            </a:prstGeom>
            <a:solidFill>
              <a:srgbClr val="FE6D8D">
                <a:alpha val="100000"/>
              </a:srgbClr>
            </a:solidFill>
            <a:ln w="9000" cap="rnd">
              <a:solidFill>
                <a:srgbClr val="FE6D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4354654" y="5746719"/>
              <a:ext cx="49651" cy="49651"/>
            </a:xfrm>
            <a:prstGeom prst="ellipse">
              <a:avLst/>
            </a:prstGeom>
            <a:solidFill>
              <a:srgbClr val="FE6E89">
                <a:alpha val="100000"/>
              </a:srgbClr>
            </a:solidFill>
            <a:ln w="9000" cap="rnd">
              <a:solidFill>
                <a:srgbClr val="FE6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4408215" y="5642341"/>
              <a:ext cx="49651" cy="49651"/>
            </a:xfrm>
            <a:prstGeom prst="ellipse">
              <a:avLst/>
            </a:prstGeom>
            <a:solidFill>
              <a:srgbClr val="FD7084">
                <a:alpha val="100000"/>
              </a:srgbClr>
            </a:solidFill>
            <a:ln w="9000" cap="rnd">
              <a:solidFill>
                <a:srgbClr val="FD70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5383008" y="5744815"/>
              <a:ext cx="49651" cy="49651"/>
            </a:xfrm>
            <a:prstGeom prst="ellipse">
              <a:avLst/>
            </a:prstGeom>
            <a:solidFill>
              <a:srgbClr val="FC7180">
                <a:alpha val="100000"/>
              </a:srgbClr>
            </a:solidFill>
            <a:ln w="9000" cap="rnd">
              <a:solidFill>
                <a:srgbClr val="FC71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3310232" y="5596008"/>
              <a:ext cx="49651" cy="49651"/>
            </a:xfrm>
            <a:prstGeom prst="ellipse">
              <a:avLst/>
            </a:prstGeom>
            <a:solidFill>
              <a:srgbClr val="FB727B">
                <a:alpha val="100000"/>
              </a:srgbClr>
            </a:solidFill>
            <a:ln w="9000" cap="rnd">
              <a:solidFill>
                <a:srgbClr val="FB72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3808341" y="5645433"/>
              <a:ext cx="49651" cy="49651"/>
            </a:xfrm>
            <a:prstGeom prst="ellipse">
              <a:avLst/>
            </a:prstGeom>
            <a:solidFill>
              <a:srgbClr val="FA7477">
                <a:alpha val="100000"/>
              </a:srgbClr>
            </a:solidFill>
            <a:ln w="9000" cap="rnd">
              <a:solidFill>
                <a:srgbClr val="FA7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3653017" y="4790209"/>
              <a:ext cx="49651" cy="49651"/>
            </a:xfrm>
            <a:prstGeom prst="ellipse">
              <a:avLst/>
            </a:prstGeom>
            <a:solidFill>
              <a:srgbClr val="F97572">
                <a:alpha val="100000"/>
              </a:srgbClr>
            </a:solidFill>
            <a:ln w="9000" cap="rnd">
              <a:solidFill>
                <a:srgbClr val="F975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2598906" y="5342201"/>
              <a:ext cx="353491" cy="134871"/>
            </a:xfrm>
            <a:custGeom>
              <a:avLst/>
              <a:pathLst>
                <a:path w="353491" h="134871">
                  <a:moveTo>
                    <a:pt x="0" y="0"/>
                  </a:moveTo>
                  <a:lnTo>
                    <a:pt x="353491" y="134871"/>
                  </a:lnTo>
                </a:path>
              </a:pathLst>
            </a:custGeom>
            <a:ln w="1355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3125133" y="5772231"/>
              <a:ext cx="1636745" cy="156934"/>
            </a:xfrm>
            <a:custGeom>
              <a:avLst/>
              <a:pathLst>
                <a:path w="1636745" h="156934">
                  <a:moveTo>
                    <a:pt x="0" y="156934"/>
                  </a:moveTo>
                  <a:lnTo>
                    <a:pt x="1636745" y="0"/>
                  </a:lnTo>
                </a:path>
              </a:pathLst>
            </a:custGeom>
            <a:ln w="13550" cap="rnd">
              <a:solidFill>
                <a:srgbClr val="F778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4348902" y="5079445"/>
              <a:ext cx="266081" cy="623709"/>
            </a:xfrm>
            <a:custGeom>
              <a:avLst/>
              <a:pathLst>
                <a:path w="266081" h="623709">
                  <a:moveTo>
                    <a:pt x="0" y="0"/>
                  </a:moveTo>
                  <a:lnTo>
                    <a:pt x="266081" y="623709"/>
                  </a:lnTo>
                </a:path>
              </a:pathLst>
            </a:custGeom>
            <a:ln w="13550" cap="rnd">
              <a:solidFill>
                <a:srgbClr val="F579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4900069" y="4777687"/>
              <a:ext cx="41179" cy="944303"/>
            </a:xfrm>
            <a:custGeom>
              <a:avLst/>
              <a:pathLst>
                <a:path w="41179" h="944303">
                  <a:moveTo>
                    <a:pt x="0" y="0"/>
                  </a:moveTo>
                  <a:lnTo>
                    <a:pt x="41179" y="944303"/>
                  </a:lnTo>
                </a:path>
              </a:pathLst>
            </a:custGeom>
            <a:ln w="13550" cap="rnd">
              <a:solidFill>
                <a:srgbClr val="F47A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5919777" y="5038700"/>
              <a:ext cx="163425" cy="718062"/>
            </a:xfrm>
            <a:custGeom>
              <a:avLst/>
              <a:pathLst>
                <a:path w="163425" h="718062">
                  <a:moveTo>
                    <a:pt x="163425" y="0"/>
                  </a:moveTo>
                  <a:lnTo>
                    <a:pt x="0" y="718062"/>
                  </a:lnTo>
                </a:path>
              </a:pathLst>
            </a:custGeom>
            <a:ln w="13550" cap="rnd">
              <a:solidFill>
                <a:srgbClr val="F37C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3602989" y="4618299"/>
              <a:ext cx="38239" cy="113830"/>
            </a:xfrm>
            <a:custGeom>
              <a:avLst/>
              <a:pathLst>
                <a:path w="38239" h="113830">
                  <a:moveTo>
                    <a:pt x="0" y="0"/>
                  </a:moveTo>
                  <a:lnTo>
                    <a:pt x="38239" y="113830"/>
                  </a:lnTo>
                </a:path>
              </a:pathLst>
            </a:custGeom>
            <a:ln w="13550" cap="rnd">
              <a:solidFill>
                <a:srgbClr val="F17D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3706295" y="5765347"/>
              <a:ext cx="1200260" cy="163710"/>
            </a:xfrm>
            <a:custGeom>
              <a:avLst/>
              <a:pathLst>
                <a:path w="1200260" h="163710">
                  <a:moveTo>
                    <a:pt x="0" y="163710"/>
                  </a:moveTo>
                  <a:lnTo>
                    <a:pt x="1200260" y="0"/>
                  </a:lnTo>
                </a:path>
              </a:pathLst>
            </a:custGeom>
            <a:ln w="13550" cap="rnd">
              <a:solidFill>
                <a:srgbClr val="F07E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3541525" y="5773680"/>
              <a:ext cx="1263242" cy="155410"/>
            </a:xfrm>
            <a:custGeom>
              <a:avLst/>
              <a:pathLst>
                <a:path w="1263242" h="155410">
                  <a:moveTo>
                    <a:pt x="0" y="155410"/>
                  </a:moveTo>
                  <a:lnTo>
                    <a:pt x="1263242" y="0"/>
                  </a:lnTo>
                </a:path>
              </a:pathLst>
            </a:custGeom>
            <a:ln w="13550" cap="rnd">
              <a:solidFill>
                <a:srgbClr val="EE80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5597107" y="5366398"/>
              <a:ext cx="24093" cy="386849"/>
            </a:xfrm>
            <a:custGeom>
              <a:avLst/>
              <a:pathLst>
                <a:path w="24093" h="386849">
                  <a:moveTo>
                    <a:pt x="0" y="0"/>
                  </a:moveTo>
                  <a:lnTo>
                    <a:pt x="24093" y="386849"/>
                  </a:lnTo>
                </a:path>
              </a:pathLst>
            </a:custGeom>
            <a:ln w="13550" cap="rnd">
              <a:solidFill>
                <a:srgbClr val="ED81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5683607" y="5781836"/>
              <a:ext cx="68027" cy="98718"/>
            </a:xfrm>
            <a:custGeom>
              <a:avLst/>
              <a:pathLst>
                <a:path w="68027" h="98718">
                  <a:moveTo>
                    <a:pt x="68027" y="9871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B83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3039693" y="5770901"/>
              <a:ext cx="1732892" cy="158275"/>
            </a:xfrm>
            <a:custGeom>
              <a:avLst/>
              <a:pathLst>
                <a:path w="1732892" h="158275">
                  <a:moveTo>
                    <a:pt x="0" y="158275"/>
                  </a:moveTo>
                  <a:lnTo>
                    <a:pt x="1732892" y="0"/>
                  </a:lnTo>
                </a:path>
              </a:pathLst>
            </a:custGeom>
            <a:ln w="13550" cap="rnd">
              <a:solidFill>
                <a:srgbClr val="E984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5128329" y="5068355"/>
              <a:ext cx="21931" cy="634973"/>
            </a:xfrm>
            <a:custGeom>
              <a:avLst/>
              <a:pathLst>
                <a:path w="21931" h="634973">
                  <a:moveTo>
                    <a:pt x="0" y="0"/>
                  </a:moveTo>
                  <a:lnTo>
                    <a:pt x="21931" y="634973"/>
                  </a:lnTo>
                </a:path>
              </a:pathLst>
            </a:custGeom>
            <a:ln w="13550" cap="rnd">
              <a:solidFill>
                <a:srgbClr val="E8852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3174408" y="4910186"/>
              <a:ext cx="531464" cy="582695"/>
            </a:xfrm>
            <a:custGeom>
              <a:avLst/>
              <a:pathLst>
                <a:path w="531464" h="582695">
                  <a:moveTo>
                    <a:pt x="0" y="0"/>
                  </a:moveTo>
                  <a:lnTo>
                    <a:pt x="531464" y="582695"/>
                  </a:lnTo>
                </a:path>
              </a:pathLst>
            </a:custGeom>
            <a:ln w="13550" cap="rnd">
              <a:solidFill>
                <a:srgbClr val="E6871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3970281" y="5763807"/>
              <a:ext cx="1118400" cy="165215"/>
            </a:xfrm>
            <a:custGeom>
              <a:avLst/>
              <a:pathLst>
                <a:path w="1118400" h="165215">
                  <a:moveTo>
                    <a:pt x="0" y="165215"/>
                  </a:moveTo>
                  <a:lnTo>
                    <a:pt x="1118400" y="0"/>
                  </a:lnTo>
                </a:path>
              </a:pathLst>
            </a:custGeom>
            <a:ln w="13550" cap="rnd">
              <a:solidFill>
                <a:srgbClr val="E48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4183437" y="5773843"/>
              <a:ext cx="921356" cy="155086"/>
            </a:xfrm>
            <a:custGeom>
              <a:avLst/>
              <a:pathLst>
                <a:path w="921356" h="155086">
                  <a:moveTo>
                    <a:pt x="0" y="155086"/>
                  </a:moveTo>
                  <a:lnTo>
                    <a:pt x="921356" y="0"/>
                  </a:lnTo>
                </a:path>
              </a:pathLst>
            </a:custGeom>
            <a:ln w="13550" cap="rnd">
              <a:solidFill>
                <a:srgbClr val="E28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5693772" y="5777946"/>
              <a:ext cx="87775" cy="141030"/>
            </a:xfrm>
            <a:custGeom>
              <a:avLst/>
              <a:pathLst>
                <a:path w="87775" h="141030">
                  <a:moveTo>
                    <a:pt x="87775" y="14103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08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4319570" y="5468128"/>
              <a:ext cx="36563" cy="265030"/>
            </a:xfrm>
            <a:custGeom>
              <a:avLst/>
              <a:pathLst>
                <a:path w="36563" h="265030">
                  <a:moveTo>
                    <a:pt x="0" y="0"/>
                  </a:moveTo>
                  <a:lnTo>
                    <a:pt x="36563" y="265030"/>
                  </a:lnTo>
                </a:path>
              </a:pathLst>
            </a:custGeom>
            <a:ln w="13550" cap="rnd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5354387" y="5782222"/>
              <a:ext cx="119275" cy="138715"/>
            </a:xfrm>
            <a:custGeom>
              <a:avLst/>
              <a:pathLst>
                <a:path w="119275" h="138715">
                  <a:moveTo>
                    <a:pt x="0" y="138715"/>
                  </a:moveTo>
                  <a:lnTo>
                    <a:pt x="119275" y="0"/>
                  </a:lnTo>
                </a:path>
              </a:pathLst>
            </a:custGeom>
            <a:ln w="13550" cap="rnd">
              <a:solidFill>
                <a:srgbClr val="DA8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2728674" y="5198967"/>
              <a:ext cx="824659" cy="493669"/>
            </a:xfrm>
            <a:custGeom>
              <a:avLst/>
              <a:pathLst>
                <a:path w="824659" h="493669">
                  <a:moveTo>
                    <a:pt x="0" y="0"/>
                  </a:moveTo>
                  <a:lnTo>
                    <a:pt x="824659" y="493669"/>
                  </a:lnTo>
                </a:path>
              </a:pathLst>
            </a:custGeom>
            <a:ln w="13550" cap="rnd">
              <a:solidFill>
                <a:srgbClr val="D89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4080855" y="5653231"/>
              <a:ext cx="70134" cy="85703"/>
            </a:xfrm>
            <a:custGeom>
              <a:avLst/>
              <a:pathLst>
                <a:path w="70134" h="85703">
                  <a:moveTo>
                    <a:pt x="0" y="0"/>
                  </a:moveTo>
                  <a:lnTo>
                    <a:pt x="70134" y="85703"/>
                  </a:lnTo>
                </a:path>
              </a:pathLst>
            </a:custGeom>
            <a:ln w="13550" cap="rnd">
              <a:solidFill>
                <a:srgbClr val="D69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4365309" y="4793099"/>
              <a:ext cx="154735" cy="514867"/>
            </a:xfrm>
            <a:custGeom>
              <a:avLst/>
              <a:pathLst>
                <a:path w="154735" h="514867">
                  <a:moveTo>
                    <a:pt x="0" y="0"/>
                  </a:moveTo>
                  <a:lnTo>
                    <a:pt x="154735" y="514867"/>
                  </a:lnTo>
                </a:path>
              </a:pathLst>
            </a:custGeom>
            <a:ln w="13550" cap="rnd">
              <a:solidFill>
                <a:srgbClr val="D19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4377269" y="5364798"/>
              <a:ext cx="173110" cy="378328"/>
            </a:xfrm>
            <a:custGeom>
              <a:avLst/>
              <a:pathLst>
                <a:path w="173110" h="378328">
                  <a:moveTo>
                    <a:pt x="0" y="0"/>
                  </a:moveTo>
                  <a:lnTo>
                    <a:pt x="173110" y="378328"/>
                  </a:lnTo>
                </a:path>
              </a:pathLst>
            </a:custGeom>
            <a:ln w="13550" cap="rnd">
              <a:solidFill>
                <a:srgbClr val="CE9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5405207" y="5782176"/>
              <a:ext cx="121909" cy="138917"/>
            </a:xfrm>
            <a:custGeom>
              <a:avLst/>
              <a:pathLst>
                <a:path w="121909" h="138917">
                  <a:moveTo>
                    <a:pt x="0" y="138917"/>
                  </a:moveTo>
                  <a:lnTo>
                    <a:pt x="121909" y="0"/>
                  </a:lnTo>
                </a:path>
              </a:pathLst>
            </a:custGeom>
            <a:ln w="13550" cap="rnd">
              <a:solidFill>
                <a:srgbClr val="CC9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4544526" y="5775538"/>
              <a:ext cx="662196" cy="153088"/>
            </a:xfrm>
            <a:custGeom>
              <a:avLst/>
              <a:pathLst>
                <a:path w="662196" h="153088">
                  <a:moveTo>
                    <a:pt x="0" y="153088"/>
                  </a:moveTo>
                  <a:lnTo>
                    <a:pt x="662196" y="0"/>
                  </a:lnTo>
                </a:path>
              </a:pathLst>
            </a:custGeom>
            <a:ln w="13550" cap="rnd">
              <a:solidFill>
                <a:srgbClr val="CA9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2520873" y="5524260"/>
              <a:ext cx="116787" cy="74425"/>
            </a:xfrm>
            <a:custGeom>
              <a:avLst/>
              <a:pathLst>
                <a:path w="116787" h="74425">
                  <a:moveTo>
                    <a:pt x="0" y="0"/>
                  </a:moveTo>
                  <a:lnTo>
                    <a:pt x="116787" y="74425"/>
                  </a:lnTo>
                </a:path>
              </a:pathLst>
            </a:custGeom>
            <a:ln w="13550" cap="rnd">
              <a:solidFill>
                <a:srgbClr val="C49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3070979" y="5195663"/>
              <a:ext cx="558415" cy="446787"/>
            </a:xfrm>
            <a:custGeom>
              <a:avLst/>
              <a:pathLst>
                <a:path w="558415" h="446787">
                  <a:moveTo>
                    <a:pt x="0" y="0"/>
                  </a:moveTo>
                  <a:lnTo>
                    <a:pt x="558415" y="446787"/>
                  </a:lnTo>
                </a:path>
              </a:pathLst>
            </a:custGeom>
            <a:ln w="13550" cap="rnd">
              <a:solidFill>
                <a:srgbClr val="C29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5805766" y="4601330"/>
              <a:ext cx="131269" cy="1156159"/>
            </a:xfrm>
            <a:custGeom>
              <a:avLst/>
              <a:pathLst>
                <a:path w="131269" h="1156159">
                  <a:moveTo>
                    <a:pt x="131269" y="0"/>
                  </a:moveTo>
                  <a:lnTo>
                    <a:pt x="0" y="1156159"/>
                  </a:lnTo>
                </a:path>
              </a:pathLst>
            </a:custGeom>
            <a:ln w="13550" cap="rnd">
              <a:solidFill>
                <a:srgbClr val="BC9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3870879" y="5049694"/>
              <a:ext cx="66337" cy="296489"/>
            </a:xfrm>
            <a:custGeom>
              <a:avLst/>
              <a:pathLst>
                <a:path w="66337" h="296489">
                  <a:moveTo>
                    <a:pt x="0" y="0"/>
                  </a:moveTo>
                  <a:lnTo>
                    <a:pt x="66337" y="296489"/>
                  </a:lnTo>
                </a:path>
              </a:pathLst>
            </a:custGeom>
            <a:ln w="13550" cap="rnd">
              <a:solidFill>
                <a:srgbClr val="B99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5129622" y="4776911"/>
              <a:ext cx="63042" cy="952044"/>
            </a:xfrm>
            <a:custGeom>
              <a:avLst/>
              <a:pathLst>
                <a:path w="63042" h="952044">
                  <a:moveTo>
                    <a:pt x="0" y="0"/>
                  </a:moveTo>
                  <a:lnTo>
                    <a:pt x="63042" y="952044"/>
                  </a:lnTo>
                </a:path>
              </a:pathLst>
            </a:custGeom>
            <a:ln w="13550" cap="rnd">
              <a:solidFill>
                <a:srgbClr val="B0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2140154" y="5763961"/>
              <a:ext cx="2648468" cy="165271"/>
            </a:xfrm>
            <a:custGeom>
              <a:avLst/>
              <a:pathLst>
                <a:path w="2648468" h="165271">
                  <a:moveTo>
                    <a:pt x="0" y="165271"/>
                  </a:moveTo>
                  <a:lnTo>
                    <a:pt x="2648468" y="0"/>
                  </a:lnTo>
                </a:path>
              </a:pathLst>
            </a:custGeom>
            <a:ln w="13550" cap="rnd">
              <a:solidFill>
                <a:srgbClr val="ADA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4291645" y="5767453"/>
              <a:ext cx="213105" cy="12107"/>
            </a:xfrm>
            <a:custGeom>
              <a:avLst/>
              <a:pathLst>
                <a:path w="213105" h="12107">
                  <a:moveTo>
                    <a:pt x="0" y="12107"/>
                  </a:moveTo>
                  <a:lnTo>
                    <a:pt x="213105" y="0"/>
                  </a:lnTo>
                </a:path>
              </a:pathLst>
            </a:custGeom>
            <a:ln w="13550" cap="rnd">
              <a:solidFill>
                <a:srgbClr val="AAA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2671150" y="5650584"/>
              <a:ext cx="880248" cy="67421"/>
            </a:xfrm>
            <a:custGeom>
              <a:avLst/>
              <a:pathLst>
                <a:path w="880248" h="67421">
                  <a:moveTo>
                    <a:pt x="0" y="0"/>
                  </a:moveTo>
                  <a:lnTo>
                    <a:pt x="880248" y="67421"/>
                  </a:lnTo>
                </a:path>
              </a:pathLst>
            </a:custGeom>
            <a:ln w="13550" cap="rnd">
              <a:solidFill>
                <a:srgbClr val="A6A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5200986" y="5219264"/>
              <a:ext cx="18864" cy="505877"/>
            </a:xfrm>
            <a:custGeom>
              <a:avLst/>
              <a:pathLst>
                <a:path w="18864" h="505877">
                  <a:moveTo>
                    <a:pt x="0" y="0"/>
                  </a:moveTo>
                  <a:lnTo>
                    <a:pt x="18864" y="505877"/>
                  </a:lnTo>
                </a:path>
              </a:pathLst>
            </a:custGeom>
            <a:ln w="13550" cap="rnd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3315501" y="5773104"/>
              <a:ext cx="1441039" cy="156028"/>
            </a:xfrm>
            <a:custGeom>
              <a:avLst/>
              <a:pathLst>
                <a:path w="1441039" h="156028">
                  <a:moveTo>
                    <a:pt x="0" y="156028"/>
                  </a:moveTo>
                  <a:lnTo>
                    <a:pt x="1441039" y="0"/>
                  </a:lnTo>
                </a:path>
              </a:pathLst>
            </a:custGeom>
            <a:ln w="13550" cap="rnd">
              <a:solidFill>
                <a:srgbClr val="9FA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5137349" y="5776230"/>
              <a:ext cx="230191" cy="63193"/>
            </a:xfrm>
            <a:custGeom>
              <a:avLst/>
              <a:pathLst>
                <a:path w="230191" h="63193">
                  <a:moveTo>
                    <a:pt x="0" y="63193"/>
                  </a:moveTo>
                  <a:lnTo>
                    <a:pt x="230191" y="0"/>
                  </a:lnTo>
                </a:path>
              </a:pathLst>
            </a:custGeom>
            <a:ln w="13550" cap="rnd">
              <a:solidFill>
                <a:srgbClr val="9CA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4337758" y="4494083"/>
              <a:ext cx="364483" cy="1243702"/>
            </a:xfrm>
            <a:custGeom>
              <a:avLst/>
              <a:pathLst>
                <a:path w="364483" h="1243702">
                  <a:moveTo>
                    <a:pt x="0" y="0"/>
                  </a:moveTo>
                  <a:lnTo>
                    <a:pt x="364483" y="1243702"/>
                  </a:lnTo>
                </a:path>
              </a:pathLst>
            </a:custGeom>
            <a:ln w="13550" cap="rnd">
              <a:solidFill>
                <a:srgbClr val="98A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5591367" y="4462245"/>
              <a:ext cx="40974" cy="1294161"/>
            </a:xfrm>
            <a:custGeom>
              <a:avLst/>
              <a:pathLst>
                <a:path w="40974" h="1294161">
                  <a:moveTo>
                    <a:pt x="0" y="0"/>
                  </a:moveTo>
                  <a:lnTo>
                    <a:pt x="40974" y="1294161"/>
                  </a:lnTo>
                </a:path>
              </a:pathLst>
            </a:custGeom>
            <a:ln w="13550" cap="rnd">
              <a:solidFill>
                <a:srgbClr val="94A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5482091" y="5779021"/>
              <a:ext cx="72876" cy="101533"/>
            </a:xfrm>
            <a:custGeom>
              <a:avLst/>
              <a:pathLst>
                <a:path w="72876" h="101533">
                  <a:moveTo>
                    <a:pt x="0" y="101533"/>
                  </a:moveTo>
                  <a:lnTo>
                    <a:pt x="72876" y="0"/>
                  </a:lnTo>
                </a:path>
              </a:pathLst>
            </a:custGeom>
            <a:ln w="13550" cap="rnd">
              <a:solidFill>
                <a:srgbClr val="90AA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5898164" y="4892803"/>
              <a:ext cx="181519" cy="851282"/>
            </a:xfrm>
            <a:custGeom>
              <a:avLst/>
              <a:pathLst>
                <a:path w="181519" h="851282">
                  <a:moveTo>
                    <a:pt x="181519" y="0"/>
                  </a:moveTo>
                  <a:lnTo>
                    <a:pt x="0" y="851282"/>
                  </a:lnTo>
                </a:path>
              </a:pathLst>
            </a:custGeom>
            <a:ln w="13550" cap="rnd">
              <a:solidFill>
                <a:srgbClr val="8CAB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2486614" y="5060966"/>
              <a:ext cx="1088085" cy="639409"/>
            </a:xfrm>
            <a:custGeom>
              <a:avLst/>
              <a:pathLst>
                <a:path w="1088085" h="639409">
                  <a:moveTo>
                    <a:pt x="0" y="0"/>
                  </a:moveTo>
                  <a:lnTo>
                    <a:pt x="1088085" y="639409"/>
                  </a:lnTo>
                </a:path>
              </a:pathLst>
            </a:custGeom>
            <a:ln w="13550" cap="rnd">
              <a:solidFill>
                <a:srgbClr val="87A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3829492" y="5771496"/>
              <a:ext cx="1189532" cy="157567"/>
            </a:xfrm>
            <a:custGeom>
              <a:avLst/>
              <a:pathLst>
                <a:path w="1189532" h="157567">
                  <a:moveTo>
                    <a:pt x="0" y="157567"/>
                  </a:moveTo>
                  <a:lnTo>
                    <a:pt x="1189532" y="0"/>
                  </a:lnTo>
                </a:path>
              </a:pathLst>
            </a:custGeom>
            <a:ln w="13550" cap="rnd">
              <a:solidFill>
                <a:srgbClr val="83AD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4088512" y="5509283"/>
              <a:ext cx="201794" cy="249433"/>
            </a:xfrm>
            <a:custGeom>
              <a:avLst/>
              <a:pathLst>
                <a:path w="201794" h="249433">
                  <a:moveTo>
                    <a:pt x="0" y="0"/>
                  </a:moveTo>
                  <a:lnTo>
                    <a:pt x="201794" y="249433"/>
                  </a:lnTo>
                </a:path>
              </a:pathLst>
            </a:custGeom>
            <a:ln w="13550" cap="rnd">
              <a:solidFill>
                <a:srgbClr val="7E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4106129" y="4320253"/>
              <a:ext cx="445876" cy="1416138"/>
            </a:xfrm>
            <a:custGeom>
              <a:avLst/>
              <a:pathLst>
                <a:path w="445876" h="1416138">
                  <a:moveTo>
                    <a:pt x="0" y="0"/>
                  </a:moveTo>
                  <a:lnTo>
                    <a:pt x="445876" y="1416138"/>
                  </a:lnTo>
                </a:path>
              </a:pathLst>
            </a:custGeom>
            <a:ln w="13550" cap="rnd">
              <a:solidFill>
                <a:srgbClr val="79A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3874261" y="5771611"/>
              <a:ext cx="309113" cy="10642"/>
            </a:xfrm>
            <a:custGeom>
              <a:avLst/>
              <a:pathLst>
                <a:path w="309113" h="10642">
                  <a:moveTo>
                    <a:pt x="0" y="10642"/>
                  </a:moveTo>
                  <a:lnTo>
                    <a:pt x="309113" y="0"/>
                  </a:lnTo>
                </a:path>
              </a:pathLst>
            </a:custGeom>
            <a:ln w="13550" cap="rnd">
              <a:solidFill>
                <a:srgbClr val="6FB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2205906" y="5637909"/>
              <a:ext cx="1029461" cy="47730"/>
            </a:xfrm>
            <a:custGeom>
              <a:avLst/>
              <a:pathLst>
                <a:path w="1029461" h="47730">
                  <a:moveTo>
                    <a:pt x="0" y="0"/>
                  </a:moveTo>
                  <a:lnTo>
                    <a:pt x="1029461" y="47730"/>
                  </a:lnTo>
                </a:path>
              </a:pathLst>
            </a:custGeom>
            <a:ln w="13550" cap="rnd">
              <a:solidFill>
                <a:srgbClr val="63B2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5599986" y="5785574"/>
              <a:ext cx="578" cy="94979"/>
            </a:xfrm>
            <a:custGeom>
              <a:avLst/>
              <a:pathLst>
                <a:path w="578" h="94979">
                  <a:moveTo>
                    <a:pt x="0" y="94979"/>
                  </a:moveTo>
                  <a:lnTo>
                    <a:pt x="578" y="0"/>
                  </a:lnTo>
                </a:path>
              </a:pathLst>
            </a:custGeom>
            <a:ln w="13550" cap="rnd">
              <a:solidFill>
                <a:srgbClr val="5C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1786805" y="5760943"/>
              <a:ext cx="1164680" cy="20542"/>
            </a:xfrm>
            <a:custGeom>
              <a:avLst/>
              <a:pathLst>
                <a:path w="1164680" h="20542">
                  <a:moveTo>
                    <a:pt x="0" y="20542"/>
                  </a:moveTo>
                  <a:lnTo>
                    <a:pt x="1164680" y="0"/>
                  </a:lnTo>
                </a:path>
              </a:pathLst>
            </a:custGeom>
            <a:ln w="13550" cap="rnd">
              <a:solidFill>
                <a:srgbClr val="55B3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4521036" y="5220081"/>
              <a:ext cx="159493" cy="503911"/>
            </a:xfrm>
            <a:custGeom>
              <a:avLst/>
              <a:pathLst>
                <a:path w="159493" h="503911">
                  <a:moveTo>
                    <a:pt x="0" y="0"/>
                  </a:moveTo>
                  <a:lnTo>
                    <a:pt x="159493" y="503911"/>
                  </a:lnTo>
                </a:path>
              </a:pathLst>
            </a:custGeom>
            <a:ln w="13550" cap="rnd">
              <a:solidFill>
                <a:srgbClr val="4DB4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5720229" y="5784952"/>
              <a:ext cx="78007" cy="133186"/>
            </a:xfrm>
            <a:custGeom>
              <a:avLst/>
              <a:pathLst>
                <a:path w="78007" h="133186">
                  <a:moveTo>
                    <a:pt x="78007" y="13318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44B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5593742" y="5784110"/>
              <a:ext cx="1355" cy="96444"/>
            </a:xfrm>
            <a:custGeom>
              <a:avLst/>
              <a:pathLst>
                <a:path w="1355" h="96444">
                  <a:moveTo>
                    <a:pt x="0" y="96444"/>
                  </a:moveTo>
                  <a:lnTo>
                    <a:pt x="1355" y="0"/>
                  </a:lnTo>
                </a:path>
              </a:pathLst>
            </a:custGeom>
            <a:ln w="13550" cap="rnd">
              <a:solidFill>
                <a:srgbClr val="39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4491971" y="4929265"/>
              <a:ext cx="145787" cy="469954"/>
            </a:xfrm>
            <a:custGeom>
              <a:avLst/>
              <a:pathLst>
                <a:path w="145787" h="469954">
                  <a:moveTo>
                    <a:pt x="0" y="0"/>
                  </a:moveTo>
                  <a:lnTo>
                    <a:pt x="145787" y="469954"/>
                  </a:lnTo>
                </a:path>
              </a:pathLst>
            </a:custGeom>
            <a:ln w="13550" cap="rnd">
              <a:solidFill>
                <a:srgbClr val="2CB6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4842496" y="5511131"/>
              <a:ext cx="43223" cy="231411"/>
            </a:xfrm>
            <a:custGeom>
              <a:avLst/>
              <a:pathLst>
                <a:path w="43223" h="231411">
                  <a:moveTo>
                    <a:pt x="0" y="0"/>
                  </a:moveTo>
                  <a:lnTo>
                    <a:pt x="43223" y="231411"/>
                  </a:lnTo>
                </a:path>
              </a:pathLst>
            </a:custGeom>
            <a:ln w="1355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5626164" y="5044666"/>
              <a:ext cx="6492" cy="697635"/>
            </a:xfrm>
            <a:custGeom>
              <a:avLst/>
              <a:pathLst>
                <a:path w="6492" h="697635">
                  <a:moveTo>
                    <a:pt x="0" y="0"/>
                  </a:moveTo>
                  <a:lnTo>
                    <a:pt x="6492" y="697635"/>
                  </a:lnTo>
                </a:path>
              </a:pathLst>
            </a:custGeom>
            <a:ln w="13550" cap="rnd">
              <a:solidFill>
                <a:srgbClr val="18B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5943316" y="5334727"/>
              <a:ext cx="170522" cy="424875"/>
            </a:xfrm>
            <a:custGeom>
              <a:avLst/>
              <a:pathLst>
                <a:path w="170522" h="424875">
                  <a:moveTo>
                    <a:pt x="170522" y="0"/>
                  </a:moveTo>
                  <a:lnTo>
                    <a:pt x="0" y="424875"/>
                  </a:lnTo>
                </a:path>
              </a:pathLst>
            </a:custGeom>
            <a:ln w="13550" cap="rnd">
              <a:solidFill>
                <a:srgbClr val="00B8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4839033" y="5776562"/>
              <a:ext cx="528551" cy="151729"/>
            </a:xfrm>
            <a:custGeom>
              <a:avLst/>
              <a:pathLst>
                <a:path w="528551" h="151729">
                  <a:moveTo>
                    <a:pt x="0" y="151729"/>
                  </a:moveTo>
                  <a:lnTo>
                    <a:pt x="528551" y="0"/>
                  </a:lnTo>
                </a:path>
              </a:pathLst>
            </a:custGeom>
            <a:ln w="13550" cap="rnd">
              <a:solidFill>
                <a:srgbClr val="00B9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4375107" y="5773750"/>
              <a:ext cx="815433" cy="155085"/>
            </a:xfrm>
            <a:custGeom>
              <a:avLst/>
              <a:pathLst>
                <a:path w="815433" h="155085">
                  <a:moveTo>
                    <a:pt x="0" y="155085"/>
                  </a:moveTo>
                  <a:lnTo>
                    <a:pt x="815433" y="0"/>
                  </a:lnTo>
                </a:path>
              </a:pathLst>
            </a:custGeom>
            <a:ln w="13550" cap="rnd">
              <a:solidFill>
                <a:srgbClr val="00B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2654903" y="5772914"/>
              <a:ext cx="2042681" cy="156291"/>
            </a:xfrm>
            <a:custGeom>
              <a:avLst/>
              <a:pathLst>
                <a:path w="2042681" h="156291">
                  <a:moveTo>
                    <a:pt x="0" y="156291"/>
                  </a:moveTo>
                  <a:lnTo>
                    <a:pt x="2042681" y="0"/>
                  </a:lnTo>
                </a:path>
              </a:pathLst>
            </a:custGeom>
            <a:ln w="13550" cap="rnd">
              <a:solidFill>
                <a:srgbClr val="00BA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5484038" y="5512232"/>
              <a:ext cx="18645" cy="214264"/>
            </a:xfrm>
            <a:custGeom>
              <a:avLst/>
              <a:pathLst>
                <a:path w="18645" h="214264">
                  <a:moveTo>
                    <a:pt x="18645" y="0"/>
                  </a:moveTo>
                  <a:lnTo>
                    <a:pt x="0" y="214264"/>
                  </a:lnTo>
                </a:path>
              </a:pathLst>
            </a:custGeom>
            <a:ln w="13550" cap="rnd">
              <a:solidFill>
                <a:srgbClr val="00BB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2830845" y="5772692"/>
              <a:ext cx="1100791" cy="19310"/>
            </a:xfrm>
            <a:custGeom>
              <a:avLst/>
              <a:pathLst>
                <a:path w="1100791" h="19310">
                  <a:moveTo>
                    <a:pt x="0" y="19310"/>
                  </a:moveTo>
                  <a:lnTo>
                    <a:pt x="1100791" y="0"/>
                  </a:lnTo>
                </a:path>
              </a:pathLst>
            </a:custGeom>
            <a:ln w="13550" cap="rnd">
              <a:solidFill>
                <a:srgbClr val="00BB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2975159" y="4462451"/>
              <a:ext cx="51318" cy="213418"/>
            </a:xfrm>
            <a:custGeom>
              <a:avLst/>
              <a:pathLst>
                <a:path w="51318" h="213418">
                  <a:moveTo>
                    <a:pt x="0" y="0"/>
                  </a:moveTo>
                  <a:lnTo>
                    <a:pt x="51318" y="213418"/>
                  </a:lnTo>
                </a:path>
              </a:pathLst>
            </a:custGeom>
            <a:ln w="13550" cap="rnd">
              <a:solidFill>
                <a:srgbClr val="00BC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4364964" y="5649855"/>
              <a:ext cx="65105" cy="88441"/>
            </a:xfrm>
            <a:custGeom>
              <a:avLst/>
              <a:pathLst>
                <a:path w="65105" h="88441">
                  <a:moveTo>
                    <a:pt x="0" y="0"/>
                  </a:moveTo>
                  <a:lnTo>
                    <a:pt x="65105" y="88441"/>
                  </a:lnTo>
                </a:path>
              </a:pathLst>
            </a:custGeom>
            <a:ln w="13550" cap="rnd">
              <a:solidFill>
                <a:srgbClr val="00BD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2032579" y="5769768"/>
              <a:ext cx="1395590" cy="12979"/>
            </a:xfrm>
            <a:custGeom>
              <a:avLst/>
              <a:pathLst>
                <a:path w="1395590" h="12979">
                  <a:moveTo>
                    <a:pt x="0" y="12979"/>
                  </a:moveTo>
                  <a:lnTo>
                    <a:pt x="1395590" y="0"/>
                  </a:lnTo>
                </a:path>
              </a:pathLst>
            </a:custGeom>
            <a:ln w="13550" cap="rnd">
              <a:solidFill>
                <a:srgbClr val="00BD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2412152" y="5771300"/>
              <a:ext cx="1358802" cy="16403"/>
            </a:xfrm>
            <a:custGeom>
              <a:avLst/>
              <a:pathLst>
                <a:path w="1358802" h="16403">
                  <a:moveTo>
                    <a:pt x="0" y="16403"/>
                  </a:moveTo>
                  <a:lnTo>
                    <a:pt x="1358802" y="0"/>
                  </a:lnTo>
                </a:path>
              </a:pathLst>
            </a:custGeom>
            <a:ln w="13550" cap="rnd">
              <a:solidFill>
                <a:srgbClr val="00BD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4675268" y="5767421"/>
              <a:ext cx="676087" cy="161195"/>
            </a:xfrm>
            <a:custGeom>
              <a:avLst/>
              <a:pathLst>
                <a:path w="676087" h="161195">
                  <a:moveTo>
                    <a:pt x="0" y="161195"/>
                  </a:moveTo>
                  <a:lnTo>
                    <a:pt x="676087" y="0"/>
                  </a:lnTo>
                </a:path>
              </a:pathLst>
            </a:custGeom>
            <a:ln w="13550" cap="rnd">
              <a:solidFill>
                <a:srgbClr val="00BE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5783032" y="5190049"/>
              <a:ext cx="11165" cy="567249"/>
            </a:xfrm>
            <a:custGeom>
              <a:avLst/>
              <a:pathLst>
                <a:path w="11165" h="567249">
                  <a:moveTo>
                    <a:pt x="11165" y="0"/>
                  </a:moveTo>
                  <a:lnTo>
                    <a:pt x="0" y="567249"/>
                  </a:lnTo>
                </a:path>
              </a:pathLst>
            </a:custGeom>
            <a:ln w="13550" cap="rnd">
              <a:solidFill>
                <a:srgbClr val="00BE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3618706" y="4906383"/>
              <a:ext cx="532571" cy="686936"/>
            </a:xfrm>
            <a:custGeom>
              <a:avLst/>
              <a:pathLst>
                <a:path w="532571" h="686936">
                  <a:moveTo>
                    <a:pt x="0" y="0"/>
                  </a:moveTo>
                  <a:lnTo>
                    <a:pt x="532571" y="686936"/>
                  </a:lnTo>
                </a:path>
              </a:pathLst>
            </a:custGeom>
            <a:ln w="13550" cap="rnd">
              <a:solidFill>
                <a:srgbClr val="00BF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4266832" y="4218529"/>
              <a:ext cx="392736" cy="1407311"/>
            </a:xfrm>
            <a:custGeom>
              <a:avLst/>
              <a:pathLst>
                <a:path w="392736" h="1407311">
                  <a:moveTo>
                    <a:pt x="0" y="0"/>
                  </a:moveTo>
                  <a:lnTo>
                    <a:pt x="392736" y="1407311"/>
                  </a:lnTo>
                </a:path>
              </a:pathLst>
            </a:custGeom>
            <a:ln w="13550" cap="rnd">
              <a:solidFill>
                <a:srgbClr val="00BF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4513764" y="4639082"/>
              <a:ext cx="200506" cy="1049810"/>
            </a:xfrm>
            <a:custGeom>
              <a:avLst/>
              <a:pathLst>
                <a:path w="200506" h="1049810">
                  <a:moveTo>
                    <a:pt x="0" y="0"/>
                  </a:moveTo>
                  <a:lnTo>
                    <a:pt x="200506" y="1049810"/>
                  </a:lnTo>
                </a:path>
              </a:pathLst>
            </a:custGeom>
            <a:ln w="13550" cap="rnd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4612443" y="5074731"/>
              <a:ext cx="107420" cy="619755"/>
            </a:xfrm>
            <a:custGeom>
              <a:avLst/>
              <a:pathLst>
                <a:path w="107420" h="619755">
                  <a:moveTo>
                    <a:pt x="0" y="0"/>
                  </a:moveTo>
                  <a:lnTo>
                    <a:pt x="107420" y="619755"/>
                  </a:lnTo>
                </a:path>
              </a:pathLst>
            </a:custGeom>
            <a:ln w="13550" cap="rnd">
              <a:solidFill>
                <a:srgbClr val="00BF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5784025" y="5778613"/>
              <a:ext cx="241645" cy="146996"/>
            </a:xfrm>
            <a:custGeom>
              <a:avLst/>
              <a:pathLst>
                <a:path w="241645" h="146996">
                  <a:moveTo>
                    <a:pt x="241645" y="146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C0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5408765" y="5065835"/>
              <a:ext cx="20061" cy="653967"/>
            </a:xfrm>
            <a:custGeom>
              <a:avLst/>
              <a:pathLst>
                <a:path w="20061" h="653967">
                  <a:moveTo>
                    <a:pt x="0" y="0"/>
                  </a:moveTo>
                  <a:lnTo>
                    <a:pt x="20061" y="653967"/>
                  </a:lnTo>
                </a:path>
              </a:pathLst>
            </a:custGeom>
            <a:ln w="13550" cap="rnd">
              <a:solidFill>
                <a:srgbClr val="00C0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5356871" y="4744061"/>
              <a:ext cx="60818" cy="996071"/>
            </a:xfrm>
            <a:custGeom>
              <a:avLst/>
              <a:pathLst>
                <a:path w="60818" h="996071">
                  <a:moveTo>
                    <a:pt x="0" y="0"/>
                  </a:moveTo>
                  <a:lnTo>
                    <a:pt x="60818" y="996071"/>
                  </a:lnTo>
                </a:path>
              </a:pathLst>
            </a:custGeom>
            <a:ln w="13550" cap="rnd">
              <a:solidFill>
                <a:srgbClr val="00C0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2023140" y="5762533"/>
              <a:ext cx="2754768" cy="166703"/>
            </a:xfrm>
            <a:custGeom>
              <a:avLst/>
              <a:pathLst>
                <a:path w="2754768" h="166703">
                  <a:moveTo>
                    <a:pt x="0" y="166703"/>
                  </a:moveTo>
                  <a:lnTo>
                    <a:pt x="2754768" y="0"/>
                  </a:lnTo>
                </a:path>
              </a:pathLst>
            </a:custGeom>
            <a:ln w="13550" cap="rnd">
              <a:solidFill>
                <a:srgbClr val="00C0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5789275" y="4752699"/>
              <a:ext cx="82924" cy="998381"/>
            </a:xfrm>
            <a:custGeom>
              <a:avLst/>
              <a:pathLst>
                <a:path w="82924" h="998381">
                  <a:moveTo>
                    <a:pt x="82924" y="0"/>
                  </a:moveTo>
                  <a:lnTo>
                    <a:pt x="0" y="998381"/>
                  </a:lnTo>
                </a:path>
              </a:pathLst>
            </a:custGeom>
            <a:ln w="13550" cap="rnd">
              <a:solidFill>
                <a:srgbClr val="00C0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4942179" y="4489767"/>
              <a:ext cx="100292" cy="1218588"/>
            </a:xfrm>
            <a:custGeom>
              <a:avLst/>
              <a:pathLst>
                <a:path w="100292" h="1218588">
                  <a:moveTo>
                    <a:pt x="0" y="0"/>
                  </a:moveTo>
                  <a:lnTo>
                    <a:pt x="100292" y="1218588"/>
                  </a:lnTo>
                </a:path>
              </a:pathLst>
            </a:custGeom>
            <a:ln w="13550" cap="rnd">
              <a:solidFill>
                <a:srgbClr val="00C1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3364248" y="5194085"/>
              <a:ext cx="576123" cy="496822"/>
            </a:xfrm>
            <a:custGeom>
              <a:avLst/>
              <a:pathLst>
                <a:path w="576123" h="496822">
                  <a:moveTo>
                    <a:pt x="0" y="0"/>
                  </a:moveTo>
                  <a:lnTo>
                    <a:pt x="576123" y="496822"/>
                  </a:lnTo>
                </a:path>
              </a:pathLst>
            </a:custGeom>
            <a:ln w="13550" cap="rnd">
              <a:solidFill>
                <a:srgbClr val="00C1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5687627" y="4901912"/>
              <a:ext cx="73774" cy="807431"/>
            </a:xfrm>
            <a:custGeom>
              <a:avLst/>
              <a:pathLst>
                <a:path w="73774" h="807431">
                  <a:moveTo>
                    <a:pt x="73774" y="0"/>
                  </a:moveTo>
                  <a:lnTo>
                    <a:pt x="0" y="807431"/>
                  </a:lnTo>
                </a:path>
              </a:pathLst>
            </a:custGeom>
            <a:ln w="13550" cap="rnd">
              <a:solidFill>
                <a:srgbClr val="00C1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4055125" y="5190761"/>
              <a:ext cx="259424" cy="548057"/>
            </a:xfrm>
            <a:custGeom>
              <a:avLst/>
              <a:pathLst>
                <a:path w="259424" h="548057">
                  <a:moveTo>
                    <a:pt x="0" y="0"/>
                  </a:moveTo>
                  <a:lnTo>
                    <a:pt x="259424" y="548057"/>
                  </a:lnTo>
                </a:path>
              </a:pathLst>
            </a:custGeom>
            <a:ln w="13550" cap="rnd">
              <a:solidFill>
                <a:srgbClr val="00C1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2652966" y="4909388"/>
              <a:ext cx="1088013" cy="689513"/>
            </a:xfrm>
            <a:custGeom>
              <a:avLst/>
              <a:pathLst>
                <a:path w="1088013" h="689513">
                  <a:moveTo>
                    <a:pt x="0" y="0"/>
                  </a:moveTo>
                  <a:lnTo>
                    <a:pt x="1088013" y="689513"/>
                  </a:lnTo>
                </a:path>
              </a:pathLst>
            </a:custGeom>
            <a:ln w="13550" cap="rnd">
              <a:solidFill>
                <a:srgbClr val="00C0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4802665" y="5074673"/>
              <a:ext cx="115180" cy="614376"/>
            </a:xfrm>
            <a:custGeom>
              <a:avLst/>
              <a:pathLst>
                <a:path w="115180" h="614376">
                  <a:moveTo>
                    <a:pt x="0" y="0"/>
                  </a:moveTo>
                  <a:lnTo>
                    <a:pt x="115180" y="614376"/>
                  </a:lnTo>
                </a:path>
              </a:pathLst>
            </a:custGeom>
            <a:ln w="13550" cap="rnd">
              <a:solidFill>
                <a:srgbClr val="00C0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4762001" y="4633738"/>
              <a:ext cx="161688" cy="1068853"/>
            </a:xfrm>
            <a:custGeom>
              <a:avLst/>
              <a:pathLst>
                <a:path w="161688" h="1068853">
                  <a:moveTo>
                    <a:pt x="0" y="0"/>
                  </a:moveTo>
                  <a:lnTo>
                    <a:pt x="161688" y="1068853"/>
                  </a:lnTo>
                </a:path>
              </a:pathLst>
            </a:custGeom>
            <a:ln w="13550" cap="rnd">
              <a:solidFill>
                <a:srgbClr val="00BF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5644471" y="4606251"/>
              <a:ext cx="79770" cy="1151533"/>
            </a:xfrm>
            <a:custGeom>
              <a:avLst/>
              <a:pathLst>
                <a:path w="79770" h="1151533">
                  <a:moveTo>
                    <a:pt x="79770" y="0"/>
                  </a:moveTo>
                  <a:lnTo>
                    <a:pt x="0" y="1151533"/>
                  </a:lnTo>
                </a:path>
              </a:pathLst>
            </a:custGeom>
            <a:ln w="1355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5925305" y="5187980"/>
              <a:ext cx="137070" cy="569116"/>
            </a:xfrm>
            <a:custGeom>
              <a:avLst/>
              <a:pathLst>
                <a:path w="137070" h="569116">
                  <a:moveTo>
                    <a:pt x="137070" y="0"/>
                  </a:moveTo>
                  <a:lnTo>
                    <a:pt x="0" y="569116"/>
                  </a:lnTo>
                </a:path>
              </a:pathLst>
            </a:custGeom>
            <a:ln w="13550" cap="rnd">
              <a:solidFill>
                <a:srgbClr val="00BF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3020507" y="5721911"/>
              <a:ext cx="215057" cy="37963"/>
            </a:xfrm>
            <a:custGeom>
              <a:avLst/>
              <a:pathLst>
                <a:path w="215057" h="37963">
                  <a:moveTo>
                    <a:pt x="0" y="0"/>
                  </a:moveTo>
                  <a:lnTo>
                    <a:pt x="215057" y="37963"/>
                  </a:lnTo>
                </a:path>
              </a:pathLst>
            </a:custGeom>
            <a:ln w="13550" cap="rnd">
              <a:solidFill>
                <a:srgbClr val="00BE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5059046" y="5363125"/>
              <a:ext cx="16046" cy="336926"/>
            </a:xfrm>
            <a:custGeom>
              <a:avLst/>
              <a:pathLst>
                <a:path w="16046" h="336926">
                  <a:moveTo>
                    <a:pt x="0" y="0"/>
                  </a:moveTo>
                  <a:lnTo>
                    <a:pt x="16046" y="336926"/>
                  </a:lnTo>
                </a:path>
              </a:pathLst>
            </a:custGeom>
            <a:ln w="13550" cap="rnd">
              <a:solidFill>
                <a:srgbClr val="00BD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3277880" y="4602400"/>
              <a:ext cx="851399" cy="985493"/>
            </a:xfrm>
            <a:custGeom>
              <a:avLst/>
              <a:pathLst>
                <a:path w="851399" h="985493">
                  <a:moveTo>
                    <a:pt x="0" y="0"/>
                  </a:moveTo>
                  <a:lnTo>
                    <a:pt x="851399" y="985493"/>
                  </a:lnTo>
                </a:path>
              </a:pathLst>
            </a:custGeom>
            <a:ln w="13550" cap="rnd">
              <a:solidFill>
                <a:srgbClr val="00BD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4928491" y="5776260"/>
              <a:ext cx="476701" cy="151823"/>
            </a:xfrm>
            <a:custGeom>
              <a:avLst/>
              <a:pathLst>
                <a:path w="476701" h="151823">
                  <a:moveTo>
                    <a:pt x="0" y="151823"/>
                  </a:moveTo>
                  <a:lnTo>
                    <a:pt x="476701" y="0"/>
                  </a:lnTo>
                </a:path>
              </a:pathLst>
            </a:custGeom>
            <a:ln w="13550" cap="rnd">
              <a:solidFill>
                <a:srgbClr val="00BCD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3625812" y="5048032"/>
              <a:ext cx="408829" cy="658604"/>
            </a:xfrm>
            <a:custGeom>
              <a:avLst/>
              <a:pathLst>
                <a:path w="408829" h="658604">
                  <a:moveTo>
                    <a:pt x="0" y="0"/>
                  </a:moveTo>
                  <a:lnTo>
                    <a:pt x="408829" y="658604"/>
                  </a:lnTo>
                </a:path>
              </a:pathLst>
            </a:custGeom>
            <a:ln w="13550" cap="rnd">
              <a:solidFill>
                <a:srgbClr val="00BB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3450211" y="4459750"/>
              <a:ext cx="327956" cy="593676"/>
            </a:xfrm>
            <a:custGeom>
              <a:avLst/>
              <a:pathLst>
                <a:path w="327956" h="593676">
                  <a:moveTo>
                    <a:pt x="0" y="0"/>
                  </a:moveTo>
                  <a:lnTo>
                    <a:pt x="327956" y="593676"/>
                  </a:lnTo>
                </a:path>
              </a:pathLst>
            </a:custGeom>
            <a:ln w="13550" cap="rnd">
              <a:solidFill>
                <a:srgbClr val="00BA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4752777" y="4928051"/>
              <a:ext cx="148973" cy="786129"/>
            </a:xfrm>
            <a:custGeom>
              <a:avLst/>
              <a:pathLst>
                <a:path w="148973" h="786129">
                  <a:moveTo>
                    <a:pt x="0" y="0"/>
                  </a:moveTo>
                  <a:lnTo>
                    <a:pt x="148973" y="786129"/>
                  </a:lnTo>
                </a:path>
              </a:pathLst>
            </a:custGeom>
            <a:ln w="13550" cap="rnd">
              <a:solidFill>
                <a:srgbClr val="00B9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4508497" y="5508803"/>
              <a:ext cx="90252" cy="204173"/>
            </a:xfrm>
            <a:custGeom>
              <a:avLst/>
              <a:pathLst>
                <a:path w="90252" h="204173">
                  <a:moveTo>
                    <a:pt x="0" y="0"/>
                  </a:moveTo>
                  <a:lnTo>
                    <a:pt x="90252" y="204173"/>
                  </a:lnTo>
                </a:path>
              </a:pathLst>
            </a:custGeom>
            <a:ln w="13550" cap="rnd">
              <a:solidFill>
                <a:srgbClr val="00B8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4441357" y="5772780"/>
              <a:ext cx="400963" cy="62310"/>
            </a:xfrm>
            <a:custGeom>
              <a:avLst/>
              <a:pathLst>
                <a:path w="400963" h="62310">
                  <a:moveTo>
                    <a:pt x="0" y="62310"/>
                  </a:moveTo>
                  <a:lnTo>
                    <a:pt x="400963" y="0"/>
                  </a:lnTo>
                </a:path>
              </a:pathLst>
            </a:custGeom>
            <a:ln w="13550" cap="rnd">
              <a:solidFill>
                <a:srgbClr val="00B8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3560290" y="5769541"/>
              <a:ext cx="799826" cy="10361"/>
            </a:xfrm>
            <a:custGeom>
              <a:avLst/>
              <a:pathLst>
                <a:path w="799826" h="10361">
                  <a:moveTo>
                    <a:pt x="0" y="10361"/>
                  </a:moveTo>
                  <a:lnTo>
                    <a:pt x="799826" y="0"/>
                  </a:lnTo>
                </a:path>
              </a:pathLst>
            </a:custGeom>
            <a:ln w="13550" cap="rnd">
              <a:solidFill>
                <a:srgbClr val="00B6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5127084" y="5775153"/>
              <a:ext cx="224550" cy="71672"/>
            </a:xfrm>
            <a:custGeom>
              <a:avLst/>
              <a:pathLst>
                <a:path w="224550" h="71672">
                  <a:moveTo>
                    <a:pt x="0" y="71672"/>
                  </a:moveTo>
                  <a:lnTo>
                    <a:pt x="224550" y="0"/>
                  </a:lnTo>
                </a:path>
              </a:pathLst>
            </a:custGeom>
            <a:ln w="13550" cap="rnd">
              <a:solidFill>
                <a:srgbClr val="00B5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3346032" y="4763154"/>
              <a:ext cx="708855" cy="917309"/>
            </a:xfrm>
            <a:custGeom>
              <a:avLst/>
              <a:pathLst>
                <a:path w="708855" h="917309">
                  <a:moveTo>
                    <a:pt x="0" y="0"/>
                  </a:moveTo>
                  <a:lnTo>
                    <a:pt x="708855" y="917309"/>
                  </a:lnTo>
                </a:path>
              </a:pathLst>
            </a:custGeom>
            <a:ln w="13550" cap="rnd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2463981" y="4577166"/>
              <a:ext cx="299218" cy="327040"/>
            </a:xfrm>
            <a:custGeom>
              <a:avLst/>
              <a:pathLst>
                <a:path w="299218" h="327040">
                  <a:moveTo>
                    <a:pt x="0" y="0"/>
                  </a:moveTo>
                  <a:lnTo>
                    <a:pt x="299218" y="327040"/>
                  </a:lnTo>
                </a:path>
              </a:pathLst>
            </a:custGeom>
            <a:ln w="13550" cap="rnd">
              <a:solidFill>
                <a:srgbClr val="00B2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3848690" y="5343601"/>
              <a:ext cx="66368" cy="236130"/>
            </a:xfrm>
            <a:custGeom>
              <a:avLst/>
              <a:pathLst>
                <a:path w="66368" h="236130">
                  <a:moveTo>
                    <a:pt x="0" y="0"/>
                  </a:moveTo>
                  <a:lnTo>
                    <a:pt x="66368" y="236130"/>
                  </a:lnTo>
                </a:path>
              </a:pathLst>
            </a:custGeom>
            <a:ln w="13550" cap="rnd">
              <a:solidFill>
                <a:srgbClr val="00B1F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4229273" y="4645482"/>
              <a:ext cx="171927" cy="445801"/>
            </a:xfrm>
            <a:custGeom>
              <a:avLst/>
              <a:pathLst>
                <a:path w="171927" h="445801">
                  <a:moveTo>
                    <a:pt x="0" y="0"/>
                  </a:moveTo>
                  <a:lnTo>
                    <a:pt x="171927" y="445801"/>
                  </a:lnTo>
                </a:path>
              </a:pathLst>
            </a:custGeom>
            <a:ln w="13550" cap="rnd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3690145" y="4315552"/>
              <a:ext cx="741681" cy="1402683"/>
            </a:xfrm>
            <a:custGeom>
              <a:avLst/>
              <a:pathLst>
                <a:path w="741681" h="1402683">
                  <a:moveTo>
                    <a:pt x="0" y="0"/>
                  </a:moveTo>
                  <a:lnTo>
                    <a:pt x="741681" y="1402683"/>
                  </a:lnTo>
                </a:path>
              </a:pathLst>
            </a:custGeom>
            <a:ln w="13550" cap="rnd">
              <a:solidFill>
                <a:srgbClr val="00AF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3135610" y="5341048"/>
              <a:ext cx="242423" cy="211050"/>
            </a:xfrm>
            <a:custGeom>
              <a:avLst/>
              <a:pathLst>
                <a:path w="242423" h="211050">
                  <a:moveTo>
                    <a:pt x="0" y="0"/>
                  </a:moveTo>
                  <a:lnTo>
                    <a:pt x="242423" y="211050"/>
                  </a:lnTo>
                </a:path>
              </a:pathLst>
            </a:custGeom>
            <a:ln w="13550" cap="rnd">
              <a:solidFill>
                <a:srgbClr val="00ADF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5860400" y="5477173"/>
              <a:ext cx="53470" cy="277543"/>
            </a:xfrm>
            <a:custGeom>
              <a:avLst/>
              <a:pathLst>
                <a:path w="53470" h="277543">
                  <a:moveTo>
                    <a:pt x="53470" y="0"/>
                  </a:moveTo>
                  <a:lnTo>
                    <a:pt x="0" y="277543"/>
                  </a:lnTo>
                </a:path>
              </a:pathLst>
            </a:custGeom>
            <a:ln w="13550" cap="rnd">
              <a:solidFill>
                <a:srgbClr val="00AC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5589883" y="4751994"/>
              <a:ext cx="37020" cy="988126"/>
            </a:xfrm>
            <a:custGeom>
              <a:avLst/>
              <a:pathLst>
                <a:path w="37020" h="988126">
                  <a:moveTo>
                    <a:pt x="0" y="0"/>
                  </a:moveTo>
                  <a:lnTo>
                    <a:pt x="37020" y="988126"/>
                  </a:lnTo>
                </a:path>
              </a:pathLst>
            </a:custGeom>
            <a:ln w="1355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5610784" y="5219836"/>
              <a:ext cx="16190" cy="498642"/>
            </a:xfrm>
            <a:custGeom>
              <a:avLst/>
              <a:pathLst>
                <a:path w="16190" h="498642">
                  <a:moveTo>
                    <a:pt x="0" y="0"/>
                  </a:moveTo>
                  <a:lnTo>
                    <a:pt x="16190" y="498642"/>
                  </a:lnTo>
                </a:path>
              </a:pathLst>
            </a:custGeom>
            <a:ln w="13550" cap="rnd">
              <a:solidFill>
                <a:srgbClr val="00AAF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3294139" y="5771115"/>
              <a:ext cx="589291" cy="887"/>
            </a:xfrm>
            <a:custGeom>
              <a:avLst/>
              <a:pathLst>
                <a:path w="589291" h="887">
                  <a:moveTo>
                    <a:pt x="0" y="887"/>
                  </a:moveTo>
                  <a:lnTo>
                    <a:pt x="589291" y="0"/>
                  </a:lnTo>
                </a:path>
              </a:pathLst>
            </a:custGeom>
            <a:ln w="13550" cap="rnd">
              <a:solidFill>
                <a:srgbClr val="00A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4807395" y="4342892"/>
              <a:ext cx="127813" cy="1380628"/>
            </a:xfrm>
            <a:custGeom>
              <a:avLst/>
              <a:pathLst>
                <a:path w="127813" h="1380628">
                  <a:moveTo>
                    <a:pt x="0" y="0"/>
                  </a:moveTo>
                  <a:lnTo>
                    <a:pt x="127813" y="1380628"/>
                  </a:lnTo>
                </a:path>
              </a:pathLst>
            </a:custGeom>
            <a:ln w="13550" cap="rnd">
              <a:solidFill>
                <a:srgbClr val="00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3756617" y="5192909"/>
              <a:ext cx="352898" cy="556885"/>
            </a:xfrm>
            <a:custGeom>
              <a:avLst/>
              <a:pathLst>
                <a:path w="352898" h="556885">
                  <a:moveTo>
                    <a:pt x="0" y="0"/>
                  </a:moveTo>
                  <a:lnTo>
                    <a:pt x="352898" y="556885"/>
                  </a:lnTo>
                </a:path>
              </a:pathLst>
            </a:custGeom>
            <a:ln w="13550" cap="rnd">
              <a:solidFill>
                <a:srgbClr val="2AA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4218315" y="5773332"/>
              <a:ext cx="881141" cy="155564"/>
            </a:xfrm>
            <a:custGeom>
              <a:avLst/>
              <a:pathLst>
                <a:path w="881141" h="155564">
                  <a:moveTo>
                    <a:pt x="0" y="155564"/>
                  </a:moveTo>
                  <a:lnTo>
                    <a:pt x="881141" y="0"/>
                  </a:lnTo>
                </a:path>
              </a:pathLst>
            </a:custGeom>
            <a:ln w="13550" cap="rnd">
              <a:solidFill>
                <a:srgbClr val="3EA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6025275" y="5543627"/>
              <a:ext cx="106163" cy="189985"/>
            </a:xfrm>
            <a:custGeom>
              <a:avLst/>
              <a:pathLst>
                <a:path w="106163" h="189985">
                  <a:moveTo>
                    <a:pt x="106163" y="0"/>
                  </a:moveTo>
                  <a:lnTo>
                    <a:pt x="0" y="189985"/>
                  </a:lnTo>
                </a:path>
              </a:pathLst>
            </a:custGeom>
            <a:ln w="13550" cap="rnd">
              <a:solidFill>
                <a:srgbClr val="5A9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5249044" y="4441610"/>
              <a:ext cx="72285" cy="1255492"/>
            </a:xfrm>
            <a:custGeom>
              <a:avLst/>
              <a:pathLst>
                <a:path w="72285" h="1255492">
                  <a:moveTo>
                    <a:pt x="0" y="0"/>
                  </a:moveTo>
                  <a:lnTo>
                    <a:pt x="72285" y="1255492"/>
                  </a:lnTo>
                </a:path>
              </a:pathLst>
            </a:custGeom>
            <a:ln w="13550" cap="rnd">
              <a:solidFill>
                <a:srgbClr val="64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3525718" y="5353231"/>
              <a:ext cx="6626" cy="104993"/>
            </a:xfrm>
            <a:custGeom>
              <a:avLst/>
              <a:pathLst>
                <a:path w="6626" h="104993">
                  <a:moveTo>
                    <a:pt x="0" y="0"/>
                  </a:moveTo>
                  <a:lnTo>
                    <a:pt x="6626" y="104993"/>
                  </a:lnTo>
                </a:path>
              </a:pathLst>
            </a:custGeom>
            <a:ln w="13550" cap="rnd">
              <a:solidFill>
                <a:srgbClr val="6E9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5052287" y="4629788"/>
              <a:ext cx="28464" cy="1093214"/>
            </a:xfrm>
            <a:custGeom>
              <a:avLst/>
              <a:pathLst>
                <a:path w="28464" h="1093214">
                  <a:moveTo>
                    <a:pt x="0" y="0"/>
                  </a:moveTo>
                  <a:lnTo>
                    <a:pt x="28464" y="1093214"/>
                  </a:lnTo>
                </a:path>
              </a:pathLst>
            </a:custGeom>
            <a:ln w="13550" cap="rnd">
              <a:solidFill>
                <a:srgbClr val="779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4260413" y="5320760"/>
              <a:ext cx="16648" cy="357198"/>
            </a:xfrm>
            <a:custGeom>
              <a:avLst/>
              <a:pathLst>
                <a:path w="16648" h="357198">
                  <a:moveTo>
                    <a:pt x="0" y="0"/>
                  </a:moveTo>
                  <a:lnTo>
                    <a:pt x="16648" y="357198"/>
                  </a:lnTo>
                </a:path>
              </a:pathLst>
            </a:custGeom>
            <a:ln w="13550" cap="rnd">
              <a:solidFill>
                <a:srgbClr val="7F9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2850217" y="5767342"/>
              <a:ext cx="1938427" cy="161852"/>
            </a:xfrm>
            <a:custGeom>
              <a:avLst/>
              <a:pathLst>
                <a:path w="1938427" h="161852">
                  <a:moveTo>
                    <a:pt x="0" y="161852"/>
                  </a:moveTo>
                  <a:lnTo>
                    <a:pt x="1938427" y="0"/>
                  </a:lnTo>
                </a:path>
              </a:pathLst>
            </a:custGeom>
            <a:ln w="13550" cap="rnd">
              <a:solidFill>
                <a:srgbClr val="879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2089355" y="5342252"/>
              <a:ext cx="1135793" cy="315766"/>
            </a:xfrm>
            <a:custGeom>
              <a:avLst/>
              <a:pathLst>
                <a:path w="1135793" h="315766">
                  <a:moveTo>
                    <a:pt x="0" y="0"/>
                  </a:moveTo>
                  <a:lnTo>
                    <a:pt x="1135793" y="315766"/>
                  </a:lnTo>
                </a:path>
              </a:pathLst>
            </a:custGeom>
            <a:ln w="13550" cap="rnd">
              <a:solidFill>
                <a:srgbClr val="8E9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4253097" y="5039007"/>
              <a:ext cx="287108" cy="703740"/>
            </a:xfrm>
            <a:custGeom>
              <a:avLst/>
              <a:pathLst>
                <a:path w="287108" h="703740">
                  <a:moveTo>
                    <a:pt x="0" y="0"/>
                  </a:moveTo>
                  <a:lnTo>
                    <a:pt x="287108" y="703740"/>
                  </a:lnTo>
                </a:path>
              </a:pathLst>
            </a:custGeom>
            <a:ln w="13550" cap="rnd">
              <a:solidFill>
                <a:srgbClr val="959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4081132" y="4506821"/>
              <a:ext cx="512536" cy="1229996"/>
            </a:xfrm>
            <a:custGeom>
              <a:avLst/>
              <a:pathLst>
                <a:path w="512536" h="1229996">
                  <a:moveTo>
                    <a:pt x="0" y="0"/>
                  </a:moveTo>
                  <a:lnTo>
                    <a:pt x="512536" y="1229996"/>
                  </a:lnTo>
                </a:path>
              </a:pathLst>
            </a:custGeom>
            <a:ln w="13550" cap="rnd">
              <a:solidFill>
                <a:srgbClr val="9B8E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4436895" y="5175785"/>
              <a:ext cx="27376" cy="424518"/>
            </a:xfrm>
            <a:custGeom>
              <a:avLst/>
              <a:pathLst>
                <a:path w="27376" h="424518">
                  <a:moveTo>
                    <a:pt x="0" y="0"/>
                  </a:moveTo>
                  <a:lnTo>
                    <a:pt x="27376" y="424518"/>
                  </a:lnTo>
                </a:path>
              </a:pathLst>
            </a:custGeom>
            <a:ln w="13550" cap="rnd">
              <a:solidFill>
                <a:srgbClr val="A18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5360471" y="4601522"/>
              <a:ext cx="62657" cy="1138025"/>
            </a:xfrm>
            <a:custGeom>
              <a:avLst/>
              <a:pathLst>
                <a:path w="62657" h="1138025">
                  <a:moveTo>
                    <a:pt x="0" y="0"/>
                  </a:moveTo>
                  <a:lnTo>
                    <a:pt x="62657" y="1138025"/>
                  </a:lnTo>
                </a:path>
              </a:pathLst>
            </a:custGeom>
            <a:ln w="13550" cap="rnd">
              <a:solidFill>
                <a:srgbClr val="A78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4771305" y="5775601"/>
              <a:ext cx="322915" cy="71856"/>
            </a:xfrm>
            <a:custGeom>
              <a:avLst/>
              <a:pathLst>
                <a:path w="322915" h="71856">
                  <a:moveTo>
                    <a:pt x="0" y="71856"/>
                  </a:moveTo>
                  <a:lnTo>
                    <a:pt x="322915" y="0"/>
                  </a:lnTo>
                </a:path>
              </a:pathLst>
            </a:custGeom>
            <a:ln w="13550" cap="rnd">
              <a:solidFill>
                <a:srgbClr val="AD8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5486176" y="4896011"/>
              <a:ext cx="86210" cy="812634"/>
            </a:xfrm>
            <a:custGeom>
              <a:avLst/>
              <a:pathLst>
                <a:path w="86210" h="812634">
                  <a:moveTo>
                    <a:pt x="0" y="0"/>
                  </a:moveTo>
                  <a:lnTo>
                    <a:pt x="86210" y="812634"/>
                  </a:lnTo>
                </a:path>
              </a:pathLst>
            </a:custGeom>
            <a:ln w="13550" cap="rnd">
              <a:solidFill>
                <a:srgbClr val="B78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5199083" y="5512440"/>
              <a:ext cx="2313" cy="245055"/>
            </a:xfrm>
            <a:custGeom>
              <a:avLst/>
              <a:pathLst>
                <a:path w="2313" h="245055">
                  <a:moveTo>
                    <a:pt x="2313" y="0"/>
                  </a:moveTo>
                  <a:lnTo>
                    <a:pt x="0" y="245055"/>
                  </a:lnTo>
                </a:path>
              </a:pathLst>
            </a:custGeom>
            <a:ln w="13550" cap="rnd">
              <a:solidFill>
                <a:srgbClr val="BC81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5420255" y="5209505"/>
              <a:ext cx="19212" cy="537473"/>
            </a:xfrm>
            <a:custGeom>
              <a:avLst/>
              <a:pathLst>
                <a:path w="19212" h="537473">
                  <a:moveTo>
                    <a:pt x="0" y="0"/>
                  </a:moveTo>
                  <a:lnTo>
                    <a:pt x="19212" y="537473"/>
                  </a:lnTo>
                </a:path>
              </a:pathLst>
            </a:custGeom>
            <a:ln w="13550" cap="rnd">
              <a:solidFill>
                <a:srgbClr val="C07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2287864" y="5484682"/>
              <a:ext cx="1124465" cy="206262"/>
            </a:xfrm>
            <a:custGeom>
              <a:avLst/>
              <a:pathLst>
                <a:path w="1124465" h="206262">
                  <a:moveTo>
                    <a:pt x="0" y="0"/>
                  </a:moveTo>
                  <a:lnTo>
                    <a:pt x="1124465" y="206262"/>
                  </a:lnTo>
                </a:path>
              </a:pathLst>
            </a:custGeom>
            <a:ln w="13550" cap="rnd">
              <a:solidFill>
                <a:srgbClr val="C57D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2383202" y="5770135"/>
              <a:ext cx="2319730" cy="159086"/>
            </a:xfrm>
            <a:custGeom>
              <a:avLst/>
              <a:pathLst>
                <a:path w="2319730" h="159086">
                  <a:moveTo>
                    <a:pt x="0" y="159086"/>
                  </a:moveTo>
                  <a:lnTo>
                    <a:pt x="2319730" y="0"/>
                  </a:lnTo>
                </a:path>
              </a:pathLst>
            </a:custGeom>
            <a:ln w="13550" cap="rnd">
              <a:solidFill>
                <a:srgbClr val="C97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4232567" y="4937113"/>
              <a:ext cx="323688" cy="790308"/>
            </a:xfrm>
            <a:custGeom>
              <a:avLst/>
              <a:pathLst>
                <a:path w="323688" h="790308">
                  <a:moveTo>
                    <a:pt x="0" y="0"/>
                  </a:moveTo>
                  <a:lnTo>
                    <a:pt x="323688" y="790308"/>
                  </a:lnTo>
                </a:path>
              </a:pathLst>
            </a:custGeom>
            <a:ln w="13550" cap="rnd">
              <a:solidFill>
                <a:srgbClr val="CD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5866084" y="4747706"/>
              <a:ext cx="219422" cy="1009012"/>
            </a:xfrm>
            <a:custGeom>
              <a:avLst/>
              <a:pathLst>
                <a:path w="219422" h="1009012">
                  <a:moveTo>
                    <a:pt x="219422" y="0"/>
                  </a:moveTo>
                  <a:lnTo>
                    <a:pt x="0" y="1009012"/>
                  </a:lnTo>
                </a:path>
              </a:pathLst>
            </a:custGeom>
            <a:ln w="13550" cap="rnd">
              <a:solidFill>
                <a:srgbClr val="D17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5440193" y="4296600"/>
              <a:ext cx="22357" cy="1411022"/>
            </a:xfrm>
            <a:custGeom>
              <a:avLst/>
              <a:pathLst>
                <a:path w="22357" h="1411022">
                  <a:moveTo>
                    <a:pt x="22357" y="0"/>
                  </a:moveTo>
                  <a:lnTo>
                    <a:pt x="0" y="1411022"/>
                  </a:lnTo>
                </a:path>
              </a:pathLst>
            </a:custGeom>
            <a:ln w="13550" cap="rnd">
              <a:solidFill>
                <a:srgbClr val="D575F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2882765" y="4618873"/>
              <a:ext cx="318992" cy="307094"/>
            </a:xfrm>
            <a:custGeom>
              <a:avLst/>
              <a:pathLst>
                <a:path w="318992" h="307094">
                  <a:moveTo>
                    <a:pt x="0" y="0"/>
                  </a:moveTo>
                  <a:lnTo>
                    <a:pt x="318992" y="307094"/>
                  </a:lnTo>
                </a:path>
              </a:pathLst>
            </a:custGeom>
            <a:ln w="13550" cap="rnd">
              <a:solidFill>
                <a:srgbClr val="D873F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5236994" y="4922211"/>
              <a:ext cx="32747" cy="834626"/>
            </a:xfrm>
            <a:custGeom>
              <a:avLst/>
              <a:pathLst>
                <a:path w="32747" h="834626">
                  <a:moveTo>
                    <a:pt x="32747" y="0"/>
                  </a:moveTo>
                  <a:lnTo>
                    <a:pt x="0" y="834626"/>
                  </a:lnTo>
                </a:path>
              </a:pathLst>
            </a:custGeom>
            <a:ln w="13550" cap="rnd">
              <a:solidFill>
                <a:srgbClr val="DB72F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4939588" y="5217481"/>
              <a:ext cx="64565" cy="453995"/>
            </a:xfrm>
            <a:custGeom>
              <a:avLst/>
              <a:pathLst>
                <a:path w="64565" h="453995">
                  <a:moveTo>
                    <a:pt x="0" y="0"/>
                  </a:moveTo>
                  <a:lnTo>
                    <a:pt x="64565" y="453995"/>
                  </a:lnTo>
                </a:path>
              </a:pathLst>
            </a:custGeom>
            <a:ln w="13550" cap="rnd">
              <a:solidFill>
                <a:srgbClr val="DF70F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5750395" y="5781732"/>
              <a:ext cx="158860" cy="141265"/>
            </a:xfrm>
            <a:custGeom>
              <a:avLst/>
              <a:pathLst>
                <a:path w="158860" h="141265">
                  <a:moveTo>
                    <a:pt x="158860" y="14126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46DF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5239704" y="5778529"/>
              <a:ext cx="225993" cy="146706"/>
            </a:xfrm>
            <a:custGeom>
              <a:avLst/>
              <a:pathLst>
                <a:path w="225993" h="146706">
                  <a:moveTo>
                    <a:pt x="0" y="146706"/>
                  </a:moveTo>
                  <a:lnTo>
                    <a:pt x="225993" y="0"/>
                  </a:lnTo>
                </a:path>
              </a:pathLst>
            </a:custGeom>
            <a:ln w="13550" cap="rnd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5636131" y="5783335"/>
              <a:ext cx="76705" cy="97219"/>
            </a:xfrm>
            <a:custGeom>
              <a:avLst/>
              <a:pathLst>
                <a:path w="76705" h="97219">
                  <a:moveTo>
                    <a:pt x="76705" y="97219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EA6AF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2084311" y="5632428"/>
              <a:ext cx="1209989" cy="81830"/>
            </a:xfrm>
            <a:custGeom>
              <a:avLst/>
              <a:pathLst>
                <a:path w="1209989" h="81830">
                  <a:moveTo>
                    <a:pt x="0" y="0"/>
                  </a:moveTo>
                  <a:lnTo>
                    <a:pt x="1209989" y="81830"/>
                  </a:lnTo>
                </a:path>
              </a:pathLst>
            </a:custGeom>
            <a:ln w="13550" cap="rnd">
              <a:solidFill>
                <a:srgbClr val="EC69E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1522303" y="5536692"/>
              <a:ext cx="35162" cy="97872"/>
            </a:xfrm>
            <a:custGeom>
              <a:avLst/>
              <a:pathLst>
                <a:path w="35162" h="97872">
                  <a:moveTo>
                    <a:pt x="0" y="0"/>
                  </a:moveTo>
                  <a:lnTo>
                    <a:pt x="35162" y="97872"/>
                  </a:lnTo>
                </a:path>
              </a:pathLst>
            </a:custGeom>
            <a:ln w="13550" cap="rnd">
              <a:solidFill>
                <a:srgbClr val="EE67E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4647631" y="4493872"/>
              <a:ext cx="109981" cy="712844"/>
            </a:xfrm>
            <a:custGeom>
              <a:avLst/>
              <a:pathLst>
                <a:path w="109981" h="712844">
                  <a:moveTo>
                    <a:pt x="0" y="0"/>
                  </a:moveTo>
                  <a:lnTo>
                    <a:pt x="109981" y="712844"/>
                  </a:lnTo>
                </a:path>
              </a:pathLst>
            </a:custGeom>
            <a:ln w="13550" cap="rnd">
              <a:solidFill>
                <a:srgbClr val="F066E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0"/>
            <p:cNvSpPr/>
            <p:nvPr/>
          </p:nvSpPr>
          <p:spPr>
            <a:xfrm>
              <a:off x="5833445" y="4457997"/>
              <a:ext cx="233337" cy="1299779"/>
            </a:xfrm>
            <a:custGeom>
              <a:avLst/>
              <a:pathLst>
                <a:path w="233337" h="1299779">
                  <a:moveTo>
                    <a:pt x="233337" y="0"/>
                  </a:moveTo>
                  <a:lnTo>
                    <a:pt x="0" y="1299779"/>
                  </a:lnTo>
                </a:path>
              </a:pathLst>
            </a:custGeom>
            <a:ln w="13550" cap="rnd">
              <a:solidFill>
                <a:srgbClr val="F265E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2141812" y="5196359"/>
              <a:ext cx="917964" cy="402921"/>
            </a:xfrm>
            <a:custGeom>
              <a:avLst/>
              <a:pathLst>
                <a:path w="917964" h="402921">
                  <a:moveTo>
                    <a:pt x="0" y="0"/>
                  </a:moveTo>
                  <a:lnTo>
                    <a:pt x="917964" y="402921"/>
                  </a:lnTo>
                </a:path>
              </a:pathLst>
            </a:custGeom>
            <a:ln w="13550" cap="rnd">
              <a:solidFill>
                <a:srgbClr val="F464E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5234947" y="5664516"/>
              <a:ext cx="1295" cy="91723"/>
            </a:xfrm>
            <a:custGeom>
              <a:avLst/>
              <a:pathLst>
                <a:path w="1295" h="91723">
                  <a:moveTo>
                    <a:pt x="0" y="0"/>
                  </a:moveTo>
                  <a:lnTo>
                    <a:pt x="1295" y="91723"/>
                  </a:lnTo>
                </a:path>
              </a:pathLst>
            </a:custGeom>
            <a:ln w="13550" cap="rnd">
              <a:solidFill>
                <a:srgbClr val="F663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4618583" y="4783176"/>
              <a:ext cx="202283" cy="876358"/>
            </a:xfrm>
            <a:custGeom>
              <a:avLst/>
              <a:pathLst>
                <a:path w="202283" h="876358">
                  <a:moveTo>
                    <a:pt x="0" y="0"/>
                  </a:moveTo>
                  <a:lnTo>
                    <a:pt x="202283" y="876358"/>
                  </a:lnTo>
                </a:path>
              </a:pathLst>
            </a:custGeom>
            <a:ln w="13550" cap="rnd">
              <a:solidFill>
                <a:srgbClr val="F763D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2939010" y="4764571"/>
              <a:ext cx="937186" cy="825545"/>
            </a:xfrm>
            <a:custGeom>
              <a:avLst/>
              <a:pathLst>
                <a:path w="937186" h="825545">
                  <a:moveTo>
                    <a:pt x="0" y="0"/>
                  </a:moveTo>
                  <a:lnTo>
                    <a:pt x="937186" y="825545"/>
                  </a:lnTo>
                </a:path>
              </a:pathLst>
            </a:custGeom>
            <a:ln w="13550" cap="rnd">
              <a:solidFill>
                <a:srgbClr val="F962D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1733048" y="5770400"/>
              <a:ext cx="2787768" cy="155042"/>
            </a:xfrm>
            <a:custGeom>
              <a:avLst/>
              <a:pathLst>
                <a:path w="2787768" h="155042">
                  <a:moveTo>
                    <a:pt x="0" y="155042"/>
                  </a:moveTo>
                  <a:lnTo>
                    <a:pt x="2787768" y="0"/>
                  </a:lnTo>
                </a:path>
              </a:pathLst>
            </a:custGeom>
            <a:ln w="13550" cap="rnd">
              <a:solidFill>
                <a:srgbClr val="FA62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5800544" y="5046287"/>
              <a:ext cx="86221" cy="699336"/>
            </a:xfrm>
            <a:custGeom>
              <a:avLst/>
              <a:pathLst>
                <a:path w="86221" h="699336">
                  <a:moveTo>
                    <a:pt x="86221" y="0"/>
                  </a:moveTo>
                  <a:lnTo>
                    <a:pt x="0" y="699336"/>
                  </a:lnTo>
                </a:path>
              </a:pathLst>
            </a:custGeom>
            <a:ln w="13550" cap="rnd">
              <a:solidFill>
                <a:srgbClr val="FB61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4039013" y="4898100"/>
              <a:ext cx="398488" cy="802576"/>
            </a:xfrm>
            <a:custGeom>
              <a:avLst/>
              <a:pathLst>
                <a:path w="398488" h="802576">
                  <a:moveTo>
                    <a:pt x="0" y="0"/>
                  </a:moveTo>
                  <a:lnTo>
                    <a:pt x="398488" y="802576"/>
                  </a:lnTo>
                </a:path>
              </a:pathLst>
            </a:custGeom>
            <a:ln w="13550" cap="rnd">
              <a:solidFill>
                <a:srgbClr val="FE6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3842603" y="5568459"/>
              <a:ext cx="163522" cy="190533"/>
            </a:xfrm>
            <a:custGeom>
              <a:avLst/>
              <a:pathLst>
                <a:path w="163522" h="190533">
                  <a:moveTo>
                    <a:pt x="0" y="0"/>
                  </a:moveTo>
                  <a:lnTo>
                    <a:pt x="163522" y="190533"/>
                  </a:lnTo>
                </a:path>
              </a:pathLst>
            </a:custGeom>
            <a:ln w="13550" cap="rnd">
              <a:solidFill>
                <a:srgbClr val="FE61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4508033" y="4351563"/>
              <a:ext cx="296699" cy="1258206"/>
            </a:xfrm>
            <a:custGeom>
              <a:avLst/>
              <a:pathLst>
                <a:path w="296699" h="1258206">
                  <a:moveTo>
                    <a:pt x="0" y="0"/>
                  </a:moveTo>
                  <a:lnTo>
                    <a:pt x="296699" y="1258206"/>
                  </a:lnTo>
                </a:path>
              </a:pathLst>
            </a:custGeom>
            <a:ln w="13550" cap="rnd">
              <a:solidFill>
                <a:srgbClr val="FF61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3303817" y="5051579"/>
              <a:ext cx="567740" cy="580775"/>
            </a:xfrm>
            <a:custGeom>
              <a:avLst/>
              <a:pathLst>
                <a:path w="567740" h="580775">
                  <a:moveTo>
                    <a:pt x="0" y="0"/>
                  </a:moveTo>
                  <a:lnTo>
                    <a:pt x="567740" y="580775"/>
                  </a:lnTo>
                </a:path>
              </a:pathLst>
            </a:custGeom>
            <a:ln w="13550" cap="rnd">
              <a:solidFill>
                <a:srgbClr val="FF61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4067137" y="4601690"/>
              <a:ext cx="462277" cy="1113759"/>
            </a:xfrm>
            <a:custGeom>
              <a:avLst/>
              <a:pathLst>
                <a:path w="462277" h="1113759">
                  <a:moveTo>
                    <a:pt x="0" y="0"/>
                  </a:moveTo>
                  <a:lnTo>
                    <a:pt x="462277" y="1113759"/>
                  </a:lnTo>
                </a:path>
              </a:pathLst>
            </a:custGeom>
            <a:ln w="13550" cap="rnd">
              <a:solidFill>
                <a:srgbClr val="FF62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4700737" y="5365430"/>
              <a:ext cx="25777" cy="326565"/>
            </a:xfrm>
            <a:custGeom>
              <a:avLst/>
              <a:pathLst>
                <a:path w="25777" h="326565">
                  <a:moveTo>
                    <a:pt x="0" y="0"/>
                  </a:moveTo>
                  <a:lnTo>
                    <a:pt x="25777" y="326565"/>
                  </a:lnTo>
                </a:path>
              </a:pathLst>
            </a:custGeom>
            <a:ln w="13550" cap="rnd">
              <a:solidFill>
                <a:srgbClr val="FF63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5095752" y="4296438"/>
              <a:ext cx="38537" cy="1393347"/>
            </a:xfrm>
            <a:custGeom>
              <a:avLst/>
              <a:pathLst>
                <a:path w="38537" h="1393347">
                  <a:moveTo>
                    <a:pt x="0" y="0"/>
                  </a:moveTo>
                  <a:lnTo>
                    <a:pt x="38537" y="1393347"/>
                  </a:lnTo>
                </a:path>
              </a:pathLst>
            </a:custGeom>
            <a:ln w="13550" cap="rnd">
              <a:solidFill>
                <a:srgbClr val="FF63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4"/>
            <p:cNvSpPr/>
            <p:nvPr/>
          </p:nvSpPr>
          <p:spPr>
            <a:xfrm>
              <a:off x="2593145" y="5770704"/>
              <a:ext cx="2109793" cy="158506"/>
            </a:xfrm>
            <a:custGeom>
              <a:avLst/>
              <a:pathLst>
                <a:path w="2109793" h="158506">
                  <a:moveTo>
                    <a:pt x="0" y="158506"/>
                  </a:moveTo>
                  <a:lnTo>
                    <a:pt x="2109793" y="0"/>
                  </a:lnTo>
                </a:path>
              </a:pathLst>
            </a:custGeom>
            <a:ln w="13550" cap="rnd">
              <a:solidFill>
                <a:srgbClr val="FF6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5"/>
            <p:cNvSpPr/>
            <p:nvPr/>
          </p:nvSpPr>
          <p:spPr>
            <a:xfrm>
              <a:off x="3593669" y="4749957"/>
              <a:ext cx="681291" cy="963374"/>
            </a:xfrm>
            <a:custGeom>
              <a:avLst/>
              <a:pathLst>
                <a:path w="681291" h="963374">
                  <a:moveTo>
                    <a:pt x="0" y="0"/>
                  </a:moveTo>
                  <a:lnTo>
                    <a:pt x="681291" y="963374"/>
                  </a:lnTo>
                </a:path>
              </a:pathLst>
            </a:custGeom>
            <a:ln w="13550" cap="rnd">
              <a:solidFill>
                <a:srgbClr val="FF65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3085798" y="5583486"/>
              <a:ext cx="193488" cy="81322"/>
            </a:xfrm>
            <a:custGeom>
              <a:avLst/>
              <a:pathLst>
                <a:path w="193488" h="81322">
                  <a:moveTo>
                    <a:pt x="0" y="0"/>
                  </a:moveTo>
                  <a:lnTo>
                    <a:pt x="193488" y="81322"/>
                  </a:lnTo>
                </a:path>
              </a:pathLst>
            </a:custGeom>
            <a:ln w="13550" cap="rnd">
              <a:solidFill>
                <a:srgbClr val="FF66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5666575" y="4308626"/>
              <a:ext cx="158563" cy="1340352"/>
            </a:xfrm>
            <a:custGeom>
              <a:avLst/>
              <a:pathLst>
                <a:path w="158563" h="1340352">
                  <a:moveTo>
                    <a:pt x="158563" y="0"/>
                  </a:moveTo>
                  <a:lnTo>
                    <a:pt x="0" y="1340352"/>
                  </a:lnTo>
                </a:path>
              </a:pathLst>
            </a:custGeom>
            <a:ln w="13550" cap="rnd">
              <a:solidFill>
                <a:srgbClr val="FF67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4993293" y="4924279"/>
              <a:ext cx="75820" cy="822025"/>
            </a:xfrm>
            <a:custGeom>
              <a:avLst/>
              <a:pathLst>
                <a:path w="75820" h="822025">
                  <a:moveTo>
                    <a:pt x="0" y="0"/>
                  </a:moveTo>
                  <a:lnTo>
                    <a:pt x="75820" y="822025"/>
                  </a:lnTo>
                </a:path>
              </a:pathLst>
            </a:custGeom>
            <a:ln w="13550" cap="rnd">
              <a:solidFill>
                <a:srgbClr val="FF68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5844335" y="5333328"/>
              <a:ext cx="72238" cy="374586"/>
            </a:xfrm>
            <a:custGeom>
              <a:avLst/>
              <a:pathLst>
                <a:path w="72238" h="374586">
                  <a:moveTo>
                    <a:pt x="72238" y="0"/>
                  </a:moveTo>
                  <a:lnTo>
                    <a:pt x="0" y="374586"/>
                  </a:lnTo>
                </a:path>
              </a:pathLst>
            </a:custGeom>
            <a:ln w="13550" cap="rnd">
              <a:solidFill>
                <a:srgbClr val="FF69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3408553" y="5767086"/>
              <a:ext cx="1439045" cy="162040"/>
            </a:xfrm>
            <a:custGeom>
              <a:avLst/>
              <a:pathLst>
                <a:path w="1439045" h="162040">
                  <a:moveTo>
                    <a:pt x="0" y="162040"/>
                  </a:moveTo>
                  <a:lnTo>
                    <a:pt x="1439045" y="0"/>
                  </a:lnTo>
                </a:path>
              </a:pathLst>
            </a:custGeom>
            <a:ln w="13550" cap="rnd">
              <a:solidFill>
                <a:srgbClr val="FF6A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1"/>
            <p:cNvSpPr/>
            <p:nvPr/>
          </p:nvSpPr>
          <p:spPr>
            <a:xfrm>
              <a:off x="5733512" y="5619966"/>
              <a:ext cx="37281" cy="115565"/>
            </a:xfrm>
            <a:custGeom>
              <a:avLst/>
              <a:pathLst>
                <a:path w="37281" h="115565">
                  <a:moveTo>
                    <a:pt x="37281" y="0"/>
                  </a:moveTo>
                  <a:lnTo>
                    <a:pt x="0" y="115565"/>
                  </a:lnTo>
                </a:path>
              </a:pathLst>
            </a:custGeom>
            <a:ln w="13550" cap="rnd">
              <a:solidFill>
                <a:srgbClr val="FF6B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2"/>
            <p:cNvSpPr/>
            <p:nvPr/>
          </p:nvSpPr>
          <p:spPr>
            <a:xfrm>
              <a:off x="1906922" y="5773541"/>
              <a:ext cx="2587118" cy="155693"/>
            </a:xfrm>
            <a:custGeom>
              <a:avLst/>
              <a:pathLst>
                <a:path w="2587118" h="155693">
                  <a:moveTo>
                    <a:pt x="0" y="155693"/>
                  </a:moveTo>
                  <a:lnTo>
                    <a:pt x="2587118" y="0"/>
                  </a:lnTo>
                </a:path>
              </a:pathLst>
            </a:custGeom>
            <a:ln w="13550" cap="rnd">
              <a:solidFill>
                <a:srgbClr val="FF6C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3676021" y="5581838"/>
              <a:ext cx="43687" cy="86470"/>
            </a:xfrm>
            <a:custGeom>
              <a:avLst/>
              <a:pathLst>
                <a:path w="43687" h="86470">
                  <a:moveTo>
                    <a:pt x="0" y="0"/>
                  </a:moveTo>
                  <a:lnTo>
                    <a:pt x="43687" y="86470"/>
                  </a:lnTo>
                </a:path>
              </a:pathLst>
            </a:custGeom>
            <a:ln w="13550" cap="rnd">
              <a:solidFill>
                <a:srgbClr val="FE6D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4000758" y="5772204"/>
              <a:ext cx="364728" cy="17196"/>
            </a:xfrm>
            <a:custGeom>
              <a:avLst/>
              <a:pathLst>
                <a:path w="364728" h="17196">
                  <a:moveTo>
                    <a:pt x="0" y="17196"/>
                  </a:moveTo>
                  <a:lnTo>
                    <a:pt x="364728" y="0"/>
                  </a:lnTo>
                </a:path>
              </a:pathLst>
            </a:custGeom>
            <a:ln w="13550" cap="rnd">
              <a:solidFill>
                <a:srgbClr val="FE6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5"/>
            <p:cNvSpPr/>
            <p:nvPr/>
          </p:nvSpPr>
          <p:spPr>
            <a:xfrm>
              <a:off x="3861725" y="4461423"/>
              <a:ext cx="565296" cy="1193039"/>
            </a:xfrm>
            <a:custGeom>
              <a:avLst/>
              <a:pathLst>
                <a:path w="565296" h="1193039">
                  <a:moveTo>
                    <a:pt x="0" y="0"/>
                  </a:moveTo>
                  <a:lnTo>
                    <a:pt x="565296" y="1193039"/>
                  </a:lnTo>
                </a:path>
              </a:pathLst>
            </a:custGeom>
            <a:ln w="13550" cap="rnd">
              <a:solidFill>
                <a:srgbClr val="FD70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5343528" y="5366258"/>
              <a:ext cx="62092" cy="389491"/>
            </a:xfrm>
            <a:custGeom>
              <a:avLst/>
              <a:pathLst>
                <a:path w="62092" h="389491">
                  <a:moveTo>
                    <a:pt x="0" y="0"/>
                  </a:moveTo>
                  <a:lnTo>
                    <a:pt x="62092" y="389491"/>
                  </a:lnTo>
                </a:path>
              </a:pathLst>
            </a:custGeom>
            <a:ln w="13550" cap="rnd">
              <a:solidFill>
                <a:srgbClr val="FC71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2849364" y="5438906"/>
              <a:ext cx="472568" cy="177011"/>
            </a:xfrm>
            <a:custGeom>
              <a:avLst/>
              <a:pathLst>
                <a:path w="472568" h="177011">
                  <a:moveTo>
                    <a:pt x="0" y="0"/>
                  </a:moveTo>
                  <a:lnTo>
                    <a:pt x="472568" y="177011"/>
                  </a:lnTo>
                </a:path>
              </a:pathLst>
            </a:custGeom>
            <a:ln w="13550" cap="rnd">
              <a:solidFill>
                <a:srgbClr val="FB72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2839011" y="5056471"/>
              <a:ext cx="982221" cy="606419"/>
            </a:xfrm>
            <a:custGeom>
              <a:avLst/>
              <a:pathLst>
                <a:path w="982221" h="606419">
                  <a:moveTo>
                    <a:pt x="0" y="0"/>
                  </a:moveTo>
                  <a:lnTo>
                    <a:pt x="982221" y="606419"/>
                  </a:lnTo>
                </a:path>
              </a:pathLst>
            </a:custGeom>
            <a:ln w="13550" cap="rnd">
              <a:solidFill>
                <a:srgbClr val="FA74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3354082" y="4314940"/>
              <a:ext cx="316124" cy="488300"/>
            </a:xfrm>
            <a:custGeom>
              <a:avLst/>
              <a:pathLst>
                <a:path w="316124" h="488300">
                  <a:moveTo>
                    <a:pt x="0" y="0"/>
                  </a:moveTo>
                  <a:lnTo>
                    <a:pt x="316124" y="488300"/>
                  </a:lnTo>
                </a:path>
              </a:pathLst>
            </a:custGeom>
            <a:ln w="13550" cap="rnd">
              <a:solidFill>
                <a:srgbClr val="F975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tx380"/>
            <p:cNvSpPr/>
            <p:nvPr/>
          </p:nvSpPr>
          <p:spPr>
            <a:xfrm>
              <a:off x="2158482" y="5298418"/>
              <a:ext cx="417563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8766D">
                      <a:alpha val="100000"/>
                    </a:srgbClr>
                  </a:solidFill>
                  <a:latin typeface="Arial"/>
                  <a:cs typeface="Arial"/>
                </a:rPr>
                <a:t>Afghanistan</a:t>
              </a:r>
            </a:p>
          </p:txBody>
        </p:sp>
        <p:sp>
          <p:nvSpPr>
            <p:cNvPr id="382" name="tx381"/>
            <p:cNvSpPr/>
            <p:nvPr/>
          </p:nvSpPr>
          <p:spPr>
            <a:xfrm>
              <a:off x="2841247" y="5902567"/>
              <a:ext cx="2610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77868">
                      <a:alpha val="100000"/>
                    </a:srgbClr>
                  </a:solidFill>
                  <a:latin typeface="Arial"/>
                  <a:cs typeface="Arial"/>
                </a:rPr>
                <a:t>Albania</a:t>
              </a:r>
            </a:p>
          </p:txBody>
        </p:sp>
        <p:sp>
          <p:nvSpPr>
            <p:cNvPr id="383" name="tx382"/>
            <p:cNvSpPr/>
            <p:nvPr/>
          </p:nvSpPr>
          <p:spPr>
            <a:xfrm>
              <a:off x="4216937" y="4989644"/>
              <a:ext cx="2450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57963">
                      <a:alpha val="100000"/>
                    </a:srgbClr>
                  </a:solidFill>
                  <a:latin typeface="Arial"/>
                  <a:cs typeface="Arial"/>
                </a:rPr>
                <a:t>Algeria</a:t>
              </a:r>
            </a:p>
          </p:txBody>
        </p:sp>
        <p:sp>
          <p:nvSpPr>
            <p:cNvPr id="384" name="tx383"/>
            <p:cNvSpPr/>
            <p:nvPr/>
          </p:nvSpPr>
          <p:spPr>
            <a:xfrm>
              <a:off x="4606803" y="4701295"/>
              <a:ext cx="58645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47A5D">
                      <a:alpha val="100000"/>
                    </a:srgbClr>
                  </a:solidFill>
                  <a:latin typeface="Arial"/>
                  <a:cs typeface="Arial"/>
                </a:rPr>
                <a:t>American Samoa</a:t>
              </a:r>
            </a:p>
          </p:txBody>
        </p:sp>
        <p:sp>
          <p:nvSpPr>
            <p:cNvPr id="385" name="tx384"/>
            <p:cNvSpPr/>
            <p:nvPr/>
          </p:nvSpPr>
          <p:spPr>
            <a:xfrm>
              <a:off x="5946973" y="4963261"/>
              <a:ext cx="28106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37C58">
                      <a:alpha val="100000"/>
                    </a:srgbClr>
                  </a:solidFill>
                  <a:latin typeface="Arial"/>
                  <a:cs typeface="Arial"/>
                </a:rPr>
                <a:t>Andorra</a:t>
              </a:r>
            </a:p>
          </p:txBody>
        </p:sp>
        <p:sp>
          <p:nvSpPr>
            <p:cNvPr id="386" name="tx385"/>
            <p:cNvSpPr/>
            <p:nvPr/>
          </p:nvSpPr>
          <p:spPr>
            <a:xfrm>
              <a:off x="3335230" y="4562234"/>
              <a:ext cx="244899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17D52">
                      <a:alpha val="100000"/>
                    </a:srgbClr>
                  </a:solidFill>
                  <a:latin typeface="Arial"/>
                  <a:cs typeface="Arial"/>
                </a:rPr>
                <a:t>Angola</a:t>
              </a:r>
            </a:p>
          </p:txBody>
        </p:sp>
        <p:sp>
          <p:nvSpPr>
            <p:cNvPr id="387" name="tx386"/>
            <p:cNvSpPr/>
            <p:nvPr/>
          </p:nvSpPr>
          <p:spPr>
            <a:xfrm>
              <a:off x="3346151" y="5888205"/>
              <a:ext cx="33728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07E4B">
                      <a:alpha val="100000"/>
                    </a:srgbClr>
                  </a:solidFill>
                  <a:latin typeface="Arial"/>
                  <a:cs typeface="Arial"/>
                </a:rPr>
                <a:t>Argentina</a:t>
              </a:r>
            </a:p>
          </p:txBody>
        </p:sp>
        <p:sp>
          <p:nvSpPr>
            <p:cNvPr id="388" name="tx387"/>
            <p:cNvSpPr/>
            <p:nvPr/>
          </p:nvSpPr>
          <p:spPr>
            <a:xfrm>
              <a:off x="3229479" y="5902567"/>
              <a:ext cx="28918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E8045">
                      <a:alpha val="100000"/>
                    </a:srgbClr>
                  </a:solidFill>
                  <a:latin typeface="Arial"/>
                  <a:cs typeface="Arial"/>
                </a:rPr>
                <a:t>Armenia</a:t>
              </a:r>
            </a:p>
          </p:txBody>
        </p:sp>
        <p:sp>
          <p:nvSpPr>
            <p:cNvPr id="389" name="tx388"/>
            <p:cNvSpPr/>
            <p:nvPr/>
          </p:nvSpPr>
          <p:spPr>
            <a:xfrm>
              <a:off x="5442425" y="5290958"/>
              <a:ext cx="30926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D813E">
                      <a:alpha val="100000"/>
                    </a:srgbClr>
                  </a:solidFill>
                  <a:latin typeface="Arial"/>
                  <a:cs typeface="Arial"/>
                </a:rPr>
                <a:t>Australia</a:t>
              </a:r>
            </a:p>
          </p:txBody>
        </p:sp>
        <p:sp>
          <p:nvSpPr>
            <p:cNvPr id="390" name="tx389"/>
            <p:cNvSpPr/>
            <p:nvPr/>
          </p:nvSpPr>
          <p:spPr>
            <a:xfrm>
              <a:off x="5656411" y="5902567"/>
              <a:ext cx="2489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B8336">
                      <a:alpha val="100000"/>
                    </a:srgbClr>
                  </a:solidFill>
                  <a:latin typeface="Arial"/>
                  <a:cs typeface="Arial"/>
                </a:rPr>
                <a:t>Austria</a:t>
              </a:r>
            </a:p>
          </p:txBody>
        </p:sp>
        <p:sp>
          <p:nvSpPr>
            <p:cNvPr id="391" name="tx390"/>
            <p:cNvSpPr/>
            <p:nvPr/>
          </p:nvSpPr>
          <p:spPr>
            <a:xfrm>
              <a:off x="2651354" y="5888205"/>
              <a:ext cx="36547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9842C">
                      <a:alpha val="100000"/>
                    </a:srgbClr>
                  </a:solidFill>
                  <a:latin typeface="Arial"/>
                  <a:cs typeface="Arial"/>
                </a:rPr>
                <a:t>Azerbaijan</a:t>
              </a:r>
            </a:p>
          </p:txBody>
        </p:sp>
        <p:sp>
          <p:nvSpPr>
            <p:cNvPr id="392" name="tx391"/>
            <p:cNvSpPr/>
            <p:nvPr/>
          </p:nvSpPr>
          <p:spPr>
            <a:xfrm>
              <a:off x="4993779" y="4992916"/>
              <a:ext cx="2690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88521">
                      <a:alpha val="100000"/>
                    </a:srgbClr>
                  </a:solidFill>
                  <a:latin typeface="Arial"/>
                  <a:cs typeface="Arial"/>
                </a:rPr>
                <a:t>Bahrain</a:t>
              </a:r>
            </a:p>
          </p:txBody>
        </p:sp>
        <p:sp>
          <p:nvSpPr>
            <p:cNvPr id="393" name="tx392"/>
            <p:cNvSpPr/>
            <p:nvPr/>
          </p:nvSpPr>
          <p:spPr>
            <a:xfrm>
              <a:off x="2741924" y="4866977"/>
              <a:ext cx="40962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68710">
                      <a:alpha val="100000"/>
                    </a:srgbClr>
                  </a:solidFill>
                  <a:latin typeface="Arial"/>
                  <a:cs typeface="Arial"/>
                </a:rPr>
                <a:t>Bangladesh</a:t>
              </a:r>
            </a:p>
          </p:txBody>
        </p:sp>
        <p:sp>
          <p:nvSpPr>
            <p:cNvPr id="394" name="tx393"/>
            <p:cNvSpPr/>
            <p:nvPr/>
          </p:nvSpPr>
          <p:spPr>
            <a:xfrm>
              <a:off x="3614090" y="5902567"/>
              <a:ext cx="33333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48800">
                      <a:alpha val="100000"/>
                    </a:srgbClr>
                  </a:solidFill>
                  <a:latin typeface="Arial"/>
                  <a:cs typeface="Arial"/>
                </a:rPr>
                <a:t>Barbados</a:t>
              </a:r>
            </a:p>
          </p:txBody>
        </p:sp>
        <p:sp>
          <p:nvSpPr>
            <p:cNvPr id="395" name="tx394"/>
            <p:cNvSpPr/>
            <p:nvPr/>
          </p:nvSpPr>
          <p:spPr>
            <a:xfrm>
              <a:off x="3895457" y="5902567"/>
              <a:ext cx="26511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28900">
                      <a:alpha val="100000"/>
                    </a:srgbClr>
                  </a:solidFill>
                  <a:latin typeface="Arial"/>
                  <a:cs typeface="Arial"/>
                </a:rPr>
                <a:t>Belarus</a:t>
              </a:r>
            </a:p>
          </p:txBody>
        </p:sp>
        <p:sp>
          <p:nvSpPr>
            <p:cNvPr id="396" name="tx395"/>
            <p:cNvSpPr/>
            <p:nvPr/>
          </p:nvSpPr>
          <p:spPr>
            <a:xfrm>
              <a:off x="5804407" y="5888205"/>
              <a:ext cx="28509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08B00">
                      <a:alpha val="100000"/>
                    </a:srgbClr>
                  </a:solidFill>
                  <a:latin typeface="Arial"/>
                  <a:cs typeface="Arial"/>
                </a:rPr>
                <a:t>Belgium</a:t>
              </a:r>
            </a:p>
          </p:txBody>
        </p:sp>
        <p:sp>
          <p:nvSpPr>
            <p:cNvPr id="397" name="tx396"/>
            <p:cNvSpPr/>
            <p:nvPr/>
          </p:nvSpPr>
          <p:spPr>
            <a:xfrm>
              <a:off x="4087840" y="5433306"/>
              <a:ext cx="20887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E8C00">
                      <a:alpha val="100000"/>
                    </a:srgbClr>
                  </a:solidFill>
                  <a:latin typeface="Arial"/>
                  <a:cs typeface="Arial"/>
                </a:rPr>
                <a:t>Belize</a:t>
              </a:r>
            </a:p>
          </p:txBody>
        </p:sp>
        <p:sp>
          <p:nvSpPr>
            <p:cNvPr id="398" name="tx397"/>
            <p:cNvSpPr/>
            <p:nvPr/>
          </p:nvSpPr>
          <p:spPr>
            <a:xfrm>
              <a:off x="2827412" y="4003500"/>
              <a:ext cx="20075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C8D00">
                      <a:alpha val="100000"/>
                    </a:srgbClr>
                  </a:solidFill>
                  <a:latin typeface="Arial"/>
                  <a:cs typeface="Arial"/>
                </a:rPr>
                <a:t>Benin</a:t>
              </a:r>
            </a:p>
          </p:txBody>
        </p:sp>
        <p:sp>
          <p:nvSpPr>
            <p:cNvPr id="399" name="tx398"/>
            <p:cNvSpPr/>
            <p:nvPr/>
          </p:nvSpPr>
          <p:spPr>
            <a:xfrm>
              <a:off x="5018275" y="5902567"/>
              <a:ext cx="31325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A8E00">
                      <a:alpha val="100000"/>
                    </a:srgbClr>
                  </a:solidFill>
                  <a:latin typeface="Arial"/>
                  <a:cs typeface="Arial"/>
                </a:rPr>
                <a:t>Bermuda</a:t>
              </a:r>
            </a:p>
          </p:txBody>
        </p:sp>
        <p:sp>
          <p:nvSpPr>
            <p:cNvPr id="400" name="tx399"/>
            <p:cNvSpPr/>
            <p:nvPr/>
          </p:nvSpPr>
          <p:spPr>
            <a:xfrm>
              <a:off x="2456927" y="5171055"/>
              <a:ext cx="24888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89000">
                      <a:alpha val="100000"/>
                    </a:srgbClr>
                  </a:solidFill>
                  <a:latin typeface="Arial"/>
                  <a:cs typeface="Arial"/>
                </a:rPr>
                <a:t>Bhutan</a:t>
              </a:r>
            </a:p>
          </p:txBody>
        </p:sp>
        <p:sp>
          <p:nvSpPr>
            <p:cNvPr id="401" name="tx400"/>
            <p:cNvSpPr/>
            <p:nvPr/>
          </p:nvSpPr>
          <p:spPr>
            <a:xfrm>
              <a:off x="3902720" y="5577792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69100">
                      <a:alpha val="100000"/>
                    </a:srgbClr>
                  </a:solidFill>
                  <a:latin typeface="Arial"/>
                  <a:cs typeface="Arial"/>
                </a:rPr>
                <a:t>Bolivia</a:t>
              </a:r>
            </a:p>
          </p:txBody>
        </p:sp>
        <p:sp>
          <p:nvSpPr>
            <p:cNvPr id="402" name="tx401"/>
            <p:cNvSpPr/>
            <p:nvPr/>
          </p:nvSpPr>
          <p:spPr>
            <a:xfrm>
              <a:off x="4186873" y="4717660"/>
              <a:ext cx="34134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19300">
                      <a:alpha val="100000"/>
                    </a:srgbClr>
                  </a:solidFill>
                  <a:latin typeface="Arial"/>
                  <a:cs typeface="Arial"/>
                </a:rPr>
                <a:t>Botswana</a:t>
              </a:r>
            </a:p>
          </p:txBody>
        </p:sp>
        <p:sp>
          <p:nvSpPr>
            <p:cNvPr id="403" name="tx402"/>
            <p:cNvSpPr/>
            <p:nvPr/>
          </p:nvSpPr>
          <p:spPr>
            <a:xfrm>
              <a:off x="4268307" y="5289358"/>
              <a:ext cx="19680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E9500">
                      <a:alpha val="100000"/>
                    </a:srgbClr>
                  </a:solidFill>
                  <a:latin typeface="Arial"/>
                  <a:cs typeface="Arial"/>
                </a:rPr>
                <a:t>Brazil</a:t>
              </a:r>
            </a:p>
          </p:txBody>
        </p:sp>
        <p:sp>
          <p:nvSpPr>
            <p:cNvPr id="404" name="tx403"/>
            <p:cNvSpPr/>
            <p:nvPr/>
          </p:nvSpPr>
          <p:spPr>
            <a:xfrm>
              <a:off x="5153468" y="5902567"/>
              <a:ext cx="22887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C9600">
                      <a:alpha val="100000"/>
                    </a:srgbClr>
                  </a:solidFill>
                  <a:latin typeface="Arial"/>
                  <a:cs typeface="Arial"/>
                </a:rPr>
                <a:t>Brunei</a:t>
              </a:r>
            </a:p>
          </p:txBody>
        </p:sp>
        <p:sp>
          <p:nvSpPr>
            <p:cNvPr id="405" name="tx404"/>
            <p:cNvSpPr/>
            <p:nvPr/>
          </p:nvSpPr>
          <p:spPr>
            <a:xfrm>
              <a:off x="4232515" y="5888205"/>
              <a:ext cx="28915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A9700">
                      <a:alpha val="100000"/>
                    </a:srgbClr>
                  </a:solidFill>
                  <a:latin typeface="Arial"/>
                  <a:cs typeface="Arial"/>
                </a:rPr>
                <a:t>Bulgaria</a:t>
              </a:r>
            </a:p>
          </p:txBody>
        </p:sp>
        <p:sp>
          <p:nvSpPr>
            <p:cNvPr id="406" name="tx405"/>
            <p:cNvSpPr/>
            <p:nvPr/>
          </p:nvSpPr>
          <p:spPr>
            <a:xfrm>
              <a:off x="2188530" y="2746142"/>
              <a:ext cx="45782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79800">
                      <a:alpha val="100000"/>
                    </a:srgbClr>
                  </a:solidFill>
                  <a:latin typeface="Arial"/>
                  <a:cs typeface="Arial"/>
                </a:rPr>
                <a:t>Burkina Faso</a:t>
              </a:r>
            </a:p>
          </p:txBody>
        </p:sp>
        <p:sp>
          <p:nvSpPr>
            <p:cNvPr id="407" name="tx406"/>
            <p:cNvSpPr/>
            <p:nvPr/>
          </p:nvSpPr>
          <p:spPr>
            <a:xfrm>
              <a:off x="2221037" y="5490870"/>
              <a:ext cx="27697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49900">
                      <a:alpha val="100000"/>
                    </a:srgbClr>
                  </a:solidFill>
                  <a:latin typeface="Arial"/>
                  <a:cs typeface="Arial"/>
                </a:rPr>
                <a:t>Burundi</a:t>
              </a:r>
            </a:p>
          </p:txBody>
        </p:sp>
        <p:sp>
          <p:nvSpPr>
            <p:cNvPr id="408" name="tx407"/>
            <p:cNvSpPr/>
            <p:nvPr/>
          </p:nvSpPr>
          <p:spPr>
            <a:xfrm>
              <a:off x="2698767" y="5166076"/>
              <a:ext cx="34935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29B00">
                      <a:alpha val="100000"/>
                    </a:srgbClr>
                  </a:solidFill>
                  <a:latin typeface="Arial"/>
                  <a:cs typeface="Arial"/>
                </a:rPr>
                <a:t>Cambodia</a:t>
              </a:r>
            </a:p>
          </p:txBody>
        </p:sp>
        <p:sp>
          <p:nvSpPr>
            <p:cNvPr id="409" name="tx408"/>
            <p:cNvSpPr/>
            <p:nvPr/>
          </p:nvSpPr>
          <p:spPr>
            <a:xfrm>
              <a:off x="3490185" y="4074285"/>
              <a:ext cx="35739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F9C00">
                      <a:alpha val="100000"/>
                    </a:srgbClr>
                  </a:solidFill>
                  <a:latin typeface="Arial"/>
                  <a:cs typeface="Arial"/>
                </a:rPr>
                <a:t>Cameroon</a:t>
              </a:r>
            </a:p>
          </p:txBody>
        </p:sp>
        <p:sp>
          <p:nvSpPr>
            <p:cNvPr id="410" name="tx409"/>
            <p:cNvSpPr/>
            <p:nvPr/>
          </p:nvSpPr>
          <p:spPr>
            <a:xfrm>
              <a:off x="5807377" y="4524973"/>
              <a:ext cx="26106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C9D00">
                      <a:alpha val="100000"/>
                    </a:srgbClr>
                  </a:solidFill>
                  <a:latin typeface="Arial"/>
                  <a:cs typeface="Arial"/>
                </a:rPr>
                <a:t>Canada</a:t>
              </a:r>
            </a:p>
          </p:txBody>
        </p:sp>
        <p:sp>
          <p:nvSpPr>
            <p:cNvPr id="411" name="tx410"/>
            <p:cNvSpPr/>
            <p:nvPr/>
          </p:nvSpPr>
          <p:spPr>
            <a:xfrm>
              <a:off x="3450357" y="5001582"/>
              <a:ext cx="397661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99E00">
                      <a:alpha val="100000"/>
                    </a:srgbClr>
                  </a:solidFill>
                  <a:latin typeface="Arial"/>
                  <a:cs typeface="Arial"/>
                </a:rPr>
                <a:t>Cape Verde</a:t>
              </a:r>
            </a:p>
          </p:txBody>
        </p:sp>
        <p:sp>
          <p:nvSpPr>
            <p:cNvPr id="412" name="tx411"/>
            <p:cNvSpPr/>
            <p:nvPr/>
          </p:nvSpPr>
          <p:spPr>
            <a:xfrm>
              <a:off x="2086465" y="3556930"/>
              <a:ext cx="843314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69F00">
                      <a:alpha val="100000"/>
                    </a:srgbClr>
                  </a:solidFill>
                  <a:latin typeface="Arial"/>
                  <a:cs typeface="Arial"/>
                </a:rPr>
                <a:t>Central African Republic</a:t>
              </a:r>
            </a:p>
          </p:txBody>
        </p:sp>
        <p:sp>
          <p:nvSpPr>
            <p:cNvPr id="413" name="tx412"/>
            <p:cNvSpPr/>
            <p:nvPr/>
          </p:nvSpPr>
          <p:spPr>
            <a:xfrm>
              <a:off x="2398996" y="4168762"/>
              <a:ext cx="180675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3A000">
                      <a:alpha val="100000"/>
                    </a:srgbClr>
                  </a:solidFill>
                  <a:latin typeface="Arial"/>
                  <a:cs typeface="Arial"/>
                </a:rPr>
                <a:t>Chad</a:t>
              </a:r>
            </a:p>
          </p:txBody>
        </p:sp>
        <p:sp>
          <p:nvSpPr>
            <p:cNvPr id="414" name="tx413"/>
            <p:cNvSpPr/>
            <p:nvPr/>
          </p:nvSpPr>
          <p:spPr>
            <a:xfrm>
              <a:off x="5041136" y="4700554"/>
              <a:ext cx="17668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0A100">
                      <a:alpha val="100000"/>
                    </a:srgbClr>
                  </a:solidFill>
                  <a:latin typeface="Arial"/>
                  <a:cs typeface="Arial"/>
                </a:rPr>
                <a:t>Chile</a:t>
              </a:r>
            </a:p>
          </p:txBody>
        </p:sp>
        <p:sp>
          <p:nvSpPr>
            <p:cNvPr id="415" name="tx414"/>
            <p:cNvSpPr/>
            <p:nvPr/>
          </p:nvSpPr>
          <p:spPr>
            <a:xfrm>
              <a:off x="1916540" y="5901649"/>
              <a:ext cx="20075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DA200">
                      <a:alpha val="100000"/>
                    </a:srgbClr>
                  </a:solidFill>
                  <a:latin typeface="Arial"/>
                  <a:cs typeface="Arial"/>
                </a:rPr>
                <a:t>China</a:t>
              </a:r>
            </a:p>
          </p:txBody>
        </p:sp>
        <p:sp>
          <p:nvSpPr>
            <p:cNvPr id="416" name="tx415"/>
            <p:cNvSpPr/>
            <p:nvPr/>
          </p:nvSpPr>
          <p:spPr>
            <a:xfrm>
              <a:off x="3939547" y="5751950"/>
              <a:ext cx="329237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AA300">
                      <a:alpha val="100000"/>
                    </a:srgbClr>
                  </a:solidFill>
                  <a:latin typeface="Arial"/>
                  <a:cs typeface="Arial"/>
                </a:rPr>
                <a:t>Colombia</a:t>
              </a:r>
            </a:p>
          </p:txBody>
        </p:sp>
        <p:sp>
          <p:nvSpPr>
            <p:cNvPr id="417" name="tx416"/>
            <p:cNvSpPr/>
            <p:nvPr/>
          </p:nvSpPr>
          <p:spPr>
            <a:xfrm>
              <a:off x="2331085" y="5622824"/>
              <a:ext cx="317204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6A400">
                      <a:alpha val="100000"/>
                    </a:srgbClr>
                  </a:solidFill>
                  <a:latin typeface="Arial"/>
                  <a:cs typeface="Arial"/>
                </a:rPr>
                <a:t>Comoros</a:t>
              </a:r>
            </a:p>
          </p:txBody>
        </p:sp>
        <p:sp>
          <p:nvSpPr>
            <p:cNvPr id="418" name="tx417"/>
            <p:cNvSpPr/>
            <p:nvPr/>
          </p:nvSpPr>
          <p:spPr>
            <a:xfrm>
              <a:off x="4976081" y="5142907"/>
              <a:ext cx="44978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3A500">
                      <a:alpha val="100000"/>
                    </a:srgbClr>
                  </a:solidFill>
                  <a:latin typeface="Arial"/>
                  <a:cs typeface="Arial"/>
                </a:rPr>
                <a:t>Cook Islands</a:t>
              </a:r>
            </a:p>
          </p:txBody>
        </p:sp>
        <p:sp>
          <p:nvSpPr>
            <p:cNvPr id="419" name="tx418"/>
            <p:cNvSpPr/>
            <p:nvPr/>
          </p:nvSpPr>
          <p:spPr>
            <a:xfrm>
              <a:off x="2919117" y="5901649"/>
              <a:ext cx="373524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FA600">
                      <a:alpha val="100000"/>
                    </a:srgbClr>
                  </a:solidFill>
                  <a:latin typeface="Arial"/>
                  <a:cs typeface="Arial"/>
                </a:rPr>
                <a:t>Costa Rica</a:t>
              </a:r>
            </a:p>
          </p:txBody>
        </p:sp>
        <p:sp>
          <p:nvSpPr>
            <p:cNvPr id="420" name="tx419"/>
            <p:cNvSpPr/>
            <p:nvPr/>
          </p:nvSpPr>
          <p:spPr>
            <a:xfrm>
              <a:off x="4865497" y="5813446"/>
              <a:ext cx="24899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CA700">
                      <a:alpha val="100000"/>
                    </a:srgbClr>
                  </a:solidFill>
                  <a:latin typeface="Arial"/>
                  <a:cs typeface="Arial"/>
                </a:rPr>
                <a:t>Croatia</a:t>
              </a:r>
            </a:p>
          </p:txBody>
        </p:sp>
        <p:sp>
          <p:nvSpPr>
            <p:cNvPr id="421" name="tx420"/>
            <p:cNvSpPr/>
            <p:nvPr/>
          </p:nvSpPr>
          <p:spPr>
            <a:xfrm>
              <a:off x="4245034" y="4417726"/>
              <a:ext cx="180675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8A800">
                      <a:alpha val="100000"/>
                    </a:srgbClr>
                  </a:solidFill>
                  <a:latin typeface="Arial"/>
                  <a:cs typeface="Arial"/>
                </a:rPr>
                <a:t>Cuba</a:t>
              </a:r>
            </a:p>
          </p:txBody>
        </p:sp>
        <p:sp>
          <p:nvSpPr>
            <p:cNvPr id="422" name="tx421"/>
            <p:cNvSpPr/>
            <p:nvPr/>
          </p:nvSpPr>
          <p:spPr>
            <a:xfrm>
              <a:off x="5466850" y="4371562"/>
              <a:ext cx="24899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4A900">
                      <a:alpha val="100000"/>
                    </a:srgbClr>
                  </a:solidFill>
                  <a:latin typeface="Arial"/>
                  <a:cs typeface="Arial"/>
                </a:rPr>
                <a:t>Cyprus</a:t>
              </a:r>
            </a:p>
          </p:txBody>
        </p:sp>
        <p:sp>
          <p:nvSpPr>
            <p:cNvPr id="423" name="tx422"/>
            <p:cNvSpPr/>
            <p:nvPr/>
          </p:nvSpPr>
          <p:spPr>
            <a:xfrm>
              <a:off x="5177157" y="5888275"/>
              <a:ext cx="538108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0AA00">
                      <a:alpha val="100000"/>
                    </a:srgbClr>
                  </a:solidFill>
                  <a:latin typeface="Arial"/>
                  <a:cs typeface="Arial"/>
                </a:rPr>
                <a:t>Czech Republic</a:t>
              </a:r>
            </a:p>
          </p:txBody>
        </p:sp>
        <p:sp>
          <p:nvSpPr>
            <p:cNvPr id="424" name="tx423"/>
            <p:cNvSpPr/>
            <p:nvPr/>
          </p:nvSpPr>
          <p:spPr>
            <a:xfrm>
              <a:off x="5929125" y="4817363"/>
              <a:ext cx="30930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CAB00">
                      <a:alpha val="100000"/>
                    </a:srgbClr>
                  </a:solidFill>
                  <a:latin typeface="Arial"/>
                  <a:cs typeface="Arial"/>
                </a:rPr>
                <a:t>Denmark</a:t>
              </a:r>
            </a:p>
          </p:txBody>
        </p:sp>
        <p:sp>
          <p:nvSpPr>
            <p:cNvPr id="425" name="tx424"/>
            <p:cNvSpPr/>
            <p:nvPr/>
          </p:nvSpPr>
          <p:spPr>
            <a:xfrm>
              <a:off x="2194823" y="5018980"/>
              <a:ext cx="26893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7AC00">
                      <a:alpha val="100000"/>
                    </a:srgbClr>
                  </a:solidFill>
                  <a:latin typeface="Arial"/>
                  <a:cs typeface="Arial"/>
                </a:rPr>
                <a:t>Djibouti</a:t>
              </a:r>
            </a:p>
          </p:txBody>
        </p:sp>
        <p:sp>
          <p:nvSpPr>
            <p:cNvPr id="426" name="tx425"/>
            <p:cNvSpPr/>
            <p:nvPr/>
          </p:nvSpPr>
          <p:spPr>
            <a:xfrm>
              <a:off x="3481346" y="5902567"/>
              <a:ext cx="32528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3AD00">
                      <a:alpha val="100000"/>
                    </a:srgbClr>
                  </a:solidFill>
                  <a:latin typeface="Arial"/>
                  <a:cs typeface="Arial"/>
                </a:rPr>
                <a:t>Dominica</a:t>
              </a:r>
            </a:p>
          </p:txBody>
        </p:sp>
        <p:sp>
          <p:nvSpPr>
            <p:cNvPr id="427" name="tx426"/>
            <p:cNvSpPr/>
            <p:nvPr/>
          </p:nvSpPr>
          <p:spPr>
            <a:xfrm>
              <a:off x="3590597" y="5420434"/>
              <a:ext cx="694681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EAE00">
                      <a:alpha val="100000"/>
                    </a:srgbClr>
                  </a:solidFill>
                  <a:latin typeface="Arial"/>
                  <a:cs typeface="Arial"/>
                </a:rPr>
                <a:t>Dominican Republic</a:t>
              </a:r>
            </a:p>
          </p:txBody>
        </p:sp>
        <p:sp>
          <p:nvSpPr>
            <p:cNvPr id="428" name="tx427"/>
            <p:cNvSpPr/>
            <p:nvPr/>
          </p:nvSpPr>
          <p:spPr>
            <a:xfrm>
              <a:off x="3794119" y="4292034"/>
              <a:ext cx="28915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9AF00">
                      <a:alpha val="100000"/>
                    </a:srgbClr>
                  </a:solidFill>
                  <a:latin typeface="Arial"/>
                  <a:cs typeface="Arial"/>
                </a:rPr>
                <a:t>Ecuador</a:t>
              </a:r>
            </a:p>
          </p:txBody>
        </p:sp>
        <p:sp>
          <p:nvSpPr>
            <p:cNvPr id="429" name="tx428"/>
            <p:cNvSpPr/>
            <p:nvPr/>
          </p:nvSpPr>
          <p:spPr>
            <a:xfrm>
              <a:off x="4534946" y="5564251"/>
              <a:ext cx="20075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4B000">
                      <a:alpha val="100000"/>
                    </a:srgbClr>
                  </a:solidFill>
                  <a:latin typeface="Arial"/>
                  <a:cs typeface="Arial"/>
                </a:rPr>
                <a:t>Egypt</a:t>
              </a:r>
            </a:p>
          </p:txBody>
        </p:sp>
        <p:sp>
          <p:nvSpPr>
            <p:cNvPr id="430" name="tx429"/>
            <p:cNvSpPr/>
            <p:nvPr/>
          </p:nvSpPr>
          <p:spPr>
            <a:xfrm>
              <a:off x="3457762" y="5754594"/>
              <a:ext cx="39363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FB000">
                      <a:alpha val="100000"/>
                    </a:srgbClr>
                  </a:solidFill>
                  <a:latin typeface="Arial"/>
                  <a:cs typeface="Arial"/>
                </a:rPr>
                <a:t>El Salvador</a:t>
              </a:r>
            </a:p>
          </p:txBody>
        </p:sp>
        <p:sp>
          <p:nvSpPr>
            <p:cNvPr id="431" name="tx430"/>
            <p:cNvSpPr/>
            <p:nvPr/>
          </p:nvSpPr>
          <p:spPr>
            <a:xfrm>
              <a:off x="4549655" y="3973980"/>
              <a:ext cx="618423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9B100">
                      <a:alpha val="100000"/>
                    </a:srgbClr>
                  </a:solidFill>
                  <a:latin typeface="Arial"/>
                  <a:cs typeface="Arial"/>
                </a:rPr>
                <a:t>Equatorial Guinea</a:t>
              </a:r>
            </a:p>
          </p:txBody>
        </p:sp>
        <p:sp>
          <p:nvSpPr>
            <p:cNvPr id="432" name="tx431"/>
            <p:cNvSpPr/>
            <p:nvPr/>
          </p:nvSpPr>
          <p:spPr>
            <a:xfrm>
              <a:off x="1954062" y="5611144"/>
              <a:ext cx="22898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3B200">
                      <a:alpha val="100000"/>
                    </a:srgbClr>
                  </a:solidFill>
                  <a:latin typeface="Arial"/>
                  <a:cs typeface="Arial"/>
                </a:rPr>
                <a:t>Eritrea</a:t>
              </a:r>
            </a:p>
          </p:txBody>
        </p:sp>
        <p:sp>
          <p:nvSpPr>
            <p:cNvPr id="433" name="tx432"/>
            <p:cNvSpPr/>
            <p:nvPr/>
          </p:nvSpPr>
          <p:spPr>
            <a:xfrm>
              <a:off x="5469473" y="5902567"/>
              <a:ext cx="2610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CB300">
                      <a:alpha val="100000"/>
                    </a:srgbClr>
                  </a:solidFill>
                  <a:latin typeface="Arial"/>
                  <a:cs typeface="Arial"/>
                </a:rPr>
                <a:t>Estonia</a:t>
              </a:r>
            </a:p>
          </p:txBody>
        </p:sp>
        <p:sp>
          <p:nvSpPr>
            <p:cNvPr id="434" name="tx433"/>
            <p:cNvSpPr/>
            <p:nvPr/>
          </p:nvSpPr>
          <p:spPr>
            <a:xfrm>
              <a:off x="1478888" y="5741366"/>
              <a:ext cx="285057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5B300">
                      <a:alpha val="100000"/>
                    </a:srgbClr>
                  </a:solidFill>
                  <a:latin typeface="Arial"/>
                  <a:cs typeface="Arial"/>
                </a:rPr>
                <a:t>Ethiopia</a:t>
              </a:r>
            </a:p>
          </p:txBody>
        </p:sp>
        <p:sp>
          <p:nvSpPr>
            <p:cNvPr id="435" name="tx434"/>
            <p:cNvSpPr/>
            <p:nvPr/>
          </p:nvSpPr>
          <p:spPr>
            <a:xfrm>
              <a:off x="4466328" y="5130279"/>
              <a:ext cx="10438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4DB400">
                      <a:alpha val="100000"/>
                    </a:srgbClr>
                  </a:solidFill>
                  <a:latin typeface="Arial"/>
                  <a:cs typeface="Arial"/>
                </a:rPr>
                <a:t>Fiji</a:t>
              </a:r>
            </a:p>
          </p:txBody>
        </p:sp>
        <p:sp>
          <p:nvSpPr>
            <p:cNvPr id="436" name="tx435"/>
            <p:cNvSpPr/>
            <p:nvPr/>
          </p:nvSpPr>
          <p:spPr>
            <a:xfrm>
              <a:off x="5821096" y="5902567"/>
              <a:ext cx="25693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44B500">
                      <a:alpha val="100000"/>
                    </a:srgbClr>
                  </a:solidFill>
                  <a:latin typeface="Arial"/>
                  <a:cs typeface="Arial"/>
                </a:rPr>
                <a:t>Finland</a:t>
              </a:r>
            </a:p>
          </p:txBody>
        </p:sp>
        <p:sp>
          <p:nvSpPr>
            <p:cNvPr id="437" name="tx436"/>
            <p:cNvSpPr/>
            <p:nvPr/>
          </p:nvSpPr>
          <p:spPr>
            <a:xfrm>
              <a:off x="5475244" y="5902567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39B600">
                      <a:alpha val="100000"/>
                    </a:srgbClr>
                  </a:solidFill>
                  <a:latin typeface="Arial"/>
                  <a:cs typeface="Arial"/>
                </a:rPr>
                <a:t>France</a:t>
              </a:r>
            </a:p>
          </p:txBody>
        </p:sp>
        <p:sp>
          <p:nvSpPr>
            <p:cNvPr id="438" name="tx437"/>
            <p:cNvSpPr/>
            <p:nvPr/>
          </p:nvSpPr>
          <p:spPr>
            <a:xfrm>
              <a:off x="4370921" y="4852908"/>
              <a:ext cx="22884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CB600">
                      <a:alpha val="100000"/>
                    </a:srgbClr>
                  </a:solidFill>
                  <a:latin typeface="Arial"/>
                  <a:cs typeface="Arial"/>
                </a:rPr>
                <a:t>Gabon</a:t>
              </a:r>
            </a:p>
          </p:txBody>
        </p:sp>
        <p:sp>
          <p:nvSpPr>
            <p:cNvPr id="439" name="tx438"/>
            <p:cNvSpPr/>
            <p:nvPr/>
          </p:nvSpPr>
          <p:spPr>
            <a:xfrm>
              <a:off x="4705121" y="5420447"/>
              <a:ext cx="27309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8B700">
                      <a:alpha val="100000"/>
                    </a:srgbClr>
                  </a:solidFill>
                  <a:latin typeface="Arial"/>
                  <a:cs typeface="Arial"/>
                </a:rPr>
                <a:t>Georgia</a:t>
              </a:r>
            </a:p>
          </p:txBody>
        </p:sp>
        <p:sp>
          <p:nvSpPr>
            <p:cNvPr id="440" name="tx439"/>
            <p:cNvSpPr/>
            <p:nvPr/>
          </p:nvSpPr>
          <p:spPr>
            <a:xfrm>
              <a:off x="5489616" y="4953982"/>
              <a:ext cx="27309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18B700">
                      <a:alpha val="100000"/>
                    </a:srgbClr>
                  </a:solidFill>
                  <a:latin typeface="Arial"/>
                  <a:cs typeface="Arial"/>
                </a:rPr>
                <a:t>Georgia</a:t>
              </a:r>
            </a:p>
          </p:txBody>
        </p:sp>
        <p:sp>
          <p:nvSpPr>
            <p:cNvPr id="441" name="tx440"/>
            <p:cNvSpPr/>
            <p:nvPr/>
          </p:nvSpPr>
          <p:spPr>
            <a:xfrm>
              <a:off x="5972168" y="5244044"/>
              <a:ext cx="31332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13">
                      <a:alpha val="100000"/>
                    </a:srgbClr>
                  </a:solidFill>
                  <a:latin typeface="Arial"/>
                  <a:cs typeface="Arial"/>
                </a:rPr>
                <a:t>Germany</a:t>
              </a:r>
            </a:p>
          </p:txBody>
        </p:sp>
        <p:sp>
          <p:nvSpPr>
            <p:cNvPr id="442" name="tx441"/>
            <p:cNvSpPr/>
            <p:nvPr/>
          </p:nvSpPr>
          <p:spPr>
            <a:xfrm>
              <a:off x="3958673" y="4718596"/>
              <a:ext cx="224890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22">
                      <a:alpha val="100000"/>
                    </a:srgbClr>
                  </a:solidFill>
                  <a:latin typeface="Arial"/>
                  <a:cs typeface="Arial"/>
                </a:rPr>
                <a:t>Ghana</a:t>
              </a:r>
            </a:p>
          </p:txBody>
        </p:sp>
        <p:sp>
          <p:nvSpPr>
            <p:cNvPr id="443" name="tx442"/>
            <p:cNvSpPr/>
            <p:nvPr/>
          </p:nvSpPr>
          <p:spPr>
            <a:xfrm>
              <a:off x="4571062" y="5901649"/>
              <a:ext cx="24511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2D">
                      <a:alpha val="100000"/>
                    </a:srgbClr>
                  </a:solidFill>
                  <a:latin typeface="Arial"/>
                  <a:cs typeface="Arial"/>
                </a:rPr>
                <a:t>Greece</a:t>
              </a:r>
            </a:p>
          </p:txBody>
        </p:sp>
        <p:sp>
          <p:nvSpPr>
            <p:cNvPr id="444" name="tx443"/>
            <p:cNvSpPr/>
            <p:nvPr/>
          </p:nvSpPr>
          <p:spPr>
            <a:xfrm>
              <a:off x="3994814" y="5901649"/>
              <a:ext cx="357433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36">
                      <a:alpha val="100000"/>
                    </a:srgbClr>
                  </a:solidFill>
                  <a:latin typeface="Arial"/>
                  <a:cs typeface="Arial"/>
                </a:rPr>
                <a:t>Greenland</a:t>
              </a:r>
            </a:p>
          </p:txBody>
        </p:sp>
        <p:sp>
          <p:nvSpPr>
            <p:cNvPr id="445" name="tx444"/>
            <p:cNvSpPr/>
            <p:nvPr/>
          </p:nvSpPr>
          <p:spPr>
            <a:xfrm>
              <a:off x="2338834" y="5901649"/>
              <a:ext cx="293208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A3D">
                      <a:alpha val="100000"/>
                    </a:srgbClr>
                  </a:solidFill>
                  <a:latin typeface="Arial"/>
                  <a:cs typeface="Arial"/>
                </a:rPr>
                <a:t>Grenada</a:t>
              </a:r>
            </a:p>
          </p:txBody>
        </p:sp>
        <p:sp>
          <p:nvSpPr>
            <p:cNvPr id="446" name="tx445"/>
            <p:cNvSpPr/>
            <p:nvPr/>
          </p:nvSpPr>
          <p:spPr>
            <a:xfrm>
              <a:off x="5400354" y="5435875"/>
              <a:ext cx="20481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44">
                      <a:alpha val="100000"/>
                    </a:srgbClr>
                  </a:solidFill>
                  <a:latin typeface="Arial"/>
                  <a:cs typeface="Arial"/>
                </a:rPr>
                <a:t>Guam</a:t>
              </a:r>
            </a:p>
          </p:txBody>
        </p:sp>
        <p:sp>
          <p:nvSpPr>
            <p:cNvPr id="447" name="tx446"/>
            <p:cNvSpPr/>
            <p:nvPr/>
          </p:nvSpPr>
          <p:spPr>
            <a:xfrm>
              <a:off x="2438448" y="5764375"/>
              <a:ext cx="369536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4B">
                      <a:alpha val="100000"/>
                    </a:srgbClr>
                  </a:solidFill>
                  <a:latin typeface="Arial"/>
                  <a:cs typeface="Arial"/>
                </a:rPr>
                <a:t>Guatemala</a:t>
              </a:r>
            </a:p>
          </p:txBody>
        </p:sp>
        <p:sp>
          <p:nvSpPr>
            <p:cNvPr id="448" name="tx447"/>
            <p:cNvSpPr/>
            <p:nvPr/>
          </p:nvSpPr>
          <p:spPr>
            <a:xfrm>
              <a:off x="2446268" y="4425358"/>
              <a:ext cx="506031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56">
                      <a:alpha val="100000"/>
                    </a:srgbClr>
                  </a:solidFill>
                  <a:latin typeface="Arial"/>
                  <a:cs typeface="Arial"/>
                </a:rPr>
                <a:t>Guinea-Bissau</a:t>
              </a:r>
            </a:p>
          </p:txBody>
        </p:sp>
        <p:sp>
          <p:nvSpPr>
            <p:cNvPr id="449" name="tx448"/>
            <p:cNvSpPr/>
            <p:nvPr/>
          </p:nvSpPr>
          <p:spPr>
            <a:xfrm>
              <a:off x="2660441" y="1701227"/>
              <a:ext cx="244969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51">
                      <a:alpha val="100000"/>
                    </a:srgbClr>
                  </a:solidFill>
                  <a:latin typeface="Arial"/>
                  <a:cs typeface="Arial"/>
                </a:rPr>
                <a:t>Guinea</a:t>
              </a:r>
            </a:p>
          </p:txBody>
        </p:sp>
        <p:sp>
          <p:nvSpPr>
            <p:cNvPr id="450" name="tx449"/>
            <p:cNvSpPr/>
            <p:nvPr/>
          </p:nvSpPr>
          <p:spPr>
            <a:xfrm>
              <a:off x="4196820" y="5559172"/>
              <a:ext cx="26508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5C">
                      <a:alpha val="100000"/>
                    </a:srgbClr>
                  </a:solidFill>
                  <a:latin typeface="Arial"/>
                  <a:cs typeface="Arial"/>
                </a:rPr>
                <a:t>Guyana</a:t>
              </a:r>
            </a:p>
          </p:txBody>
        </p:sp>
        <p:sp>
          <p:nvSpPr>
            <p:cNvPr id="451" name="tx450"/>
            <p:cNvSpPr/>
            <p:nvPr/>
          </p:nvSpPr>
          <p:spPr>
            <a:xfrm>
              <a:off x="1853111" y="5756035"/>
              <a:ext cx="15660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61">
                      <a:alpha val="100000"/>
                    </a:srgbClr>
                  </a:solidFill>
                  <a:latin typeface="Arial"/>
                  <a:cs typeface="Arial"/>
                </a:rPr>
                <a:t>Haiti</a:t>
              </a:r>
            </a:p>
          </p:txBody>
        </p:sp>
        <p:sp>
          <p:nvSpPr>
            <p:cNvPr id="452" name="tx451"/>
            <p:cNvSpPr/>
            <p:nvPr/>
          </p:nvSpPr>
          <p:spPr>
            <a:xfrm>
              <a:off x="2052009" y="5760992"/>
              <a:ext cx="33728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66">
                      <a:alpha val="100000"/>
                    </a:srgbClr>
                  </a:solidFill>
                  <a:latin typeface="Arial"/>
                  <a:cs typeface="Arial"/>
                </a:rPr>
                <a:t>Honduras</a:t>
              </a:r>
            </a:p>
          </p:txBody>
        </p:sp>
        <p:sp>
          <p:nvSpPr>
            <p:cNvPr id="453" name="tx452"/>
            <p:cNvSpPr/>
            <p:nvPr/>
          </p:nvSpPr>
          <p:spPr>
            <a:xfrm>
              <a:off x="4359270" y="5888205"/>
              <a:ext cx="29313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6B">
                      <a:alpha val="100000"/>
                    </a:srgbClr>
                  </a:solidFill>
                  <a:latin typeface="Arial"/>
                  <a:cs typeface="Arial"/>
                </a:rPr>
                <a:t>Hungary</a:t>
              </a:r>
            </a:p>
          </p:txBody>
        </p:sp>
        <p:sp>
          <p:nvSpPr>
            <p:cNvPr id="454" name="tx453"/>
            <p:cNvSpPr/>
            <p:nvPr/>
          </p:nvSpPr>
          <p:spPr>
            <a:xfrm>
              <a:off x="5669686" y="5114609"/>
              <a:ext cx="24902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70">
                      <a:alpha val="100000"/>
                    </a:srgbClr>
                  </a:solidFill>
                  <a:latin typeface="Arial"/>
                  <a:cs typeface="Arial"/>
                </a:rPr>
                <a:t>Iceland</a:t>
              </a:r>
            </a:p>
          </p:txBody>
        </p:sp>
        <p:sp>
          <p:nvSpPr>
            <p:cNvPr id="455" name="tx454"/>
            <p:cNvSpPr/>
            <p:nvPr/>
          </p:nvSpPr>
          <p:spPr>
            <a:xfrm>
              <a:off x="3427204" y="4877583"/>
              <a:ext cx="16864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4">
                      <a:alpha val="100000"/>
                    </a:srgbClr>
                  </a:solidFill>
                  <a:latin typeface="Arial"/>
                  <a:cs typeface="Arial"/>
                </a:rPr>
                <a:t>India</a:t>
              </a:r>
            </a:p>
          </p:txBody>
        </p:sp>
        <p:sp>
          <p:nvSpPr>
            <p:cNvPr id="456" name="tx455"/>
            <p:cNvSpPr/>
            <p:nvPr/>
          </p:nvSpPr>
          <p:spPr>
            <a:xfrm>
              <a:off x="4092912" y="4143090"/>
              <a:ext cx="33731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9">
                      <a:alpha val="100000"/>
                    </a:srgbClr>
                  </a:solidFill>
                  <a:latin typeface="Arial"/>
                  <a:cs typeface="Arial"/>
                </a:rPr>
                <a:t>Indonesia</a:t>
              </a:r>
            </a:p>
          </p:txBody>
        </p:sp>
        <p:sp>
          <p:nvSpPr>
            <p:cNvPr id="457" name="tx456"/>
            <p:cNvSpPr/>
            <p:nvPr/>
          </p:nvSpPr>
          <p:spPr>
            <a:xfrm>
              <a:off x="4446396" y="4563643"/>
              <a:ext cx="13254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7D">
                      <a:alpha val="100000"/>
                    </a:srgbClr>
                  </a:solidFill>
                  <a:latin typeface="Arial"/>
                  <a:cs typeface="Arial"/>
                </a:rPr>
                <a:t>Iran</a:t>
              </a:r>
            </a:p>
          </p:txBody>
        </p:sp>
        <p:sp>
          <p:nvSpPr>
            <p:cNvPr id="458" name="tx457"/>
            <p:cNvSpPr/>
            <p:nvPr/>
          </p:nvSpPr>
          <p:spPr>
            <a:xfrm>
              <a:off x="4544874" y="4985882"/>
              <a:ext cx="132542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82">
                      <a:alpha val="100000"/>
                    </a:srgbClr>
                  </a:solidFill>
                  <a:latin typeface="Arial"/>
                  <a:cs typeface="Arial"/>
                </a:rPr>
                <a:t>Iraq</a:t>
              </a:r>
            </a:p>
          </p:txBody>
        </p:sp>
        <p:sp>
          <p:nvSpPr>
            <p:cNvPr id="459" name="tx458"/>
            <p:cNvSpPr/>
            <p:nvPr/>
          </p:nvSpPr>
          <p:spPr>
            <a:xfrm>
              <a:off x="6048531" y="5902567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6">
                      <a:alpha val="100000"/>
                    </a:srgbClr>
                  </a:solidFill>
                  <a:latin typeface="Arial"/>
                  <a:cs typeface="Arial"/>
                </a:rPr>
                <a:t>Ireland</a:t>
              </a:r>
            </a:p>
          </p:txBody>
        </p:sp>
        <p:sp>
          <p:nvSpPr>
            <p:cNvPr id="460" name="tx459"/>
            <p:cNvSpPr/>
            <p:nvPr/>
          </p:nvSpPr>
          <p:spPr>
            <a:xfrm>
              <a:off x="5314324" y="4990395"/>
              <a:ext cx="18886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A">
                      <a:alpha val="100000"/>
                    </a:srgbClr>
                  </a:solidFill>
                  <a:latin typeface="Arial"/>
                  <a:cs typeface="Arial"/>
                </a:rPr>
                <a:t>Israel</a:t>
              </a:r>
            </a:p>
          </p:txBody>
        </p:sp>
        <p:sp>
          <p:nvSpPr>
            <p:cNvPr id="461" name="tx460"/>
            <p:cNvSpPr/>
            <p:nvPr/>
          </p:nvSpPr>
          <p:spPr>
            <a:xfrm>
              <a:off x="5284449" y="4654260"/>
              <a:ext cx="14461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8E">
                      <a:alpha val="100000"/>
                    </a:srgbClr>
                  </a:solidFill>
                  <a:latin typeface="Arial"/>
                  <a:cs typeface="Arial"/>
                </a:rPr>
                <a:t>Italy</a:t>
              </a:r>
            </a:p>
          </p:txBody>
        </p:sp>
        <p:sp>
          <p:nvSpPr>
            <p:cNvPr id="462" name="tx461"/>
            <p:cNvSpPr/>
            <p:nvPr/>
          </p:nvSpPr>
          <p:spPr>
            <a:xfrm>
              <a:off x="1714976" y="5902532"/>
              <a:ext cx="28530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92">
                      <a:alpha val="100000"/>
                    </a:srgbClr>
                  </a:solidFill>
                  <a:latin typeface="Arial"/>
                  <a:cs typeface="Arial"/>
                </a:rPr>
                <a:t>Jamaica</a:t>
              </a:r>
            </a:p>
          </p:txBody>
        </p:sp>
        <p:sp>
          <p:nvSpPr>
            <p:cNvPr id="463" name="tx462"/>
            <p:cNvSpPr/>
            <p:nvPr/>
          </p:nvSpPr>
          <p:spPr>
            <a:xfrm>
              <a:off x="5768059" y="4663850"/>
              <a:ext cx="208870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96">
                      <a:alpha val="100000"/>
                    </a:srgbClr>
                  </a:solidFill>
                  <a:latin typeface="Arial"/>
                  <a:cs typeface="Arial"/>
                </a:rPr>
                <a:t>Japan</a:t>
              </a:r>
            </a:p>
          </p:txBody>
        </p:sp>
        <p:sp>
          <p:nvSpPr>
            <p:cNvPr id="464" name="tx463"/>
            <p:cNvSpPr/>
            <p:nvPr/>
          </p:nvSpPr>
          <p:spPr>
            <a:xfrm>
              <a:off x="4821358" y="4414293"/>
              <a:ext cx="240947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9A">
                      <a:alpha val="100000"/>
                    </a:srgbClr>
                  </a:solidFill>
                  <a:latin typeface="Arial"/>
                  <a:cs typeface="Arial"/>
                </a:rPr>
                <a:t>Jordan</a:t>
              </a:r>
            </a:p>
          </p:txBody>
        </p:sp>
        <p:sp>
          <p:nvSpPr>
            <p:cNvPr id="465" name="tx464"/>
            <p:cNvSpPr/>
            <p:nvPr/>
          </p:nvSpPr>
          <p:spPr>
            <a:xfrm>
              <a:off x="4789950" y="5576530"/>
              <a:ext cx="40164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9E">
                      <a:alpha val="100000"/>
                    </a:srgbClr>
                  </a:solidFill>
                  <a:latin typeface="Arial"/>
                  <a:cs typeface="Arial"/>
                </a:rPr>
                <a:t>Kazakhstan</a:t>
              </a:r>
            </a:p>
          </p:txBody>
        </p:sp>
        <p:sp>
          <p:nvSpPr>
            <p:cNvPr id="466" name="tx465"/>
            <p:cNvSpPr/>
            <p:nvPr/>
          </p:nvSpPr>
          <p:spPr>
            <a:xfrm>
              <a:off x="3656319" y="3299915"/>
              <a:ext cx="21691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2">
                      <a:alpha val="100000"/>
                    </a:srgbClr>
                  </a:solidFill>
                  <a:latin typeface="Arial"/>
                  <a:cs typeface="Arial"/>
                </a:rPr>
                <a:t>Kenya</a:t>
              </a:r>
            </a:p>
          </p:txBody>
        </p:sp>
        <p:sp>
          <p:nvSpPr>
            <p:cNvPr id="467" name="tx466"/>
            <p:cNvSpPr/>
            <p:nvPr/>
          </p:nvSpPr>
          <p:spPr>
            <a:xfrm>
              <a:off x="3092430" y="5165436"/>
              <a:ext cx="24895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5">
                      <a:alpha val="100000"/>
                    </a:srgbClr>
                  </a:solidFill>
                  <a:latin typeface="Arial"/>
                  <a:cs typeface="Arial"/>
                </a:rPr>
                <a:t>Kiribati</a:t>
              </a:r>
            </a:p>
          </p:txBody>
        </p:sp>
        <p:sp>
          <p:nvSpPr>
            <p:cNvPr id="468" name="tx467"/>
            <p:cNvSpPr/>
            <p:nvPr/>
          </p:nvSpPr>
          <p:spPr>
            <a:xfrm>
              <a:off x="5643275" y="4826473"/>
              <a:ext cx="23688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9">
                      <a:alpha val="100000"/>
                    </a:srgbClr>
                  </a:solidFill>
                  <a:latin typeface="Arial"/>
                  <a:cs typeface="Arial"/>
                </a:rPr>
                <a:t>Kuwait</a:t>
              </a:r>
            </a:p>
          </p:txBody>
        </p:sp>
        <p:sp>
          <p:nvSpPr>
            <p:cNvPr id="469" name="tx468"/>
            <p:cNvSpPr/>
            <p:nvPr/>
          </p:nvSpPr>
          <p:spPr>
            <a:xfrm>
              <a:off x="3642685" y="5146274"/>
              <a:ext cx="38958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1AD">
                      <a:alpha val="100000"/>
                    </a:srgbClr>
                  </a:solidFill>
                  <a:latin typeface="Arial"/>
                  <a:cs typeface="Arial"/>
                </a:rPr>
                <a:t>Kyrgyzstan</a:t>
              </a:r>
            </a:p>
          </p:txBody>
        </p:sp>
        <p:sp>
          <p:nvSpPr>
            <p:cNvPr id="470" name="tx469"/>
            <p:cNvSpPr/>
            <p:nvPr/>
          </p:nvSpPr>
          <p:spPr>
            <a:xfrm>
              <a:off x="2461429" y="4882153"/>
              <a:ext cx="168677" cy="52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0">
                      <a:alpha val="100000"/>
                    </a:srgbClr>
                  </a:solidFill>
                  <a:latin typeface="Arial"/>
                  <a:cs typeface="Arial"/>
                </a:rPr>
                <a:t>Laos</a:t>
              </a:r>
            </a:p>
          </p:txBody>
        </p:sp>
        <p:sp>
          <p:nvSpPr>
            <p:cNvPr id="471" name="tx470"/>
            <p:cNvSpPr/>
            <p:nvPr/>
          </p:nvSpPr>
          <p:spPr>
            <a:xfrm>
              <a:off x="5240092" y="5827505"/>
              <a:ext cx="20887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4">
                      <a:alpha val="100000"/>
                    </a:srgbClr>
                  </a:solidFill>
                  <a:latin typeface="Arial"/>
                  <a:cs typeface="Arial"/>
                </a:rPr>
                <a:t>Latvia</a:t>
              </a:r>
            </a:p>
          </p:txBody>
        </p:sp>
        <p:sp>
          <p:nvSpPr>
            <p:cNvPr id="472" name="tx471"/>
            <p:cNvSpPr/>
            <p:nvPr/>
          </p:nvSpPr>
          <p:spPr>
            <a:xfrm>
              <a:off x="4649964" y="4999234"/>
              <a:ext cx="30111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7">
                      <a:alpha val="100000"/>
                    </a:srgbClr>
                  </a:solidFill>
                  <a:latin typeface="Arial"/>
                  <a:cs typeface="Arial"/>
                </a:rPr>
                <a:t>Lebanon</a:t>
              </a:r>
            </a:p>
          </p:txBody>
        </p:sp>
        <p:sp>
          <p:nvSpPr>
            <p:cNvPr id="473" name="tx472"/>
            <p:cNvSpPr/>
            <p:nvPr/>
          </p:nvSpPr>
          <p:spPr>
            <a:xfrm>
              <a:off x="3660462" y="4720304"/>
              <a:ext cx="28103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A">
                      <a:alpha val="100000"/>
                    </a:srgbClr>
                  </a:solidFill>
                  <a:latin typeface="Arial"/>
                  <a:cs typeface="Arial"/>
                </a:rPr>
                <a:t>Lesotho</a:t>
              </a:r>
            </a:p>
          </p:txBody>
        </p:sp>
        <p:sp>
          <p:nvSpPr>
            <p:cNvPr id="474" name="tx473"/>
            <p:cNvSpPr/>
            <p:nvPr/>
          </p:nvSpPr>
          <p:spPr>
            <a:xfrm>
              <a:off x="3078319" y="3607026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C0BE">
                      <a:alpha val="100000"/>
                    </a:srgbClr>
                  </a:solidFill>
                  <a:latin typeface="Arial"/>
                  <a:cs typeface="Arial"/>
                </a:rPr>
                <a:t>Liberia</a:t>
              </a:r>
            </a:p>
          </p:txBody>
        </p:sp>
        <p:sp>
          <p:nvSpPr>
            <p:cNvPr id="475" name="tx474"/>
            <p:cNvSpPr/>
            <p:nvPr/>
          </p:nvSpPr>
          <p:spPr>
            <a:xfrm>
              <a:off x="4666387" y="4543936"/>
              <a:ext cx="18875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1">
                      <a:alpha val="100000"/>
                    </a:srgbClr>
                  </a:solidFill>
                  <a:latin typeface="Arial"/>
                  <a:cs typeface="Arial"/>
                </a:rPr>
                <a:t>Libya</a:t>
              </a:r>
            </a:p>
          </p:txBody>
        </p:sp>
        <p:sp>
          <p:nvSpPr>
            <p:cNvPr id="476" name="tx475"/>
            <p:cNvSpPr/>
            <p:nvPr/>
          </p:nvSpPr>
          <p:spPr>
            <a:xfrm>
              <a:off x="5563842" y="4530812"/>
              <a:ext cx="3211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4">
                      <a:alpha val="100000"/>
                    </a:srgbClr>
                  </a:solidFill>
                  <a:latin typeface="Arial"/>
                  <a:cs typeface="Arial"/>
                </a:rPr>
                <a:t>Lithuania</a:t>
              </a:r>
            </a:p>
          </p:txBody>
        </p:sp>
        <p:sp>
          <p:nvSpPr>
            <p:cNvPr id="477" name="tx476"/>
            <p:cNvSpPr/>
            <p:nvPr/>
          </p:nvSpPr>
          <p:spPr>
            <a:xfrm>
              <a:off x="5847848" y="5098179"/>
              <a:ext cx="43764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FC8">
                      <a:alpha val="100000"/>
                    </a:srgbClr>
                  </a:solidFill>
                  <a:latin typeface="Arial"/>
                  <a:cs typeface="Arial"/>
                </a:rPr>
                <a:t>Luxembourg</a:t>
              </a:r>
            </a:p>
          </p:txBody>
        </p:sp>
        <p:sp>
          <p:nvSpPr>
            <p:cNvPr id="478" name="tx477"/>
            <p:cNvSpPr/>
            <p:nvPr/>
          </p:nvSpPr>
          <p:spPr>
            <a:xfrm>
              <a:off x="2579871" y="5680196"/>
              <a:ext cx="41777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CB">
                      <a:alpha val="100000"/>
                    </a:srgbClr>
                  </a:solidFill>
                  <a:latin typeface="Arial"/>
                  <a:cs typeface="Arial"/>
                </a:rPr>
                <a:t>Madagascar</a:t>
              </a:r>
            </a:p>
          </p:txBody>
        </p:sp>
        <p:sp>
          <p:nvSpPr>
            <p:cNvPr id="479" name="tx478"/>
            <p:cNvSpPr/>
            <p:nvPr/>
          </p:nvSpPr>
          <p:spPr>
            <a:xfrm>
              <a:off x="3154179" y="3813654"/>
              <a:ext cx="23695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ECE">
                      <a:alpha val="100000"/>
                    </a:srgbClr>
                  </a:solidFill>
                  <a:latin typeface="Arial"/>
                  <a:cs typeface="Arial"/>
                </a:rPr>
                <a:t>Malawi</a:t>
              </a:r>
            </a:p>
          </p:txBody>
        </p:sp>
        <p:sp>
          <p:nvSpPr>
            <p:cNvPr id="480" name="tx479"/>
            <p:cNvSpPr/>
            <p:nvPr/>
          </p:nvSpPr>
          <p:spPr>
            <a:xfrm>
              <a:off x="4908364" y="5273324"/>
              <a:ext cx="30132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D1">
                      <a:alpha val="100000"/>
                    </a:srgbClr>
                  </a:solidFill>
                  <a:latin typeface="Arial"/>
                  <a:cs typeface="Arial"/>
                </a:rPr>
                <a:t>Malaysia</a:t>
              </a:r>
            </a:p>
          </p:txBody>
        </p:sp>
        <p:sp>
          <p:nvSpPr>
            <p:cNvPr id="481" name="tx480"/>
            <p:cNvSpPr/>
            <p:nvPr/>
          </p:nvSpPr>
          <p:spPr>
            <a:xfrm>
              <a:off x="2949743" y="4574342"/>
              <a:ext cx="30527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DD4">
                      <a:alpha val="100000"/>
                    </a:srgbClr>
                  </a:solidFill>
                  <a:latin typeface="Arial"/>
                  <a:cs typeface="Arial"/>
                </a:rPr>
                <a:t>Maldives</a:t>
              </a:r>
            </a:p>
          </p:txBody>
        </p:sp>
        <p:sp>
          <p:nvSpPr>
            <p:cNvPr id="482" name="tx481"/>
            <p:cNvSpPr/>
            <p:nvPr/>
          </p:nvSpPr>
          <p:spPr>
            <a:xfrm>
              <a:off x="2382403" y="1270805"/>
              <a:ext cx="14055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D7">
                      <a:alpha val="100000"/>
                    </a:srgbClr>
                  </a:solidFill>
                  <a:latin typeface="Arial"/>
                  <a:cs typeface="Arial"/>
                </a:rPr>
                <a:t>Mali</a:t>
              </a:r>
            </a:p>
          </p:txBody>
        </p:sp>
        <p:sp>
          <p:nvSpPr>
            <p:cNvPr id="483" name="tx482"/>
            <p:cNvSpPr/>
            <p:nvPr/>
          </p:nvSpPr>
          <p:spPr>
            <a:xfrm>
              <a:off x="4720897" y="5902567"/>
              <a:ext cx="18473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CDA">
                      <a:alpha val="100000"/>
                    </a:srgbClr>
                  </a:solidFill>
                  <a:latin typeface="Arial"/>
                  <a:cs typeface="Arial"/>
                </a:rPr>
                <a:t>Malta</a:t>
              </a:r>
            </a:p>
          </p:txBody>
        </p:sp>
        <p:sp>
          <p:nvSpPr>
            <p:cNvPr id="484" name="tx483"/>
            <p:cNvSpPr/>
            <p:nvPr/>
          </p:nvSpPr>
          <p:spPr>
            <a:xfrm>
              <a:off x="3040636" y="5018800"/>
              <a:ext cx="56231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BDC">
                      <a:alpha val="100000"/>
                    </a:srgbClr>
                  </a:solidFill>
                  <a:latin typeface="Arial"/>
                  <a:cs typeface="Arial"/>
                </a:rPr>
                <a:t>Marshall Islands</a:t>
              </a:r>
            </a:p>
          </p:txBody>
        </p:sp>
        <p:sp>
          <p:nvSpPr>
            <p:cNvPr id="485" name="tx484"/>
            <p:cNvSpPr/>
            <p:nvPr/>
          </p:nvSpPr>
          <p:spPr>
            <a:xfrm>
              <a:off x="3065931" y="4430078"/>
              <a:ext cx="36142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ADF">
                      <a:alpha val="100000"/>
                    </a:srgbClr>
                  </a:solidFill>
                  <a:latin typeface="Arial"/>
                  <a:cs typeface="Arial"/>
                </a:rPr>
                <a:t>Mauritania</a:t>
              </a:r>
            </a:p>
          </p:txBody>
        </p:sp>
        <p:sp>
          <p:nvSpPr>
            <p:cNvPr id="486" name="tx485"/>
            <p:cNvSpPr/>
            <p:nvPr/>
          </p:nvSpPr>
          <p:spPr>
            <a:xfrm>
              <a:off x="4589341" y="4852612"/>
              <a:ext cx="32122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9E2">
                      <a:alpha val="100000"/>
                    </a:srgbClr>
                  </a:solidFill>
                  <a:latin typeface="Arial"/>
                  <a:cs typeface="Arial"/>
                </a:rPr>
                <a:t>Mauritius</a:t>
              </a:r>
            </a:p>
          </p:txBody>
        </p:sp>
        <p:sp>
          <p:nvSpPr>
            <p:cNvPr id="487" name="tx486"/>
            <p:cNvSpPr/>
            <p:nvPr/>
          </p:nvSpPr>
          <p:spPr>
            <a:xfrm>
              <a:off x="4374869" y="5433364"/>
              <a:ext cx="24500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E4">
                      <a:alpha val="100000"/>
                    </a:srgbClr>
                  </a:solidFill>
                  <a:latin typeface="Arial"/>
                  <a:cs typeface="Arial"/>
                </a:rPr>
                <a:t>Mexico</a:t>
              </a:r>
            </a:p>
          </p:txBody>
        </p:sp>
        <p:sp>
          <p:nvSpPr>
            <p:cNvPr id="488" name="tx487"/>
            <p:cNvSpPr/>
            <p:nvPr/>
          </p:nvSpPr>
          <p:spPr>
            <a:xfrm>
              <a:off x="4125394" y="5808924"/>
              <a:ext cx="29310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8E7">
                      <a:alpha val="100000"/>
                    </a:srgbClr>
                  </a:solidFill>
                  <a:latin typeface="Arial"/>
                  <a:cs typeface="Arial"/>
                </a:rPr>
                <a:t>Moldova</a:t>
              </a:r>
            </a:p>
          </p:txBody>
        </p:sp>
        <p:sp>
          <p:nvSpPr>
            <p:cNvPr id="489" name="tx488"/>
            <p:cNvSpPr/>
            <p:nvPr/>
          </p:nvSpPr>
          <p:spPr>
            <a:xfrm>
              <a:off x="5917504" y="5614035"/>
              <a:ext cx="27302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7E9">
                      <a:alpha val="100000"/>
                    </a:srgbClr>
                  </a:solidFill>
                  <a:latin typeface="Arial"/>
                  <a:cs typeface="Arial"/>
                </a:rPr>
                <a:t>Monaco</a:t>
              </a:r>
            </a:p>
          </p:txBody>
        </p:sp>
        <p:sp>
          <p:nvSpPr>
            <p:cNvPr id="490" name="tx489"/>
            <p:cNvSpPr/>
            <p:nvPr/>
          </p:nvSpPr>
          <p:spPr>
            <a:xfrm>
              <a:off x="3220296" y="5738828"/>
              <a:ext cx="31713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6EC">
                      <a:alpha val="100000"/>
                    </a:srgbClr>
                  </a:solidFill>
                  <a:latin typeface="Arial"/>
                  <a:cs typeface="Arial"/>
                </a:rPr>
                <a:t>Mongolia</a:t>
              </a:r>
            </a:p>
          </p:txBody>
        </p:sp>
        <p:sp>
          <p:nvSpPr>
            <p:cNvPr id="491" name="tx490"/>
            <p:cNvSpPr/>
            <p:nvPr/>
          </p:nvSpPr>
          <p:spPr>
            <a:xfrm>
              <a:off x="4690719" y="5807810"/>
              <a:ext cx="4135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5EE">
                      <a:alpha val="100000"/>
                    </a:srgbClr>
                  </a:solidFill>
                  <a:latin typeface="Arial"/>
                  <a:cs typeface="Arial"/>
                </a:rPr>
                <a:t>Montenegro</a:t>
              </a:r>
            </a:p>
          </p:txBody>
        </p:sp>
        <p:sp>
          <p:nvSpPr>
            <p:cNvPr id="492" name="tx491"/>
            <p:cNvSpPr/>
            <p:nvPr/>
          </p:nvSpPr>
          <p:spPr>
            <a:xfrm>
              <a:off x="3022023" y="4734862"/>
              <a:ext cx="30114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4F0">
                      <a:alpha val="100000"/>
                    </a:srgbClr>
                  </a:solidFill>
                  <a:latin typeface="Arial"/>
                  <a:cs typeface="Arial"/>
                </a:rPr>
                <a:t>Morocco</a:t>
              </a:r>
            </a:p>
          </p:txBody>
        </p:sp>
        <p:sp>
          <p:nvSpPr>
            <p:cNvPr id="493" name="tx492"/>
            <p:cNvSpPr/>
            <p:nvPr/>
          </p:nvSpPr>
          <p:spPr>
            <a:xfrm>
              <a:off x="2003478" y="4533365"/>
              <a:ext cx="437642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2F2">
                      <a:alpha val="100000"/>
                    </a:srgbClr>
                  </a:solidFill>
                  <a:latin typeface="Arial"/>
                  <a:cs typeface="Arial"/>
                </a:rPr>
                <a:t>Mozambique</a:t>
              </a:r>
            </a:p>
          </p:txBody>
        </p:sp>
        <p:sp>
          <p:nvSpPr>
            <p:cNvPr id="494" name="tx493"/>
            <p:cNvSpPr/>
            <p:nvPr/>
          </p:nvSpPr>
          <p:spPr>
            <a:xfrm>
              <a:off x="3508519" y="5294034"/>
              <a:ext cx="317310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1F4">
                      <a:alpha val="100000"/>
                    </a:srgbClr>
                  </a:solidFill>
                  <a:latin typeface="Arial"/>
                  <a:cs typeface="Arial"/>
                </a:rPr>
                <a:t>Myanmar</a:t>
              </a:r>
            </a:p>
          </p:txBody>
        </p:sp>
        <p:sp>
          <p:nvSpPr>
            <p:cNvPr id="495" name="tx494"/>
            <p:cNvSpPr/>
            <p:nvPr/>
          </p:nvSpPr>
          <p:spPr>
            <a:xfrm>
              <a:off x="4076517" y="4570042"/>
              <a:ext cx="2811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B0F6">
                      <a:alpha val="100000"/>
                    </a:srgbClr>
                  </a:solidFill>
                  <a:latin typeface="Arial"/>
                  <a:cs typeface="Arial"/>
                </a:rPr>
                <a:t>Namibia</a:t>
              </a:r>
            </a:p>
          </p:txBody>
        </p:sp>
        <p:sp>
          <p:nvSpPr>
            <p:cNvPr id="496" name="tx495"/>
            <p:cNvSpPr/>
            <p:nvPr/>
          </p:nvSpPr>
          <p:spPr>
            <a:xfrm>
              <a:off x="3458485" y="4287536"/>
              <a:ext cx="20879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FF8">
                      <a:alpha val="100000"/>
                    </a:srgbClr>
                  </a:solidFill>
                  <a:latin typeface="Arial"/>
                  <a:cs typeface="Arial"/>
                </a:rPr>
                <a:t>Nauru</a:t>
              </a:r>
            </a:p>
          </p:txBody>
        </p:sp>
        <p:sp>
          <p:nvSpPr>
            <p:cNvPr id="497" name="tx496"/>
            <p:cNvSpPr/>
            <p:nvPr/>
          </p:nvSpPr>
          <p:spPr>
            <a:xfrm>
              <a:off x="2915949" y="5296599"/>
              <a:ext cx="196801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DFA">
                      <a:alpha val="100000"/>
                    </a:srgbClr>
                  </a:solidFill>
                  <a:latin typeface="Arial"/>
                  <a:cs typeface="Arial"/>
                </a:rPr>
                <a:t>Nepal</a:t>
              </a:r>
            </a:p>
          </p:txBody>
        </p:sp>
        <p:sp>
          <p:nvSpPr>
            <p:cNvPr id="498" name="tx497"/>
            <p:cNvSpPr/>
            <p:nvPr/>
          </p:nvSpPr>
          <p:spPr>
            <a:xfrm>
              <a:off x="5706117" y="5401734"/>
              <a:ext cx="41766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CFC">
                      <a:alpha val="100000"/>
                    </a:srgbClr>
                  </a:solidFill>
                  <a:latin typeface="Arial"/>
                  <a:cs typeface="Arial"/>
                </a:rPr>
                <a:t>Netherlands</a:t>
              </a:r>
            </a:p>
          </p:txBody>
        </p:sp>
        <p:sp>
          <p:nvSpPr>
            <p:cNvPr id="499" name="tx498"/>
            <p:cNvSpPr/>
            <p:nvPr/>
          </p:nvSpPr>
          <p:spPr>
            <a:xfrm>
              <a:off x="5368971" y="4676555"/>
              <a:ext cx="4417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AFD">
                      <a:alpha val="100000"/>
                    </a:srgbClr>
                  </a:solidFill>
                  <a:latin typeface="Arial"/>
                  <a:cs typeface="Arial"/>
                </a:rPr>
                <a:t>New Zealand</a:t>
              </a:r>
            </a:p>
          </p:txBody>
        </p:sp>
        <p:sp>
          <p:nvSpPr>
            <p:cNvPr id="500" name="tx499"/>
            <p:cNvSpPr/>
            <p:nvPr/>
          </p:nvSpPr>
          <p:spPr>
            <a:xfrm>
              <a:off x="5389890" y="5144397"/>
              <a:ext cx="44177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AFD">
                      <a:alpha val="100000"/>
                    </a:srgbClr>
                  </a:solidFill>
                  <a:latin typeface="Arial"/>
                  <a:cs typeface="Arial"/>
                </a:rPr>
                <a:t>New Zealand</a:t>
              </a:r>
            </a:p>
          </p:txBody>
        </p:sp>
        <p:sp>
          <p:nvSpPr>
            <p:cNvPr id="501" name="tx500"/>
            <p:cNvSpPr/>
            <p:nvPr/>
          </p:nvSpPr>
          <p:spPr>
            <a:xfrm>
              <a:off x="2921821" y="5730927"/>
              <a:ext cx="349457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9FF">
                      <a:alpha val="100000"/>
                    </a:srgbClr>
                  </a:solidFill>
                  <a:latin typeface="Arial"/>
                  <a:cs typeface="Arial"/>
                </a:rPr>
                <a:t>Nicaragua</a:t>
              </a:r>
            </a:p>
          </p:txBody>
        </p:sp>
        <p:sp>
          <p:nvSpPr>
            <p:cNvPr id="502" name="tx501"/>
            <p:cNvSpPr/>
            <p:nvPr/>
          </p:nvSpPr>
          <p:spPr>
            <a:xfrm>
              <a:off x="1816946" y="2623500"/>
              <a:ext cx="18473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7FF">
                      <a:alpha val="100000"/>
                    </a:srgbClr>
                  </a:solidFill>
                  <a:latin typeface="Arial"/>
                  <a:cs typeface="Arial"/>
                </a:rPr>
                <a:t>Niger</a:t>
              </a:r>
            </a:p>
          </p:txBody>
        </p:sp>
        <p:sp>
          <p:nvSpPr>
            <p:cNvPr id="503" name="tx502"/>
            <p:cNvSpPr/>
            <p:nvPr/>
          </p:nvSpPr>
          <p:spPr>
            <a:xfrm>
              <a:off x="3852465" y="2413422"/>
              <a:ext cx="245005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6FF">
                      <a:alpha val="100000"/>
                    </a:srgbClr>
                  </a:solidFill>
                  <a:latin typeface="Arial"/>
                  <a:cs typeface="Arial"/>
                </a:rPr>
                <a:t>Nigeria</a:t>
              </a:r>
            </a:p>
          </p:txBody>
        </p:sp>
        <p:sp>
          <p:nvSpPr>
            <p:cNvPr id="504" name="tx503"/>
            <p:cNvSpPr/>
            <p:nvPr/>
          </p:nvSpPr>
          <p:spPr>
            <a:xfrm>
              <a:off x="4728674" y="4267452"/>
              <a:ext cx="156608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00A4FF">
                      <a:alpha val="100000"/>
                    </a:srgbClr>
                  </a:solidFill>
                  <a:latin typeface="Arial"/>
                  <a:cs typeface="Arial"/>
                </a:rPr>
                <a:t>Niue</a:t>
              </a:r>
            </a:p>
          </p:txBody>
        </p:sp>
        <p:sp>
          <p:nvSpPr>
            <p:cNvPr id="505" name="tx504"/>
            <p:cNvSpPr/>
            <p:nvPr/>
          </p:nvSpPr>
          <p:spPr>
            <a:xfrm>
              <a:off x="3316158" y="5163269"/>
              <a:ext cx="41759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2AA2FF">
                      <a:alpha val="100000"/>
                    </a:srgbClr>
                  </a:solidFill>
                  <a:latin typeface="Arial"/>
                  <a:cs typeface="Arial"/>
                </a:rPr>
                <a:t>North Korea</a:t>
              </a:r>
            </a:p>
          </p:txBody>
        </p:sp>
        <p:sp>
          <p:nvSpPr>
            <p:cNvPr id="506" name="tx505"/>
            <p:cNvSpPr/>
            <p:nvPr/>
          </p:nvSpPr>
          <p:spPr>
            <a:xfrm>
              <a:off x="3609214" y="5902567"/>
              <a:ext cx="5862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3EA1FF">
                      <a:alpha val="100000"/>
                    </a:srgbClr>
                  </a:solidFill>
                  <a:latin typeface="Arial"/>
                  <a:cs typeface="Arial"/>
                </a:rPr>
                <a:t>North Macedonia</a:t>
              </a:r>
            </a:p>
          </p:txBody>
        </p:sp>
        <p:sp>
          <p:nvSpPr>
            <p:cNvPr id="507" name="tx506"/>
            <p:cNvSpPr/>
            <p:nvPr/>
          </p:nvSpPr>
          <p:spPr>
            <a:xfrm>
              <a:off x="6024429" y="5453826"/>
              <a:ext cx="26106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5A9DFF">
                      <a:alpha val="100000"/>
                    </a:srgbClr>
                  </a:solidFill>
                  <a:latin typeface="Arial"/>
                  <a:cs typeface="Arial"/>
                </a:rPr>
                <a:t>Norway</a:t>
              </a:r>
            </a:p>
          </p:txBody>
        </p:sp>
        <p:sp>
          <p:nvSpPr>
            <p:cNvPr id="508" name="tx507"/>
            <p:cNvSpPr/>
            <p:nvPr/>
          </p:nvSpPr>
          <p:spPr>
            <a:xfrm>
              <a:off x="5146516" y="4365253"/>
              <a:ext cx="204812" cy="534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49BFF">
                      <a:alpha val="100000"/>
                    </a:srgbClr>
                  </a:solidFill>
                  <a:latin typeface="Arial"/>
                  <a:cs typeface="Arial"/>
                </a:rPr>
                <a:t>Oman</a:t>
              </a:r>
            </a:p>
          </p:txBody>
        </p:sp>
        <p:sp>
          <p:nvSpPr>
            <p:cNvPr id="509" name="tx508"/>
            <p:cNvSpPr/>
            <p:nvPr/>
          </p:nvSpPr>
          <p:spPr>
            <a:xfrm>
              <a:off x="3205591" y="5309176"/>
              <a:ext cx="29726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6E99FF">
                      <a:alpha val="100000"/>
                    </a:srgbClr>
                  </a:solidFill>
                  <a:latin typeface="Arial"/>
                  <a:cs typeface="Arial"/>
                </a:rPr>
                <a:t>Pakistan</a:t>
              </a:r>
            </a:p>
          </p:txBody>
        </p:sp>
        <p:sp>
          <p:nvSpPr>
            <p:cNvPr id="510" name="tx509"/>
            <p:cNvSpPr/>
            <p:nvPr/>
          </p:nvSpPr>
          <p:spPr>
            <a:xfrm>
              <a:off x="4955870" y="4554349"/>
              <a:ext cx="19281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798FF">
                      <a:alpha val="100000"/>
                    </a:srgbClr>
                  </a:solidFill>
                  <a:latin typeface="Arial"/>
                  <a:cs typeface="Arial"/>
                </a:rPr>
                <a:t>Palau</a:t>
              </a:r>
            </a:p>
          </p:txBody>
        </p:sp>
        <p:sp>
          <p:nvSpPr>
            <p:cNvPr id="511" name="tx510"/>
            <p:cNvSpPr/>
            <p:nvPr/>
          </p:nvSpPr>
          <p:spPr>
            <a:xfrm>
              <a:off x="3920207" y="5287772"/>
              <a:ext cx="31734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7F96FF">
                      <a:alpha val="100000"/>
                    </a:srgbClr>
                  </a:solidFill>
                  <a:latin typeface="Arial"/>
                  <a:cs typeface="Arial"/>
                </a:rPr>
                <a:t>Palestine</a:t>
              </a:r>
            </a:p>
          </p:txBody>
        </p:sp>
        <p:sp>
          <p:nvSpPr>
            <p:cNvPr id="512" name="tx511"/>
            <p:cNvSpPr/>
            <p:nvPr/>
          </p:nvSpPr>
          <p:spPr>
            <a:xfrm>
              <a:off x="2550169" y="5902567"/>
              <a:ext cx="277187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794FF">
                      <a:alpha val="100000"/>
                    </a:srgbClr>
                  </a:solidFill>
                  <a:latin typeface="Arial"/>
                  <a:cs typeface="Arial"/>
                </a:rPr>
                <a:t>Panama</a:t>
              </a:r>
            </a:p>
          </p:txBody>
        </p:sp>
        <p:sp>
          <p:nvSpPr>
            <p:cNvPr id="513" name="tx512"/>
            <p:cNvSpPr/>
            <p:nvPr/>
          </p:nvSpPr>
          <p:spPr>
            <a:xfrm>
              <a:off x="1415889" y="5300755"/>
              <a:ext cx="650606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8E92FF">
                      <a:alpha val="100000"/>
                    </a:srgbClr>
                  </a:solidFill>
                  <a:latin typeface="Arial"/>
                  <a:cs typeface="Arial"/>
                </a:rPr>
                <a:t>Papua New Guinea</a:t>
              </a:r>
            </a:p>
          </p:txBody>
        </p:sp>
        <p:sp>
          <p:nvSpPr>
            <p:cNvPr id="514" name="tx513"/>
            <p:cNvSpPr/>
            <p:nvPr/>
          </p:nvSpPr>
          <p:spPr>
            <a:xfrm>
              <a:off x="3904845" y="4995118"/>
              <a:ext cx="32539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590FF">
                      <a:alpha val="100000"/>
                    </a:srgbClr>
                  </a:solidFill>
                  <a:latin typeface="Arial"/>
                  <a:cs typeface="Arial"/>
                </a:rPr>
                <a:t>Paraguay</a:t>
              </a:r>
            </a:p>
          </p:txBody>
        </p:sp>
        <p:sp>
          <p:nvSpPr>
            <p:cNvPr id="515" name="tx514"/>
            <p:cNvSpPr/>
            <p:nvPr/>
          </p:nvSpPr>
          <p:spPr>
            <a:xfrm>
              <a:off x="3997991" y="4431382"/>
              <a:ext cx="16066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9B8EFF">
                      <a:alpha val="100000"/>
                    </a:srgbClr>
                  </a:solidFill>
                  <a:latin typeface="Arial"/>
                  <a:cs typeface="Arial"/>
                </a:rPr>
                <a:t>Peru</a:t>
              </a:r>
            </a:p>
          </p:txBody>
        </p:sp>
        <p:sp>
          <p:nvSpPr>
            <p:cNvPr id="516" name="tx515"/>
            <p:cNvSpPr/>
            <p:nvPr/>
          </p:nvSpPr>
          <p:spPr>
            <a:xfrm>
              <a:off x="4028548" y="5130337"/>
              <a:ext cx="385487" cy="65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18BFF">
                      <a:alpha val="100000"/>
                    </a:srgbClr>
                  </a:solidFill>
                  <a:latin typeface="Arial"/>
                  <a:cs typeface="Arial"/>
                </a:rPr>
                <a:t>Philippines</a:t>
              </a:r>
            </a:p>
          </p:txBody>
        </p:sp>
        <p:sp>
          <p:nvSpPr>
            <p:cNvPr id="517" name="tx516"/>
            <p:cNvSpPr/>
            <p:nvPr/>
          </p:nvSpPr>
          <p:spPr>
            <a:xfrm>
              <a:off x="5239918" y="4526082"/>
              <a:ext cx="24091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789FF">
                      <a:alpha val="100000"/>
                    </a:srgbClr>
                  </a:solidFill>
                  <a:latin typeface="Arial"/>
                  <a:cs typeface="Arial"/>
                </a:rPr>
                <a:t>Poland</a:t>
              </a:r>
            </a:p>
          </p:txBody>
        </p:sp>
        <p:sp>
          <p:nvSpPr>
            <p:cNvPr id="518" name="tx517"/>
            <p:cNvSpPr/>
            <p:nvPr/>
          </p:nvSpPr>
          <p:spPr>
            <a:xfrm>
              <a:off x="4455342" y="5807414"/>
              <a:ext cx="293102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AD87FF">
                      <a:alpha val="100000"/>
                    </a:srgbClr>
                  </a:solidFill>
                  <a:latin typeface="Arial"/>
                  <a:cs typeface="Arial"/>
                </a:rPr>
                <a:t>Portugal</a:t>
              </a:r>
            </a:p>
          </p:txBody>
        </p:sp>
        <p:sp>
          <p:nvSpPr>
            <p:cNvPr id="519" name="tx518"/>
            <p:cNvSpPr/>
            <p:nvPr/>
          </p:nvSpPr>
          <p:spPr>
            <a:xfrm>
              <a:off x="5290462" y="5598637"/>
              <a:ext cx="40556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285FF">
                      <a:alpha val="100000"/>
                    </a:srgbClr>
                  </a:solidFill>
                  <a:latin typeface="Arial"/>
                  <a:cs typeface="Arial"/>
                </a:rPr>
                <a:t>Puerto Rico</a:t>
              </a:r>
            </a:p>
          </p:txBody>
        </p:sp>
        <p:sp>
          <p:nvSpPr>
            <p:cNvPr id="520" name="tx519"/>
            <p:cNvSpPr/>
            <p:nvPr/>
          </p:nvSpPr>
          <p:spPr>
            <a:xfrm>
              <a:off x="5391279" y="4815349"/>
              <a:ext cx="188791" cy="57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783FF">
                      <a:alpha val="100000"/>
                    </a:srgbClr>
                  </a:solidFill>
                  <a:latin typeface="Arial"/>
                  <a:cs typeface="Arial"/>
                </a:rPr>
                <a:t>Qatar</a:t>
              </a:r>
            </a:p>
          </p:txBody>
        </p:sp>
        <p:sp>
          <p:nvSpPr>
            <p:cNvPr id="521" name="tx520"/>
            <p:cNvSpPr/>
            <p:nvPr/>
          </p:nvSpPr>
          <p:spPr>
            <a:xfrm>
              <a:off x="5048793" y="5437001"/>
              <a:ext cx="305206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BC81FF">
                      <a:alpha val="100000"/>
                    </a:srgbClr>
                  </a:solidFill>
                  <a:latin typeface="Arial"/>
                  <a:cs typeface="Arial"/>
                </a:rPr>
                <a:t>Romania</a:t>
              </a:r>
            </a:p>
          </p:txBody>
        </p:sp>
        <p:sp>
          <p:nvSpPr>
            <p:cNvPr id="522" name="tx521"/>
            <p:cNvSpPr/>
            <p:nvPr/>
          </p:nvSpPr>
          <p:spPr>
            <a:xfrm>
              <a:off x="5301745" y="5134065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07FFF">
                      <a:alpha val="100000"/>
                    </a:srgbClr>
                  </a:solidFill>
                  <a:latin typeface="Arial"/>
                  <a:cs typeface="Arial"/>
                </a:rPr>
                <a:t>Russia</a:t>
              </a:r>
            </a:p>
          </p:txBody>
        </p:sp>
        <p:sp>
          <p:nvSpPr>
            <p:cNvPr id="523" name="tx522"/>
            <p:cNvSpPr/>
            <p:nvPr/>
          </p:nvSpPr>
          <p:spPr>
            <a:xfrm>
              <a:off x="1987921" y="5457643"/>
              <a:ext cx="27708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57DFF">
                      <a:alpha val="100000"/>
                    </a:srgbClr>
                  </a:solidFill>
                  <a:latin typeface="Arial"/>
                  <a:cs typeface="Arial"/>
                </a:rPr>
                <a:t>Rwanda</a:t>
              </a:r>
            </a:p>
          </p:txBody>
        </p:sp>
        <p:sp>
          <p:nvSpPr>
            <p:cNvPr id="524" name="tx523"/>
            <p:cNvSpPr/>
            <p:nvPr/>
          </p:nvSpPr>
          <p:spPr>
            <a:xfrm>
              <a:off x="1974820" y="5901614"/>
              <a:ext cx="38552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97BFF">
                      <a:alpha val="100000"/>
                    </a:srgbClr>
                  </a:solidFill>
                  <a:latin typeface="Arial"/>
                  <a:cs typeface="Arial"/>
                </a:rPr>
                <a:t>Saint Lucia</a:t>
              </a:r>
            </a:p>
          </p:txBody>
        </p:sp>
        <p:sp>
          <p:nvSpPr>
            <p:cNvPr id="525" name="tx524"/>
            <p:cNvSpPr/>
            <p:nvPr/>
          </p:nvSpPr>
          <p:spPr>
            <a:xfrm>
              <a:off x="4106838" y="4860721"/>
              <a:ext cx="236994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CD79FF">
                      <a:alpha val="100000"/>
                    </a:srgbClr>
                  </a:solidFill>
                  <a:latin typeface="Arial"/>
                  <a:cs typeface="Arial"/>
                </a:rPr>
                <a:t>Samoa</a:t>
              </a:r>
            </a:p>
          </p:txBody>
        </p:sp>
        <p:sp>
          <p:nvSpPr>
            <p:cNvPr id="526" name="tx525"/>
            <p:cNvSpPr/>
            <p:nvPr/>
          </p:nvSpPr>
          <p:spPr>
            <a:xfrm>
              <a:off x="5895981" y="4671314"/>
              <a:ext cx="38950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177FF">
                      <a:alpha val="100000"/>
                    </a:srgbClr>
                  </a:solidFill>
                  <a:latin typeface="Arial"/>
                  <a:cs typeface="Arial"/>
                </a:rPr>
                <a:t>San Marino</a:t>
              </a:r>
            </a:p>
          </p:txBody>
        </p:sp>
        <p:sp>
          <p:nvSpPr>
            <p:cNvPr id="527" name="tx526"/>
            <p:cNvSpPr/>
            <p:nvPr/>
          </p:nvSpPr>
          <p:spPr>
            <a:xfrm>
              <a:off x="5241668" y="4220208"/>
              <a:ext cx="441771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575FE">
                      <a:alpha val="100000"/>
                    </a:srgbClr>
                  </a:solidFill>
                  <a:latin typeface="Arial"/>
                  <a:cs typeface="Arial"/>
                </a:rPr>
                <a:t>Saudi Arabia</a:t>
              </a:r>
            </a:p>
          </p:txBody>
        </p:sp>
        <p:sp>
          <p:nvSpPr>
            <p:cNvPr id="528" name="tx527"/>
            <p:cNvSpPr/>
            <p:nvPr/>
          </p:nvSpPr>
          <p:spPr>
            <a:xfrm>
              <a:off x="2582753" y="4573477"/>
              <a:ext cx="277152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873FC">
                      <a:alpha val="100000"/>
                    </a:srgbClr>
                  </a:solidFill>
                  <a:latin typeface="Arial"/>
                  <a:cs typeface="Arial"/>
                </a:rPr>
                <a:t>Senegal</a:t>
              </a:r>
            </a:p>
          </p:txBody>
        </p:sp>
        <p:sp>
          <p:nvSpPr>
            <p:cNvPr id="529" name="tx528"/>
            <p:cNvSpPr/>
            <p:nvPr/>
          </p:nvSpPr>
          <p:spPr>
            <a:xfrm>
              <a:off x="5159298" y="4845819"/>
              <a:ext cx="22093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B72FB">
                      <a:alpha val="100000"/>
                    </a:srgbClr>
                  </a:solidFill>
                  <a:latin typeface="Arial"/>
                  <a:cs typeface="Arial"/>
                </a:rPr>
                <a:t>Serbia</a:t>
              </a:r>
            </a:p>
          </p:txBody>
        </p:sp>
        <p:sp>
          <p:nvSpPr>
            <p:cNvPr id="530" name="tx529"/>
            <p:cNvSpPr/>
            <p:nvPr/>
          </p:nvSpPr>
          <p:spPr>
            <a:xfrm>
              <a:off x="4752066" y="5126798"/>
              <a:ext cx="373665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DF70F9">
                      <a:alpha val="100000"/>
                    </a:srgbClr>
                  </a:solidFill>
                  <a:latin typeface="Arial"/>
                  <a:cs typeface="Arial"/>
                </a:rPr>
                <a:t>Seychelles</a:t>
              </a:r>
            </a:p>
          </p:txBody>
        </p:sp>
        <p:sp>
          <p:nvSpPr>
            <p:cNvPr id="531" name="tx530"/>
            <p:cNvSpPr/>
            <p:nvPr/>
          </p:nvSpPr>
          <p:spPr>
            <a:xfrm>
              <a:off x="2854730" y="2507549"/>
              <a:ext cx="43781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26EF7">
                      <a:alpha val="100000"/>
                    </a:srgbClr>
                  </a:solidFill>
                  <a:latin typeface="Arial"/>
                  <a:cs typeface="Arial"/>
                </a:rPr>
                <a:t>Sierra Leone</a:t>
              </a:r>
            </a:p>
          </p:txBody>
        </p:sp>
        <p:sp>
          <p:nvSpPr>
            <p:cNvPr id="532" name="tx531"/>
            <p:cNvSpPr/>
            <p:nvPr/>
          </p:nvSpPr>
          <p:spPr>
            <a:xfrm>
              <a:off x="5932116" y="5887322"/>
              <a:ext cx="353374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46DF5">
                      <a:alpha val="100000"/>
                    </a:srgbClr>
                  </a:solidFill>
                  <a:latin typeface="Arial"/>
                  <a:cs typeface="Arial"/>
                </a:rPr>
                <a:t>Singapore</a:t>
              </a:r>
            </a:p>
          </p:txBody>
        </p:sp>
        <p:sp>
          <p:nvSpPr>
            <p:cNvPr id="533" name="tx532"/>
            <p:cNvSpPr/>
            <p:nvPr/>
          </p:nvSpPr>
          <p:spPr>
            <a:xfrm>
              <a:off x="4923565" y="5901614"/>
              <a:ext cx="293279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76BF3">
                      <a:alpha val="100000"/>
                    </a:srgbClr>
                  </a:solidFill>
                  <a:latin typeface="Arial"/>
                  <a:cs typeface="Arial"/>
                </a:rPr>
                <a:t>Slovakia</a:t>
              </a:r>
            </a:p>
          </p:txBody>
        </p:sp>
        <p:sp>
          <p:nvSpPr>
            <p:cNvPr id="534" name="tx533"/>
            <p:cNvSpPr/>
            <p:nvPr/>
          </p:nvSpPr>
          <p:spPr>
            <a:xfrm>
              <a:off x="5618787" y="5901614"/>
              <a:ext cx="297231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A6AF1">
                      <a:alpha val="100000"/>
                    </a:srgbClr>
                  </a:solidFill>
                  <a:latin typeface="Arial"/>
                  <a:cs typeface="Arial"/>
                </a:rPr>
                <a:t>Slovenia</a:t>
              </a:r>
            </a:p>
          </p:txBody>
        </p:sp>
        <p:sp>
          <p:nvSpPr>
            <p:cNvPr id="535" name="tx534"/>
            <p:cNvSpPr/>
            <p:nvPr/>
          </p:nvSpPr>
          <p:spPr>
            <a:xfrm>
              <a:off x="1483221" y="5604670"/>
              <a:ext cx="578230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C69EE">
                      <a:alpha val="100000"/>
                    </a:srgbClr>
                  </a:solidFill>
                  <a:latin typeface="Arial"/>
                  <a:cs typeface="Arial"/>
                </a:rPr>
                <a:t>Solomon Islands</a:t>
              </a:r>
            </a:p>
          </p:txBody>
        </p:sp>
        <p:sp>
          <p:nvSpPr>
            <p:cNvPr id="536" name="tx535"/>
            <p:cNvSpPr/>
            <p:nvPr/>
          </p:nvSpPr>
          <p:spPr>
            <a:xfrm>
              <a:off x="1380844" y="5460300"/>
              <a:ext cx="27715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EE67EC">
                      <a:alpha val="100000"/>
                    </a:srgbClr>
                  </a:solidFill>
                  <a:latin typeface="Arial"/>
                  <a:cs typeface="Arial"/>
                </a:rPr>
                <a:t>Somalia</a:t>
              </a:r>
            </a:p>
          </p:txBody>
        </p:sp>
        <p:sp>
          <p:nvSpPr>
            <p:cNvPr id="537" name="tx536"/>
            <p:cNvSpPr/>
            <p:nvPr/>
          </p:nvSpPr>
          <p:spPr>
            <a:xfrm>
              <a:off x="4431444" y="4417480"/>
              <a:ext cx="4296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066EA">
                      <a:alpha val="100000"/>
                    </a:srgbClr>
                  </a:solidFill>
                  <a:latin typeface="Arial"/>
                  <a:cs typeface="Arial"/>
                </a:rPr>
                <a:t>South Africa</a:t>
              </a:r>
            </a:p>
          </p:txBody>
        </p:sp>
        <p:sp>
          <p:nvSpPr>
            <p:cNvPr id="538" name="tx537"/>
            <p:cNvSpPr/>
            <p:nvPr/>
          </p:nvSpPr>
          <p:spPr>
            <a:xfrm>
              <a:off x="5855858" y="4381605"/>
              <a:ext cx="4296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265E7">
                      <a:alpha val="100000"/>
                    </a:srgbClr>
                  </a:solidFill>
                  <a:latin typeface="Arial"/>
                  <a:cs typeface="Arial"/>
                </a:rPr>
                <a:t>South Korea</a:t>
              </a:r>
            </a:p>
          </p:txBody>
        </p:sp>
        <p:sp>
          <p:nvSpPr>
            <p:cNvPr id="539" name="tx538"/>
            <p:cNvSpPr/>
            <p:nvPr/>
          </p:nvSpPr>
          <p:spPr>
            <a:xfrm>
              <a:off x="1673334" y="5167807"/>
              <a:ext cx="445617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464E4">
                      <a:alpha val="100000"/>
                    </a:srgbClr>
                  </a:solidFill>
                  <a:latin typeface="Arial"/>
                  <a:cs typeface="Arial"/>
                </a:rPr>
                <a:t>South Sudan</a:t>
              </a:r>
            </a:p>
          </p:txBody>
        </p:sp>
        <p:sp>
          <p:nvSpPr>
            <p:cNvPr id="540" name="tx539"/>
            <p:cNvSpPr/>
            <p:nvPr/>
          </p:nvSpPr>
          <p:spPr>
            <a:xfrm>
              <a:off x="5136564" y="5574785"/>
              <a:ext cx="196766" cy="668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663E2">
                      <a:alpha val="100000"/>
                    </a:srgbClr>
                  </a:solidFill>
                  <a:latin typeface="Arial"/>
                  <a:cs typeface="Arial"/>
                </a:rPr>
                <a:t>Spain</a:t>
              </a:r>
            </a:p>
          </p:txBody>
        </p:sp>
        <p:sp>
          <p:nvSpPr>
            <p:cNvPr id="541" name="tx540"/>
            <p:cNvSpPr/>
            <p:nvPr/>
          </p:nvSpPr>
          <p:spPr>
            <a:xfrm>
              <a:off x="4450960" y="4706784"/>
              <a:ext cx="325356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763DF">
                      <a:alpha val="100000"/>
                    </a:srgbClr>
                  </a:solidFill>
                  <a:latin typeface="Arial"/>
                  <a:cs typeface="Arial"/>
                </a:rPr>
                <a:t>Sri Lanka</a:t>
              </a:r>
            </a:p>
          </p:txBody>
        </p:sp>
        <p:sp>
          <p:nvSpPr>
            <p:cNvPr id="542" name="tx541"/>
            <p:cNvSpPr/>
            <p:nvPr/>
          </p:nvSpPr>
          <p:spPr>
            <a:xfrm>
              <a:off x="2695317" y="4735689"/>
              <a:ext cx="220832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962DC">
                      <a:alpha val="100000"/>
                    </a:srgbClr>
                  </a:solidFill>
                  <a:latin typeface="Arial"/>
                  <a:cs typeface="Arial"/>
                </a:rPr>
                <a:t>Sudan</a:t>
              </a:r>
            </a:p>
          </p:txBody>
        </p:sp>
        <p:sp>
          <p:nvSpPr>
            <p:cNvPr id="543" name="tx542"/>
            <p:cNvSpPr/>
            <p:nvPr/>
          </p:nvSpPr>
          <p:spPr>
            <a:xfrm>
              <a:off x="1380844" y="5897816"/>
              <a:ext cx="329343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A62D9">
                      <a:alpha val="100000"/>
                    </a:srgbClr>
                  </a:solidFill>
                  <a:latin typeface="Arial"/>
                  <a:cs typeface="Arial"/>
                </a:rPr>
                <a:t>Suriname</a:t>
              </a:r>
            </a:p>
          </p:txBody>
        </p:sp>
        <p:sp>
          <p:nvSpPr>
            <p:cNvPr id="544" name="tx543"/>
            <p:cNvSpPr/>
            <p:nvPr/>
          </p:nvSpPr>
          <p:spPr>
            <a:xfrm>
              <a:off x="5750900" y="4969895"/>
              <a:ext cx="273094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B61D6">
                      <a:alpha val="100000"/>
                    </a:srgbClr>
                  </a:solidFill>
                  <a:latin typeface="Arial"/>
                  <a:cs typeface="Arial"/>
                </a:rPr>
                <a:t>Sweden</a:t>
              </a:r>
            </a:p>
          </p:txBody>
        </p:sp>
        <p:sp>
          <p:nvSpPr>
            <p:cNvPr id="545" name="tx544"/>
            <p:cNvSpPr/>
            <p:nvPr/>
          </p:nvSpPr>
          <p:spPr>
            <a:xfrm>
              <a:off x="5883912" y="5748990"/>
              <a:ext cx="401578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D61D3">
                      <a:alpha val="100000"/>
                    </a:srgbClr>
                  </a:solidFill>
                  <a:latin typeface="Arial"/>
                  <a:cs typeface="Arial"/>
                </a:rPr>
                <a:t>Switzerland</a:t>
              </a:r>
            </a:p>
          </p:txBody>
        </p:sp>
        <p:sp>
          <p:nvSpPr>
            <p:cNvPr id="546" name="tx545"/>
            <p:cNvSpPr/>
            <p:nvPr/>
          </p:nvSpPr>
          <p:spPr>
            <a:xfrm>
              <a:off x="3839359" y="4853829"/>
              <a:ext cx="176793" cy="67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1D0">
                      <a:alpha val="100000"/>
                    </a:srgbClr>
                  </a:solidFill>
                  <a:latin typeface="Arial"/>
                  <a:cs typeface="Arial"/>
                </a:rPr>
                <a:t>Syria</a:t>
              </a:r>
            </a:p>
          </p:txBody>
        </p:sp>
        <p:sp>
          <p:nvSpPr>
            <p:cNvPr id="547" name="tx546"/>
            <p:cNvSpPr/>
            <p:nvPr/>
          </p:nvSpPr>
          <p:spPr>
            <a:xfrm>
              <a:off x="3486376" y="5521022"/>
              <a:ext cx="333366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1CD">
                      <a:alpha val="100000"/>
                    </a:srgbClr>
                  </a:solidFill>
                  <a:latin typeface="Arial"/>
                  <a:cs typeface="Arial"/>
                </a:rPr>
                <a:t>Tajikistan</a:t>
              </a:r>
            </a:p>
          </p:txBody>
        </p:sp>
        <p:sp>
          <p:nvSpPr>
            <p:cNvPr id="548" name="tx547"/>
            <p:cNvSpPr/>
            <p:nvPr/>
          </p:nvSpPr>
          <p:spPr>
            <a:xfrm>
              <a:off x="3036690" y="5453282"/>
              <a:ext cx="309229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9">
                      <a:alpha val="100000"/>
                    </a:srgbClr>
                  </a:solidFill>
                  <a:latin typeface="Arial"/>
                  <a:cs typeface="Arial"/>
                </a:rPr>
                <a:t>Tanzania</a:t>
              </a:r>
            </a:p>
          </p:txBody>
        </p:sp>
        <p:sp>
          <p:nvSpPr>
            <p:cNvPr id="549" name="tx548"/>
            <p:cNvSpPr/>
            <p:nvPr/>
          </p:nvSpPr>
          <p:spPr>
            <a:xfrm>
              <a:off x="4355651" y="4276124"/>
              <a:ext cx="29712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6">
                      <a:alpha val="100000"/>
                    </a:srgbClr>
                  </a:solidFill>
                  <a:latin typeface="Arial"/>
                  <a:cs typeface="Arial"/>
                </a:rPr>
                <a:t>Thailand</a:t>
              </a:r>
            </a:p>
          </p:txBody>
        </p:sp>
        <p:sp>
          <p:nvSpPr>
            <p:cNvPr id="550" name="tx549"/>
            <p:cNvSpPr/>
            <p:nvPr/>
          </p:nvSpPr>
          <p:spPr>
            <a:xfrm>
              <a:off x="2867346" y="5022862"/>
              <a:ext cx="41361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1C3">
                      <a:alpha val="100000"/>
                    </a:srgbClr>
                  </a:solidFill>
                  <a:latin typeface="Arial"/>
                  <a:cs typeface="Arial"/>
                </a:rPr>
                <a:t>Timor-Leste</a:t>
              </a:r>
            </a:p>
          </p:txBody>
        </p:sp>
        <p:sp>
          <p:nvSpPr>
            <p:cNvPr id="551" name="tx550"/>
            <p:cNvSpPr/>
            <p:nvPr/>
          </p:nvSpPr>
          <p:spPr>
            <a:xfrm>
              <a:off x="3359148" y="1726733"/>
              <a:ext cx="176581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2BF">
                      <a:alpha val="100000"/>
                    </a:srgbClr>
                  </a:solidFill>
                  <a:latin typeface="Arial"/>
                  <a:cs typeface="Arial"/>
                </a:rPr>
                <a:t>Togo</a:t>
              </a:r>
            </a:p>
          </p:txBody>
        </p:sp>
        <p:sp>
          <p:nvSpPr>
            <p:cNvPr id="552" name="tx551"/>
            <p:cNvSpPr/>
            <p:nvPr/>
          </p:nvSpPr>
          <p:spPr>
            <a:xfrm>
              <a:off x="3827502" y="4558828"/>
              <a:ext cx="21677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2BC">
                      <a:alpha val="100000"/>
                    </a:srgbClr>
                  </a:solidFill>
                  <a:latin typeface="Arial"/>
                  <a:cs typeface="Arial"/>
                </a:rPr>
                <a:t>Tonga</a:t>
              </a:r>
            </a:p>
          </p:txBody>
        </p:sp>
        <p:sp>
          <p:nvSpPr>
            <p:cNvPr id="553" name="tx552"/>
            <p:cNvSpPr/>
            <p:nvPr/>
          </p:nvSpPr>
          <p:spPr>
            <a:xfrm>
              <a:off x="4574162" y="5289990"/>
              <a:ext cx="25298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3B8">
                      <a:alpha val="100000"/>
                    </a:srgbClr>
                  </a:solidFill>
                  <a:latin typeface="Arial"/>
                  <a:cs typeface="Arial"/>
                </a:rPr>
                <a:t>Tunisia</a:t>
              </a:r>
            </a:p>
          </p:txBody>
        </p:sp>
        <p:sp>
          <p:nvSpPr>
            <p:cNvPr id="554" name="tx553"/>
            <p:cNvSpPr/>
            <p:nvPr/>
          </p:nvSpPr>
          <p:spPr>
            <a:xfrm>
              <a:off x="4977239" y="4206636"/>
              <a:ext cx="236994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3B5">
                      <a:alpha val="100000"/>
                    </a:srgbClr>
                  </a:solidFill>
                  <a:latin typeface="Arial"/>
                  <a:cs typeface="Arial"/>
                </a:rPr>
                <a:t>Turkey</a:t>
              </a:r>
            </a:p>
          </p:txBody>
        </p:sp>
        <p:sp>
          <p:nvSpPr>
            <p:cNvPr id="555" name="tx554"/>
            <p:cNvSpPr/>
            <p:nvPr/>
          </p:nvSpPr>
          <p:spPr>
            <a:xfrm>
              <a:off x="2096401" y="5902567"/>
              <a:ext cx="473883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4B1">
                      <a:alpha val="100000"/>
                    </a:srgbClr>
                  </a:solidFill>
                  <a:latin typeface="Arial"/>
                  <a:cs typeface="Arial"/>
                </a:rPr>
                <a:t>Turkmenistan</a:t>
              </a:r>
            </a:p>
          </p:txBody>
        </p:sp>
        <p:sp>
          <p:nvSpPr>
            <p:cNvPr id="556" name="tx555"/>
            <p:cNvSpPr/>
            <p:nvPr/>
          </p:nvSpPr>
          <p:spPr>
            <a:xfrm>
              <a:off x="3337908" y="4721640"/>
              <a:ext cx="232901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5AD">
                      <a:alpha val="100000"/>
                    </a:srgbClr>
                  </a:solidFill>
                  <a:latin typeface="Arial"/>
                  <a:cs typeface="Arial"/>
                </a:rPr>
                <a:t>Tuvalu</a:t>
              </a:r>
            </a:p>
          </p:txBody>
        </p:sp>
        <p:sp>
          <p:nvSpPr>
            <p:cNvPr id="557" name="tx556"/>
            <p:cNvSpPr/>
            <p:nvPr/>
          </p:nvSpPr>
          <p:spPr>
            <a:xfrm>
              <a:off x="2797925" y="5539260"/>
              <a:ext cx="26501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6A9">
                      <a:alpha val="100000"/>
                    </a:srgbClr>
                  </a:solidFill>
                  <a:latin typeface="Arial"/>
                  <a:cs typeface="Arial"/>
                </a:rPr>
                <a:t>Uganda</a:t>
              </a:r>
            </a:p>
          </p:txBody>
        </p:sp>
        <p:sp>
          <p:nvSpPr>
            <p:cNvPr id="558" name="tx557"/>
            <p:cNvSpPr/>
            <p:nvPr/>
          </p:nvSpPr>
          <p:spPr>
            <a:xfrm>
              <a:off x="5773324" y="4233151"/>
              <a:ext cx="104382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7A6">
                      <a:alpha val="100000"/>
                    </a:srgbClr>
                  </a:solidFill>
                  <a:latin typeface="Arial"/>
                  <a:cs typeface="Arial"/>
                </a:rPr>
                <a:t>UK</a:t>
              </a:r>
            </a:p>
          </p:txBody>
        </p:sp>
        <p:sp>
          <p:nvSpPr>
            <p:cNvPr id="559" name="tx558"/>
            <p:cNvSpPr/>
            <p:nvPr/>
          </p:nvSpPr>
          <p:spPr>
            <a:xfrm>
              <a:off x="4860400" y="4848805"/>
              <a:ext cx="265119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8A2">
                      <a:alpha val="100000"/>
                    </a:srgbClr>
                  </a:solidFill>
                  <a:latin typeface="Arial"/>
                  <a:cs typeface="Arial"/>
                </a:rPr>
                <a:t>Ukraine</a:t>
              </a:r>
            </a:p>
          </p:txBody>
        </p:sp>
        <p:sp>
          <p:nvSpPr>
            <p:cNvPr id="560" name="tx559"/>
            <p:cNvSpPr/>
            <p:nvPr/>
          </p:nvSpPr>
          <p:spPr>
            <a:xfrm>
              <a:off x="5550545" y="5257854"/>
              <a:ext cx="73494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99E">
                      <a:alpha val="100000"/>
                    </a:srgbClr>
                  </a:solidFill>
                  <a:latin typeface="Arial"/>
                  <a:cs typeface="Arial"/>
                </a:rPr>
                <a:t>United Arab Emirates</a:t>
              </a:r>
            </a:p>
          </p:txBody>
        </p:sp>
        <p:sp>
          <p:nvSpPr>
            <p:cNvPr id="561" name="tx560"/>
            <p:cNvSpPr/>
            <p:nvPr/>
          </p:nvSpPr>
          <p:spPr>
            <a:xfrm>
              <a:off x="3092555" y="5888205"/>
              <a:ext cx="293138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A9A">
                      <a:alpha val="100000"/>
                    </a:srgbClr>
                  </a:solidFill>
                  <a:latin typeface="Arial"/>
                  <a:cs typeface="Arial"/>
                </a:rPr>
                <a:t>Uruguay</a:t>
              </a:r>
            </a:p>
          </p:txBody>
        </p:sp>
        <p:sp>
          <p:nvSpPr>
            <p:cNvPr id="562" name="tx561"/>
            <p:cNvSpPr/>
            <p:nvPr/>
          </p:nvSpPr>
          <p:spPr>
            <a:xfrm>
              <a:off x="5696872" y="5543574"/>
              <a:ext cx="152585" cy="535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B95">
                      <a:alpha val="100000"/>
                    </a:srgbClr>
                  </a:solidFill>
                  <a:latin typeface="Arial"/>
                  <a:cs typeface="Arial"/>
                </a:rPr>
                <a:t>USA</a:t>
              </a:r>
            </a:p>
          </p:txBody>
        </p:sp>
        <p:sp>
          <p:nvSpPr>
            <p:cNvPr id="563" name="tx562"/>
            <p:cNvSpPr/>
            <p:nvPr/>
          </p:nvSpPr>
          <p:spPr>
            <a:xfrm>
              <a:off x="1502527" y="5902532"/>
              <a:ext cx="381534" cy="526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F6C91">
                      <a:alpha val="100000"/>
                    </a:srgbClr>
                  </a:solidFill>
                  <a:latin typeface="Arial"/>
                  <a:cs typeface="Arial"/>
                </a:rPr>
                <a:t>Uzbekistan</a:t>
              </a:r>
            </a:p>
          </p:txBody>
        </p:sp>
        <p:sp>
          <p:nvSpPr>
            <p:cNvPr id="564" name="tx563"/>
            <p:cNvSpPr/>
            <p:nvPr/>
          </p:nvSpPr>
          <p:spPr>
            <a:xfrm>
              <a:off x="3368069" y="5538720"/>
              <a:ext cx="285092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D8D">
                      <a:alpha val="100000"/>
                    </a:srgbClr>
                  </a:solidFill>
                  <a:latin typeface="Arial"/>
                  <a:cs typeface="Arial"/>
                </a:rPr>
                <a:t>Vanuatu</a:t>
              </a:r>
            </a:p>
          </p:txBody>
        </p:sp>
        <p:sp>
          <p:nvSpPr>
            <p:cNvPr id="565" name="tx564"/>
            <p:cNvSpPr/>
            <p:nvPr/>
          </p:nvSpPr>
          <p:spPr>
            <a:xfrm>
              <a:off x="3624417" y="5762708"/>
              <a:ext cx="35348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E6E89">
                      <a:alpha val="100000"/>
                    </a:srgbClr>
                  </a:solidFill>
                  <a:latin typeface="Arial"/>
                  <a:cs typeface="Arial"/>
                </a:rPr>
                <a:t>Venezuela</a:t>
              </a:r>
            </a:p>
          </p:txBody>
        </p:sp>
        <p:sp>
          <p:nvSpPr>
            <p:cNvPr id="566" name="tx565"/>
            <p:cNvSpPr/>
            <p:nvPr/>
          </p:nvSpPr>
          <p:spPr>
            <a:xfrm>
              <a:off x="3557725" y="4433112"/>
              <a:ext cx="281140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D7084">
                      <a:alpha val="100000"/>
                    </a:srgbClr>
                  </a:solidFill>
                  <a:latin typeface="Arial"/>
                  <a:cs typeface="Arial"/>
                </a:rPr>
                <a:t>Vietnam</a:t>
              </a:r>
            </a:p>
          </p:txBody>
        </p:sp>
        <p:sp>
          <p:nvSpPr>
            <p:cNvPr id="567" name="tx566"/>
            <p:cNvSpPr/>
            <p:nvPr/>
          </p:nvSpPr>
          <p:spPr>
            <a:xfrm>
              <a:off x="5105746" y="5276456"/>
              <a:ext cx="473883" cy="66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C7180">
                      <a:alpha val="100000"/>
                    </a:srgbClr>
                  </a:solidFill>
                  <a:latin typeface="Arial"/>
                  <a:cs typeface="Arial"/>
                </a:rPr>
                <a:t>Virgin Islands</a:t>
              </a:r>
            </a:p>
          </p:txBody>
        </p:sp>
        <p:sp>
          <p:nvSpPr>
            <p:cNvPr id="568" name="tx567"/>
            <p:cNvSpPr/>
            <p:nvPr/>
          </p:nvSpPr>
          <p:spPr>
            <a:xfrm>
              <a:off x="2589509" y="5410782"/>
              <a:ext cx="23699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B727B">
                      <a:alpha val="100000"/>
                    </a:srgbClr>
                  </a:solidFill>
                  <a:latin typeface="Arial"/>
                  <a:cs typeface="Arial"/>
                </a:rPr>
                <a:t>Yemen</a:t>
              </a:r>
            </a:p>
          </p:txBody>
        </p:sp>
        <p:sp>
          <p:nvSpPr>
            <p:cNvPr id="569" name="tx568"/>
            <p:cNvSpPr/>
            <p:nvPr/>
          </p:nvSpPr>
          <p:spPr>
            <a:xfrm>
              <a:off x="2563136" y="5028727"/>
              <a:ext cx="253015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A7477">
                      <a:alpha val="100000"/>
                    </a:srgbClr>
                  </a:solidFill>
                  <a:latin typeface="Arial"/>
                  <a:cs typeface="Arial"/>
                </a:rPr>
                <a:t>Zambia</a:t>
              </a:r>
            </a:p>
          </p:txBody>
        </p:sp>
        <p:sp>
          <p:nvSpPr>
            <p:cNvPr id="570" name="tx569"/>
            <p:cNvSpPr/>
            <p:nvPr/>
          </p:nvSpPr>
          <p:spPr>
            <a:xfrm>
              <a:off x="2977847" y="4284949"/>
              <a:ext cx="353374" cy="525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6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9" b="1">
                  <a:solidFill>
                    <a:srgbClr val="F97572">
                      <a:alpha val="100000"/>
                    </a:srgbClr>
                  </a:solidFill>
                  <a:latin typeface="Arial"/>
                  <a:cs typeface="Arial"/>
                </a:rPr>
                <a:t>Zimbabwe</a:t>
              </a:r>
            </a:p>
          </p:txBody>
        </p:sp>
        <p:sp>
          <p:nvSpPr>
            <p:cNvPr id="571" name="pl570"/>
            <p:cNvSpPr/>
            <p:nvPr/>
          </p:nvSpPr>
          <p:spPr>
            <a:xfrm>
              <a:off x="1562219" y="3878861"/>
              <a:ext cx="4541896" cy="1885691"/>
            </a:xfrm>
            <a:custGeom>
              <a:avLst/>
              <a:pathLst>
                <a:path w="4541896" h="1885691">
                  <a:moveTo>
                    <a:pt x="0" y="149984"/>
                  </a:moveTo>
                  <a:lnTo>
                    <a:pt x="57492" y="121949"/>
                  </a:lnTo>
                  <a:lnTo>
                    <a:pt x="114984" y="96284"/>
                  </a:lnTo>
                  <a:lnTo>
                    <a:pt x="172477" y="73191"/>
                  </a:lnTo>
                  <a:lnTo>
                    <a:pt x="229969" y="52873"/>
                  </a:lnTo>
                  <a:lnTo>
                    <a:pt x="287461" y="35534"/>
                  </a:lnTo>
                  <a:lnTo>
                    <a:pt x="344954" y="21374"/>
                  </a:lnTo>
                  <a:lnTo>
                    <a:pt x="402446" y="10597"/>
                  </a:lnTo>
                  <a:lnTo>
                    <a:pt x="459938" y="3404"/>
                  </a:lnTo>
                  <a:lnTo>
                    <a:pt x="517431" y="0"/>
                  </a:lnTo>
                  <a:lnTo>
                    <a:pt x="574923" y="585"/>
                  </a:lnTo>
                  <a:lnTo>
                    <a:pt x="632415" y="5362"/>
                  </a:lnTo>
                  <a:lnTo>
                    <a:pt x="689908" y="14535"/>
                  </a:lnTo>
                  <a:lnTo>
                    <a:pt x="747400" y="28305"/>
                  </a:lnTo>
                  <a:lnTo>
                    <a:pt x="804893" y="46875"/>
                  </a:lnTo>
                  <a:lnTo>
                    <a:pt x="862385" y="70447"/>
                  </a:lnTo>
                  <a:lnTo>
                    <a:pt x="919877" y="99224"/>
                  </a:lnTo>
                  <a:lnTo>
                    <a:pt x="977370" y="133408"/>
                  </a:lnTo>
                  <a:lnTo>
                    <a:pt x="1034862" y="173202"/>
                  </a:lnTo>
                  <a:lnTo>
                    <a:pt x="1092354" y="218809"/>
                  </a:lnTo>
                  <a:lnTo>
                    <a:pt x="1149847" y="270430"/>
                  </a:lnTo>
                  <a:lnTo>
                    <a:pt x="1207339" y="328268"/>
                  </a:lnTo>
                  <a:lnTo>
                    <a:pt x="1264831" y="392526"/>
                  </a:lnTo>
                  <a:lnTo>
                    <a:pt x="1322324" y="463406"/>
                  </a:lnTo>
                  <a:lnTo>
                    <a:pt x="1379816" y="541111"/>
                  </a:lnTo>
                  <a:lnTo>
                    <a:pt x="1437309" y="625718"/>
                  </a:lnTo>
                  <a:lnTo>
                    <a:pt x="1494801" y="713529"/>
                  </a:lnTo>
                  <a:lnTo>
                    <a:pt x="1552293" y="801602"/>
                  </a:lnTo>
                  <a:lnTo>
                    <a:pt x="1609786" y="888390"/>
                  </a:lnTo>
                  <a:lnTo>
                    <a:pt x="1667278" y="972348"/>
                  </a:lnTo>
                  <a:lnTo>
                    <a:pt x="1724770" y="1051931"/>
                  </a:lnTo>
                  <a:lnTo>
                    <a:pt x="1782263" y="1125494"/>
                  </a:lnTo>
                  <a:lnTo>
                    <a:pt x="1839755" y="1187833"/>
                  </a:lnTo>
                  <a:lnTo>
                    <a:pt x="1897247" y="1238923"/>
                  </a:lnTo>
                  <a:lnTo>
                    <a:pt x="1954740" y="1281862"/>
                  </a:lnTo>
                  <a:lnTo>
                    <a:pt x="2012232" y="1319750"/>
                  </a:lnTo>
                  <a:lnTo>
                    <a:pt x="2069725" y="1355686"/>
                  </a:lnTo>
                  <a:lnTo>
                    <a:pt x="2127217" y="1392014"/>
                  </a:lnTo>
                  <a:lnTo>
                    <a:pt x="2184709" y="1410677"/>
                  </a:lnTo>
                  <a:lnTo>
                    <a:pt x="2242202" y="1415419"/>
                  </a:lnTo>
                  <a:lnTo>
                    <a:pt x="2299694" y="1423286"/>
                  </a:lnTo>
                  <a:lnTo>
                    <a:pt x="2357186" y="1449575"/>
                  </a:lnTo>
                  <a:lnTo>
                    <a:pt x="2414679" y="1492964"/>
                  </a:lnTo>
                  <a:lnTo>
                    <a:pt x="2472171" y="1545124"/>
                  </a:lnTo>
                  <a:lnTo>
                    <a:pt x="2529663" y="1597954"/>
                  </a:lnTo>
                  <a:lnTo>
                    <a:pt x="2587156" y="1643349"/>
                  </a:lnTo>
                  <a:lnTo>
                    <a:pt x="2644648" y="1681487"/>
                  </a:lnTo>
                  <a:lnTo>
                    <a:pt x="2702141" y="1722095"/>
                  </a:lnTo>
                  <a:lnTo>
                    <a:pt x="2759633" y="1760616"/>
                  </a:lnTo>
                  <a:lnTo>
                    <a:pt x="2817125" y="1792094"/>
                  </a:lnTo>
                  <a:lnTo>
                    <a:pt x="2874618" y="1811573"/>
                  </a:lnTo>
                  <a:lnTo>
                    <a:pt x="2932110" y="1809026"/>
                  </a:lnTo>
                  <a:lnTo>
                    <a:pt x="2989602" y="1792918"/>
                  </a:lnTo>
                  <a:lnTo>
                    <a:pt x="3047095" y="1787028"/>
                  </a:lnTo>
                  <a:lnTo>
                    <a:pt x="3104587" y="1785712"/>
                  </a:lnTo>
                  <a:lnTo>
                    <a:pt x="3162079" y="1786287"/>
                  </a:lnTo>
                  <a:lnTo>
                    <a:pt x="3219572" y="1790297"/>
                  </a:lnTo>
                  <a:lnTo>
                    <a:pt x="3277064" y="1796357"/>
                  </a:lnTo>
                  <a:lnTo>
                    <a:pt x="3334556" y="1807654"/>
                  </a:lnTo>
                  <a:lnTo>
                    <a:pt x="3392049" y="1821430"/>
                  </a:lnTo>
                  <a:lnTo>
                    <a:pt x="3449541" y="1833132"/>
                  </a:lnTo>
                  <a:lnTo>
                    <a:pt x="3507034" y="1847785"/>
                  </a:lnTo>
                  <a:lnTo>
                    <a:pt x="3564526" y="1865470"/>
                  </a:lnTo>
                  <a:lnTo>
                    <a:pt x="3622018" y="1878841"/>
                  </a:lnTo>
                  <a:lnTo>
                    <a:pt x="3679511" y="1882863"/>
                  </a:lnTo>
                  <a:lnTo>
                    <a:pt x="3737003" y="1881316"/>
                  </a:lnTo>
                  <a:lnTo>
                    <a:pt x="3794495" y="1879211"/>
                  </a:lnTo>
                  <a:lnTo>
                    <a:pt x="3851988" y="1879832"/>
                  </a:lnTo>
                  <a:lnTo>
                    <a:pt x="3909480" y="1879519"/>
                  </a:lnTo>
                  <a:lnTo>
                    <a:pt x="3966972" y="1879814"/>
                  </a:lnTo>
                  <a:lnTo>
                    <a:pt x="4024465" y="1880417"/>
                  </a:lnTo>
                  <a:lnTo>
                    <a:pt x="4081957" y="1880955"/>
                  </a:lnTo>
                  <a:lnTo>
                    <a:pt x="4139450" y="1881583"/>
                  </a:lnTo>
                  <a:lnTo>
                    <a:pt x="4196942" y="1882072"/>
                  </a:lnTo>
                  <a:lnTo>
                    <a:pt x="4254434" y="1882575"/>
                  </a:lnTo>
                  <a:lnTo>
                    <a:pt x="4311927" y="1883174"/>
                  </a:lnTo>
                  <a:lnTo>
                    <a:pt x="4369419" y="1883832"/>
                  </a:lnTo>
                  <a:lnTo>
                    <a:pt x="4426911" y="1884502"/>
                  </a:lnTo>
                  <a:lnTo>
                    <a:pt x="4484404" y="1885137"/>
                  </a:lnTo>
                  <a:lnTo>
                    <a:pt x="4541896" y="188569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tx571"/>
            <p:cNvSpPr/>
            <p:nvPr/>
          </p:nvSpPr>
          <p:spPr>
            <a:xfrm>
              <a:off x="1210339" y="574560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3" name="tx572"/>
            <p:cNvSpPr/>
            <p:nvPr/>
          </p:nvSpPr>
          <p:spPr>
            <a:xfrm>
              <a:off x="1148183" y="460377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74" name="tx573"/>
            <p:cNvSpPr/>
            <p:nvPr/>
          </p:nvSpPr>
          <p:spPr>
            <a:xfrm>
              <a:off x="1148183" y="346195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575" name="tx574"/>
            <p:cNvSpPr/>
            <p:nvPr/>
          </p:nvSpPr>
          <p:spPr>
            <a:xfrm>
              <a:off x="1148183" y="23201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576" name="tx575"/>
            <p:cNvSpPr/>
            <p:nvPr/>
          </p:nvSpPr>
          <p:spPr>
            <a:xfrm>
              <a:off x="1148183" y="11783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577" name="pl576"/>
            <p:cNvSpPr/>
            <p:nvPr/>
          </p:nvSpPr>
          <p:spPr>
            <a:xfrm>
              <a:off x="1300330" y="57872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7"/>
            <p:cNvSpPr/>
            <p:nvPr/>
          </p:nvSpPr>
          <p:spPr>
            <a:xfrm>
              <a:off x="1300330" y="46454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8"/>
            <p:cNvSpPr/>
            <p:nvPr/>
          </p:nvSpPr>
          <p:spPr>
            <a:xfrm>
              <a:off x="1300330" y="35036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79"/>
            <p:cNvSpPr/>
            <p:nvPr/>
          </p:nvSpPr>
          <p:spPr>
            <a:xfrm>
              <a:off x="1300330" y="23618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0"/>
            <p:cNvSpPr/>
            <p:nvPr/>
          </p:nvSpPr>
          <p:spPr>
            <a:xfrm>
              <a:off x="1300330" y="12199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1"/>
            <p:cNvSpPr/>
            <p:nvPr/>
          </p:nvSpPr>
          <p:spPr>
            <a:xfrm>
              <a:off x="246738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2"/>
            <p:cNvSpPr/>
            <p:nvPr/>
          </p:nvSpPr>
          <p:spPr>
            <a:xfrm>
              <a:off x="380638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3"/>
            <p:cNvSpPr/>
            <p:nvPr/>
          </p:nvSpPr>
          <p:spPr>
            <a:xfrm>
              <a:off x="5145390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tx584"/>
            <p:cNvSpPr/>
            <p:nvPr/>
          </p:nvSpPr>
          <p:spPr>
            <a:xfrm>
              <a:off x="2358626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86" name="tx585"/>
            <p:cNvSpPr/>
            <p:nvPr/>
          </p:nvSpPr>
          <p:spPr>
            <a:xfrm>
              <a:off x="3697629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87" name="tx586"/>
            <p:cNvSpPr/>
            <p:nvPr/>
          </p:nvSpPr>
          <p:spPr>
            <a:xfrm>
              <a:off x="5036631" y="606180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88" name="tx587"/>
            <p:cNvSpPr/>
            <p:nvPr/>
          </p:nvSpPr>
          <p:spPr>
            <a:xfrm>
              <a:off x="3716728" y="6198400"/>
              <a:ext cx="232878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SDI</a:t>
              </a:r>
            </a:p>
          </p:txBody>
        </p:sp>
        <p:sp>
          <p:nvSpPr>
            <p:cNvPr id="589" name="tx588"/>
            <p:cNvSpPr/>
            <p:nvPr/>
          </p:nvSpPr>
          <p:spPr>
            <a:xfrm rot="-5400000">
              <a:off x="888661" y="3440722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2025-03-25T23:05:07Z</dcterms:modified>
  <cp:category/>
</cp:coreProperties>
</file>